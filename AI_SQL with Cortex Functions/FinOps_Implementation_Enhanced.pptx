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FinOps Implementation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5"/>
                </a:solidFill>
              </a:rPr>
              <a:t>Snowflake Cost Governance &amp;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</a:rPr>
              <a:t>Insights, Metrics &amp; Security Overview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Purpose &amp;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This presentation provides a comprehensive overview of the FinOps implementation in Snowflake, focusing on controlling, optimizing, and governing cloud data platform spend to ensure every credit delivers measurable business value.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Key Focus Areas: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Cost visibility and accountability across all zones and teams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Row-level security ensuring data privacy while maintaining transparency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Comprehensive monitoring of credit consumption, storage, and query performance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Actionable dashboards for proactive cost management and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FinOps Implementation Overview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FinOps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Database 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Database: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PLATFORM__AUDIT__PREPROD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Schemas: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FINOPS_CURATED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Credit usage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Storage usage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Warehouse recommendations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SNOWFLAKE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Audit metadata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Query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Access logs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Components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Warehouses &amp; Resource Monitors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Zone-specific warehouses with credit thresholds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Row Access Policies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Fine-grained access control at row level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Audit &amp; Logging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Centralized metadata in platform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Zone-level execution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Splunk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Real-time monitoring and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Key Achievements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Transparent Cost Tracking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Complete visibility into credit consumption across all zones and teams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212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Data Privacy Compliance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Row-level security ensures users see only authorized zone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31272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Centralized Governance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429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Single mapping table manages all access with full audit trail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041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Operational Efficiency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Improved cost awareness and proactive management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Security &amp; Row Access Policies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Row Access Policy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Ensuring zone-based data segregation with fine-grained security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Protected Objects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Tables: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credit_usage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storage_usage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Views: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warehouse_recommender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batch_job_optimization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user_tag_access_details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2976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Access Control Logic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Policy evaluates: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CURRENT_ROLE() against zone mapping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Multi-zone roles (PLATFRM_*_DEVELOPER/ADMIN)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Single-zone roles (FR_{ZONE}_*_SUPPORTADMIN)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System admins bypass 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Secondary roles via IS_ROLE_IN_SESSION()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41248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Key Benefits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Data Privacy: Users see only authorized zone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Compliance: Meets regulatory requirements for data segregation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Centralized Control: Single policy manages all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Audit Trail: All access attempts fully logged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Scalability: Easy to add new zones and roles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Authorization Matrix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Role-based access across zones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 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Zone-CUST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Zone-PTP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Zone-LOANS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All Zones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ACCOUNTADMIN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SYSADMIN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BDH_SF_FR_PLATFRM_PREPROD_ADMIN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BDH_SF_FR_LOANS_DEV_SUPPORTADMIN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BDH_SF_FR_PTP_DEV_SUPPORTADMIN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BDH_SF_FR_CUST_DEV_SUPPORTADMIN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Unmapped 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Snowflake Usage Monitoring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Snowflake Footprint Tracking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6002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Total Storage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GB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1280160"/>
            <a:ext cx="16002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Warehouses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1280160"/>
            <a:ext cx="16002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Databases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5532120" y="1280160"/>
            <a:ext cx="16002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Active 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280160"/>
            <a:ext cx="16002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Queries Executed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Total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Monitoring Capabilities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Track storage consumption across all databases and schemas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Monitor warehouse utilization and identify idle resources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Analyze user activity patterns and query volumes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Review resource allocation and capacity planning metrics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Identify cost optimization opportunities in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Credit Consumption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Top Consumers Tracking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By Warehouse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warehouses consuming most credits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Track consumption trends over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Spot unexpected usage spikes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By User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User-level credit attribution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heavy users and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Enable chargeback/showback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Hourly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Average hour-by-hour consumption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Query volume by hour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Optimization 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Immediate Actions: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Review top 50 longest-running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Optimize queries consuming most credits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and eliminate inefficient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Right-sizing Warehouses: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Use warehouse recommendations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Adjust warehouse sizes based on workload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Configure auto-suspend/resume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Workload Segregation: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Separate batch jobs from interactive workloads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Optimize 70% of credit spend from automated jobs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Query Performance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 50 Longest Queries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Identify performance bottlenecks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Reduce credit consumption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Speed up critical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Improve user experience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Query Optimization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Analyze query execution plans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Identify inefficient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Recommend indexing strategies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Suggest query rewrites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74320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18872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Resource Utilization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Track warehouse queue times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Monitor compute resource usage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Identify spill to storage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Optimize cache hit ratios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FinOps Dashboard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FinOps Dashboard Implementation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Centralized visibility for cost governance and optimization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URL: Finops-Dashboard - Snowflake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Access Required: A_BDH_sf_fg_plat_dev_developer AD group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1148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Key Metrics (Part 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1. Total Storage (GB)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2. Total Warehouses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3. Total Databases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4. Total Number of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5. Total Number of Queries Executed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6. Credit Consumption by Warehouse (Last 30 days)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41148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Key Metrics (Part 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7. Credit Consumption by User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8. Average Hour by Hour Consumption (Past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9. Average Query Volume by Hour (Past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10. Top 50 Longest Running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11. Warehouse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Audit &amp; Logging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Centralized Audit Metadata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Database: PLATFORM__AUDIT__PREPROD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Captured via DBT models: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Grants to roles/users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Warehouse events &amp; metering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Access history &amp; query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Storage metrics &amp; table 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Tag references &amp; database usage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Zone-Level Execution Logs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Database: ZONE__LOGGING__DEV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Execution tracking: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Model execution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Seed execution 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Snapshot execution details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Test execution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Consolidated status 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Git Repository 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BDH_PLATFORM_DBT_REPO: Centralized reusable components, audit models, common macros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BDH_ZONE_DBT_REPO (e.g., BDH_CUST_DBT_REPO): Zone-specific models, DAGs, imported packages, logging macros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Business Impact &amp; Future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Impact Delivered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Complete visibility into Snowflake costs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Accountability across all zones and teams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Privacy-compliant access controls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Data-driven optimization opportunities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Proactive cost management capabilities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Ongoing Activities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Weekly cost driver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Monthly right-sizing assessments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Continuous query optimization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Regular warehouse utilization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Anomaly detection and alerts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Roadmap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Predictive cost modeling using historical trends and ML algorithms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Automated optimization recommendations with self-healing capabilities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Enhanced budget forecasting and chargeback automation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Integration with enterprise cost management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Technical Implementation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Resource Monitors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Zone-specific warehouses configured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Dedicated resource monitors per warehouse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Predefined credit thresholds enforced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Trigger actions on threshold breach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Workload segregation for performance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Splunk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Centralized monitoring and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Real-time visibility into usage &amp; performance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Resource monitor activity tracking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Access policy enforcement 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Enhanced compliance monitoring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Implementation Best Practices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Standard Features: Uses native Snowflake capabilities for reliability and maintainability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Scalability: Design supports seamless addition of new zones, roles, and access mappings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Performance: Negligible overhead from row access policies versus mapping table approaches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Automation: DBT models and DAGs enable scheduled, repeatable execution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Governance: Full audit trail and centralized control ensure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FinOps implementation successfully balances cost transparency, security, and operational efficiency, enabling proactive management of Snowflake expenditure.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Role-based access ensures privacy without sacrificing insight, while comprehensive dashboards provide actionable metrics.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Continued optimization efforts will further enhance performance and cost-effectiveness, securing long-term business value and control.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5"/>
                </a:solidFill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FinOps Implementation - Snowflake Cost Governance</dc:title>
  <dc:subject>PptxGenJS Presentation</dc:subject>
  <dc:creator>BDH Platform Team</dc:creator>
  <cp:lastModifiedBy>BDH Platform Team</cp:lastModifiedBy>
  <cp:revision>1</cp:revision>
  <dcterms:created xsi:type="dcterms:W3CDTF">2026-02-05T09:48:59Z</dcterms:created>
  <dcterms:modified xsi:type="dcterms:W3CDTF">2026-02-05T09:48:59Z</dcterms:modified>
</cp:coreProperties>
</file>