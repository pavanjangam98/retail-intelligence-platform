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FinOps Implementation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F5F5"/>
                </a:solidFill>
              </a:rPr>
              <a:t>Snowflake Cost Governance &amp; Optimization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5F5F5"/>
                </a:solidFill>
              </a:rPr>
              <a:t>Insights, Metrics &amp; Security Overview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Introduction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</a:rPr>
              <a:t>Purpose &amp; Scope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This presentation provides a comprehensive overview of the FinOps implementation in Snowflake, focusing on controlling, optimizing, and governing cloud data platform spend to ensure every credit delivers measurable business value.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363636"/>
                </a:solidFill>
              </a:rPr>
              <a:t>Key Focus Areas: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Cost visibility and accountability across all zones and teams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Row-level security ensuring data privacy while maintaining transparency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Comprehensive monitoring of credit consumption, storage, and query performance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3636"/>
                </a:solidFill>
              </a:rPr>
              <a:t>• Actionable dashboards for proactive cost management and optimization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FinOps Implementation Overview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FinOps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Database Structure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Database: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PLATFORM__AUDIT__PREPROD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Schemas: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FINOPS_CURATED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Credit usage tracking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Storage usage metrics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Warehouse recommendations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SNOWFLAKE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Audit metadata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Query history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 - Access logs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Components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937760" y="173736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Warehouses &amp; Resource Monitors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Zone-specific warehouses with credit thresholds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Row Access Policies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Fine-grained access control at row level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Audit &amp; Logging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Centralized metadata in platform 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Zone-level execution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Splunk Integration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Real-time monitoring and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Key Achievements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73152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17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12984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Transparent Cost Tracking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00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Complete visibility into credit consumption across all zones and teams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103120"/>
            <a:ext cx="73152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✓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188720" y="22128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Data Privacy Compliance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5146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Row-level security ensures users see only authorized zone data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✓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188720" y="31272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Centralized Governance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4290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Single mapping table manages all access with full audit trail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60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8A745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88720" y="4041648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Operational Efficiency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343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Improved cost awareness and proactive management capabilities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Security &amp; Row Access Policies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Row Access Policy Design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Ensuring zone-based data segregation with fine-grained security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Protected Objects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Tables: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credit_usage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storage_usage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Views: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warehouse_recommender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batch_job_optimization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user_tag_access_details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371600"/>
            <a:ext cx="429768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1463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Access Control Logic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182880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Policy evaluates: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CURRENT_ROLE() against zone mapping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Multi-zone roles (PLATFRM_*_DEVELOPER/ADMIN)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Single-zone roles (FR_{ZONE}_*_SUPPORTADMIN)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System admins bypass RAP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Secondary roles via IS_ROLE_IN_SESSION()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412480" cy="14630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175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Key Benefits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Data Privacy: Users see only authorized zone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Compliance: Meets regulatory requirements for data segregation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Centralized Control: Single policy manages all access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Audit Trail: All access attempts fully logged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Scalability: Easy to add new zones and roles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Data Masking &amp; Row Access Policies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Protecting sensitive data while enabling FinOps visibility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Row Access Policy (RAP) Implementation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411480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Policy Mechanism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Policy Name: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zone_data_policy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How it works: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Filters rows based on 'zone' column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Evaluates CURRENT_ROLE() function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Uses REGEXP pattern matching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Checks IS_ROLE_IN_SESSION() for secondary roles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Result: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Returns TRUE: User sees the row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Returns FALSE: Row is hidden from user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4114800" cy="21945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194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Security Benefits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2606040"/>
            <a:ext cx="3749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Zone-based Segregation: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CUST zone users see only CUST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PTP zone users see only PTP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LOANS zone users see only LOANS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Platform Team Access: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PLATFRM roles see all zones (multi-zone)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Required for comprehensive FinOps oversight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Performance: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Negligible performance overhead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No lookup tables required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Native Snowflake feature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Authorization Matrix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Role-based access across zones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User 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Zone-CUST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Zone-PTP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Zone-LOANS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All Zones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ACCOUNTADMIN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SYSADMIN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BDH_SF_FR_PLATFRM_PREPROD_ADMIN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BDH_SF_FR_LOANS_DEV_SUPPORTADMIN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BDH_SF_FR_PTP_DEV_SUPPORTADMIN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BDH_SF_FR_CUST_DEV_SUPPORTADMIN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✓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Unmapped Role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Snowflake Usage Monitoring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Snowflake Footprint Tracking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16002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Total Storage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GB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4884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2148840" y="1280160"/>
            <a:ext cx="16002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Warehouses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Count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3840480" y="1280160"/>
            <a:ext cx="16002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Databases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Count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3212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4"/>
          <p:cNvSpPr/>
          <p:nvPr/>
        </p:nvSpPr>
        <p:spPr>
          <a:xfrm>
            <a:off x="5532120" y="1280160"/>
            <a:ext cx="1600200" cy="137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53212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Active Users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280160"/>
            <a:ext cx="160020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1280160"/>
            <a:ext cx="1600200" cy="1371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55448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63636"/>
                </a:solidFill>
              </a:rPr>
              <a:t>Queries Executed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23760" y="192024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Total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Monitoring Capabilities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7200" y="29260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Track storage consumption across all databases and schemas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Monitor warehouse utilization and identify idle resources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Analyze user activity patterns and query volumes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Review resource allocation and capacity planning metrics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63636"/>
                </a:solidFill>
              </a:rPr>
              <a:t>• Identify cost optimization opportunities in real-time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Credit Consumption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</a:rPr>
              <a:t>Top Consumers Tracking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By Warehouse (Last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Identify warehouses consuming most credits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Track consumption trends over time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Spot unexpected usage spikes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By User (Last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User-level credit attribution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Identify heavy users and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Enable chargeback/showback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Hourly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Average hour-by-hour consumption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Query volume by hour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32004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</a:rPr>
              <a:t>Optimization Actions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749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Immediate Actions: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Review top 50 longest-running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Optimize queries consuming most credits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Identify and eliminate inefficient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Right-sizing Warehouses: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Use warehouse recommendations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Adjust warehouse sizes based on workload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Configure auto-suspend/resume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Workload Segregation: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Separate batch jobs from interactive workloads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Optimize 70% of credit spend from automated jobs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Query Performance Analysis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74320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Top 50 Longest Queries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Identify performance bottlenecks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Reduce credit consumption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Speed up critical workflows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Improve user experience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188720"/>
            <a:ext cx="274320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Query Optimization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Analyze query execution plans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Identify inefficient patterns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Recommend indexing strategies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Suggest query rewrites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188720"/>
            <a:ext cx="2743200" cy="3017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6309360" y="1188720"/>
            <a:ext cx="27432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188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Resource Utilization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182880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Track warehouse queue times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Monitor compute resource usage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Identify spill to storage events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Optimize cache hit ratios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>
                    <a:alpha val="70000"/>
                  </a:srgbClr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FinOps Dashboard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FinOps Dashboard Overview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Comprehensive cost monitoring and analytics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Purpose: Centralized platform for tracking Snowflake credit consumption, identifying cost drivers, and enabling data-driven optimization decisions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11480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</a:rPr>
              <a:t>What the Dashboard Shows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Real-time Metrics: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Total storage consumption (GB)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Active warehouses, databases, and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Total queries executed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Cost Analytics: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Credit consumption by warehouse (last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Credit consumption by user (last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Hour-by-hour consumption patterns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Average query volume trends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4114800" cy="21031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286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</a:rPr>
              <a:t>Actionable Insights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69748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Performance Optimization: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Top 50 longest-running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Query execution bottlenecks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Resource Recommendations: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Warehouse right-sizing suggestions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Underutilized/oversized warehouses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Auto-suspend/resume opportunities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Cost Drivers: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Identify high-cost users and tools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Spot unexpected usage spikes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Dashboard Data Sources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Where the data comes from and how it flows into the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Source 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3636"/>
                </a:solidFill>
              </a:rPr>
              <a:t>Snowflake Account Usage Views: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QUERY_HISTORY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WAREHOUSE_METERING_HISTORY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DATABASE_STORAGE_USAGE_HISTORY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ACCESS_HISTORY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WAREHOUSE_EVENTS_HISTORY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TABLE_STORAGE_METRICS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GRANTS_TO_ROLES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GRANTS_TO_USERS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USERS, TABLES, COLUMNS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Processing Layer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3636"/>
                </a:solidFill>
              </a:rPr>
              <a:t>DBT Models: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Transform raw metadata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Aggregate credit consumption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Calculate storage metrics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63636"/>
                </a:solidFill>
              </a:rPr>
              <a:t>Airflow DAGs: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Scheduled execution of DBT models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Daily/hourly refresh cycles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63636"/>
                </a:solidFill>
              </a:rPr>
              <a:t>Target Database: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PLATFORM__AUDIT__PREPROD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Schema: FINOPS_CURATED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2926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6126480" y="1371600"/>
            <a:ext cx="2560320" cy="4114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Layer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920240"/>
            <a:ext cx="2286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3636"/>
                </a:solidFill>
              </a:rPr>
              <a:t>Curated Tables: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CREDIT_USAGE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STORAGE_USAGE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WAREHOUSE_RECOMMENDER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BATCH_JOB_OPTIMIZATION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USER_ACCESS_BY_TAG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QUERY_COST_RATIO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63636"/>
                </a:solidFill>
              </a:rPr>
              <a:t>Snowflake Dashboard: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Interactive visualizations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Real-time metrics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Drill-down capabilities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0" y="2743200"/>
            <a:ext cx="137160" cy="274320"/>
          </a:xfrm>
          <a:prstGeom prst="rightArrow">
            <a:avLst/>
          </a:prstGeom>
          <a:solidFill>
            <a:srgbClr val="065A82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0" y="2743200"/>
            <a:ext cx="137160" cy="274320"/>
          </a:xfrm>
          <a:prstGeom prst="rightArrow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Dashboard Implementation Details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Centralized visibility for cost governance and optimization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 URL: Finops-Dashboard - Snowflake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63636"/>
                </a:solidFill>
              </a:rPr>
              <a:t>Access Required: A_BDH_sf_fg_plat_dev_developer AD group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41148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Key Metrics (Part 1)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1. Total Storage (GB)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2. Total Warehouses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3. Total Databases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4. Total Number of 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5. Total Number of Queries Executed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6. Credit Consumption by Warehouse (Last 30 days)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41148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468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Key Metrics (Part 2)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83464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7. Credit Consumption by User (Last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8. Average Hour by Hour Consumption (Past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9. Average Query Volume by Hour (Past 30 Days)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10. Top 50 Longest Running Queries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11. Warehouse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Dashboard Sharing &amp; Access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How to access and share the FinOps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17A2B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Access Requirements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Required AD Group: </a:t>
            </a:r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A_BDH_sf_fg_plat_dev_developer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63636"/>
                </a:solidFill>
              </a:rPr>
              <a:t>Dashboard Location: </a:t>
            </a:r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Snowflake account → Dashboards → Finops-Dashboard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2743200" cy="1737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Direct URL Sharing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17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Copy dashboard URL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Share via email/Slack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Recipient needs proper AD group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Recipient needs Snowflake login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Access controlled by RAP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2560320"/>
            <a:ext cx="2743200" cy="1737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3383280" y="2560320"/>
            <a:ext cx="2743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Role-Based Access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3017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Grant via Snowflake roles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Zone-specific access enforced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Platform roles see all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Zone roles see filtered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Automatic via AD group sync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09360" y="2560320"/>
            <a:ext cx="2743200" cy="1737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309360" y="2560320"/>
            <a:ext cx="27432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Scheduled Reports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46520" y="301752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Export dashboard as PDF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Schedule email delivery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Weekly/monthly summaries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Stakeholder distribution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63636"/>
                </a:solidFill>
              </a:rPr>
              <a:t>• No Snowflake login required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Audit &amp; Logging Architecture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Centralized Audit Metadata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Database: PLATFORM__AUDIT__PREPROD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Captured via DBT models: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Grants to roles/users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Warehouse events &amp; metering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Access history &amp; query history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Storage metrics &amp; table metadata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Tag references &amp; database usage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4114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</a:rPr>
              <a:t>Zone-Level Execution Logs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5544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Database: ZONE__LOGGING__DEV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Execution tracking: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Model execution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Seed execution 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Snapshot execution details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Test execution results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Consolidated status log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108960"/>
            <a:ext cx="8229600" cy="1188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200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</a:rPr>
              <a:t>Git Repository Structure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BDH_PLATFORM_DBT_REPO: Centralized reusable components, audit models, common macros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BDH_ZONE_DBT_REPO (e.g., BDH_CUST_DBT_REPO): Zone-specific models, DAGs, imported packages, logging macros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Ongoing Maintenance &amp; Support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63636"/>
                </a:solidFill>
              </a:rPr>
              <a:t>Keeping the FinOps platform current and effective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Daily/Weekly Activities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Automated Processes: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DBT models run via Airflow DAGs (scheduled)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Daily refresh of FINOPS_CURATED tables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Hourly update of real-time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Monitoring: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DAG execution status checks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Data quality 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Splunk alerts for failures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41148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1371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Monthly Activities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Cost Review: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Weekly cost driver analysis meetings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Identify anomalies and unexpected spikes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Warehouse Right-sizing: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Review warehouse recommendations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Implement size adjustments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Update auto-suspend/resume policies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Query Optimization: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Review top 50 longest-running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41148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Quarterly/Annual Reviews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Platform Updates: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DBT package upgrades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New Snowflake features adoption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Dashboard enhancements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Access Reviews: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Audit user access and roles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Update RAP mappings for new zones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Review and recertify AD groups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1148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926080"/>
            <a:ext cx="4114800" cy="3657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2926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Ad-hoc Support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3832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Issue Resolution: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Dashboard access troubleshooting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Data discrepancy investigations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Performance issue debugging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363636"/>
                </a:solidFill>
              </a:rPr>
              <a:t>New Requirements: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Add new zones to RAP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Create custom views or metrics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63636"/>
                </a:solidFill>
              </a:rPr>
              <a:t>• Onboard new teams/users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</a:rPr>
              <a:t>Business Impact &amp; Future Steps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Impact Delivered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Complete visibility into Snowflake costs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Accountability across all zones and teams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Privacy-compliant access controls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Data-driven optimization opportunities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✓ Proactive cost management capabilities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11480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Ongoing Activities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Weekly cost driver reviews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Monthly right-sizing assessments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Continuous query optimization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Regular warehouse utilization analysis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Anomaly detection and alerts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8229600" cy="1371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Future Roadmap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Predictive cost modeling using historical trends and ML algorithms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Automated optimization recommendations with self-healing capabilities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Enhanced budget forecasting and chargeback automation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3636"/>
                </a:solidFill>
              </a:rPr>
              <a:t>• Integration with enterprise cost management platforms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Conclusion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The FinOps implementation successfully balances cost transparency, security, and operational efficiency, enabling proactive management of Snowflake expenditure.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Role-based access ensures privacy without sacrificing insight, while comprehensive dashboards provide actionable metrics.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 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Continued optimization efforts will further enhance performance and cost-effectiveness, securing long-term business value and control.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5F5"/>
                </a:solidFill>
              </a:rPr>
              <a:t>Questions &amp; Discussion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FinOps Implementation - Snowflake Cost Governance</dc:title>
  <dc:subject>PptxGenJS Presentation</dc:subject>
  <dc:creator>BDH Platform Team</dc:creator>
  <cp:lastModifiedBy>BDH Platform Team</cp:lastModifiedBy>
  <cp:revision>1</cp:revision>
  <dcterms:created xsi:type="dcterms:W3CDTF">2026-02-06T13:34:39Z</dcterms:created>
  <dcterms:modified xsi:type="dcterms:W3CDTF">2026-02-06T13:34:39Z</dcterms:modified>
</cp:coreProperties>
</file>