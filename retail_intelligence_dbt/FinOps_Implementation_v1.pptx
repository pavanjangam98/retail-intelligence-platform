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Masters/slideMaster8.xml" ContentType="application/vnd.openxmlformats-officedocument.presentationml.slideMaster+xml"/>
  <Override PartName="/ppt/slideMasters/slideMaster9.xml" ContentType="application/vnd.openxmlformats-officedocument.presentationml.slideMaster+xml"/>
  <Override PartName="/ppt/slideMasters/slideMaster10.xml" ContentType="application/vnd.openxmlformats-officedocument.presentationml.slideMaster+xml"/>
  <Override PartName="/ppt/slideMasters/slideMaster1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theme/theme2.xml" ContentType="application/vnd.openxmlformats-officedocument.theme+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theme/theme3.xml" ContentType="application/vnd.openxmlformats-officedocument.theme+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theme/theme4.xml" ContentType="application/vnd.openxmlformats-officedocument.theme+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theme/theme5.xml" ContentType="application/vnd.openxmlformats-officedocument.theme+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theme/theme6.xml" ContentType="application/vnd.openxmlformats-officedocument.theme+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slideLayouts/slideLayout90.xml" ContentType="application/vnd.openxmlformats-officedocument.presentationml.slideLayout+xml"/>
  <Override PartName="/ppt/theme/theme7.xml" ContentType="application/vnd.openxmlformats-officedocument.theme+xml"/>
  <Override PartName="/ppt/slideLayouts/slideLayout91.xml" ContentType="application/vnd.openxmlformats-officedocument.presentationml.slideLayout+xml"/>
  <Override PartName="/ppt/slideLayouts/slideLayout92.xml" ContentType="application/vnd.openxmlformats-officedocument.presentationml.slideLayout+xml"/>
  <Override PartName="/ppt/slideLayouts/slideLayout93.xml" ContentType="application/vnd.openxmlformats-officedocument.presentationml.slideLayout+xml"/>
  <Override PartName="/ppt/slideLayouts/slideLayout94.xml" ContentType="application/vnd.openxmlformats-officedocument.presentationml.slideLayout+xml"/>
  <Override PartName="/ppt/slideLayouts/slideLayout95.xml" ContentType="application/vnd.openxmlformats-officedocument.presentationml.slideLayout+xml"/>
  <Override PartName="/ppt/slideLayouts/slideLayout96.xml" ContentType="application/vnd.openxmlformats-officedocument.presentationml.slideLayout+xml"/>
  <Override PartName="/ppt/theme/theme8.xml" ContentType="application/vnd.openxmlformats-officedocument.theme+xml"/>
  <Override PartName="/ppt/slideLayouts/slideLayout97.xml" ContentType="application/vnd.openxmlformats-officedocument.presentationml.slideLayout+xml"/>
  <Override PartName="/ppt/slideLayouts/slideLayout98.xml" ContentType="application/vnd.openxmlformats-officedocument.presentationml.slideLayout+xml"/>
  <Override PartName="/ppt/slideLayouts/slideLayout99.xml" ContentType="application/vnd.openxmlformats-officedocument.presentationml.slideLayout+xml"/>
  <Override PartName="/ppt/slideLayouts/slideLayout100.xml" ContentType="application/vnd.openxmlformats-officedocument.presentationml.slideLayout+xml"/>
  <Override PartName="/ppt/slideLayouts/slideLayout101.xml" ContentType="application/vnd.openxmlformats-officedocument.presentationml.slideLayout+xml"/>
  <Override PartName="/ppt/slideLayouts/slideLayout102.xml" ContentType="application/vnd.openxmlformats-officedocument.presentationml.slideLayout+xml"/>
  <Override PartName="/ppt/slideLayouts/slideLayout103.xml" ContentType="application/vnd.openxmlformats-officedocument.presentationml.slideLayout+xml"/>
  <Override PartName="/ppt/slideLayouts/slideLayout104.xml" ContentType="application/vnd.openxmlformats-officedocument.presentationml.slideLayout+xml"/>
  <Override PartName="/ppt/slideLayouts/slideLayout105.xml" ContentType="application/vnd.openxmlformats-officedocument.presentationml.slideLayout+xml"/>
  <Override PartName="/ppt/slideLayouts/slideLayout106.xml" ContentType="application/vnd.openxmlformats-officedocument.presentationml.slideLayout+xml"/>
  <Override PartName="/ppt/slideLayouts/slideLayout107.xml" ContentType="application/vnd.openxmlformats-officedocument.presentationml.slideLayout+xml"/>
  <Override PartName="/ppt/slideLayouts/slideLayout108.xml" ContentType="application/vnd.openxmlformats-officedocument.presentationml.slideLayout+xml"/>
  <Override PartName="/ppt/slideLayouts/slideLayout109.xml" ContentType="application/vnd.openxmlformats-officedocument.presentationml.slideLayout+xml"/>
  <Override PartName="/ppt/slideLayouts/slideLayout110.xml" ContentType="application/vnd.openxmlformats-officedocument.presentationml.slideLayout+xml"/>
  <Override PartName="/ppt/slideLayouts/slideLayout111.xml" ContentType="application/vnd.openxmlformats-officedocument.presentationml.slideLayout+xml"/>
  <Override PartName="/ppt/slideLayouts/slideLayout112.xml" ContentType="application/vnd.openxmlformats-officedocument.presentationml.slideLayout+xml"/>
  <Override PartName="/ppt/slideLayouts/slideLayout113.xml" ContentType="application/vnd.openxmlformats-officedocument.presentationml.slideLayout+xml"/>
  <Override PartName="/ppt/slideLayouts/slideLayout114.xml" ContentType="application/vnd.openxmlformats-officedocument.presentationml.slideLayout+xml"/>
  <Override PartName="/ppt/slideLayouts/slideLayout115.xml" ContentType="application/vnd.openxmlformats-officedocument.presentationml.slideLayout+xml"/>
  <Override PartName="/ppt/slideLayouts/slideLayout116.xml" ContentType="application/vnd.openxmlformats-officedocument.presentationml.slideLayout+xml"/>
  <Override PartName="/ppt/slideLayouts/slideLayout117.xml" ContentType="application/vnd.openxmlformats-officedocument.presentationml.slideLayout+xml"/>
  <Override PartName="/ppt/slideLayouts/slideLayout118.xml" ContentType="application/vnd.openxmlformats-officedocument.presentationml.slideLayout+xml"/>
  <Override PartName="/ppt/theme/theme9.xml" ContentType="application/vnd.openxmlformats-officedocument.theme+xml"/>
  <Override PartName="/ppt/slideLayouts/slideLayout119.xml" ContentType="application/vnd.openxmlformats-officedocument.presentationml.slideLayout+xml"/>
  <Override PartName="/ppt/slideLayouts/slideLayout120.xml" ContentType="application/vnd.openxmlformats-officedocument.presentationml.slideLayout+xml"/>
  <Override PartName="/ppt/slideLayouts/slideLayout121.xml" ContentType="application/vnd.openxmlformats-officedocument.presentationml.slideLayout+xml"/>
  <Override PartName="/ppt/slideLayouts/slideLayout122.xml" ContentType="application/vnd.openxmlformats-officedocument.presentationml.slideLayout+xml"/>
  <Override PartName="/ppt/slideLayouts/slideLayout123.xml" ContentType="application/vnd.openxmlformats-officedocument.presentationml.slideLayout+xml"/>
  <Override PartName="/ppt/slideLayouts/slideLayout124.xml" ContentType="application/vnd.openxmlformats-officedocument.presentationml.slideLayout+xml"/>
  <Override PartName="/ppt/slideLayouts/slideLayout125.xml" ContentType="application/vnd.openxmlformats-officedocument.presentationml.slideLayout+xml"/>
  <Override PartName="/ppt/slideLayouts/slideLayout126.xml" ContentType="application/vnd.openxmlformats-officedocument.presentationml.slideLayout+xml"/>
  <Override PartName="/ppt/slideLayouts/slideLayout127.xml" ContentType="application/vnd.openxmlformats-officedocument.presentationml.slideLayout+xml"/>
  <Override PartName="/ppt/slideLayouts/slideLayout128.xml" ContentType="application/vnd.openxmlformats-officedocument.presentationml.slideLayout+xml"/>
  <Override PartName="/ppt/slideLayouts/slideLayout129.xml" ContentType="application/vnd.openxmlformats-officedocument.presentationml.slideLayout+xml"/>
  <Override PartName="/ppt/slideLayouts/slideLayout130.xml" ContentType="application/vnd.openxmlformats-officedocument.presentationml.slideLayout+xml"/>
  <Override PartName="/ppt/slideLayouts/slideLayout131.xml" ContentType="application/vnd.openxmlformats-officedocument.presentationml.slideLayout+xml"/>
  <Override PartName="/ppt/slideLayouts/slideLayout132.xml" ContentType="application/vnd.openxmlformats-officedocument.presentationml.slideLayout+xml"/>
  <Override PartName="/ppt/slideLayouts/slideLayout133.xml" ContentType="application/vnd.openxmlformats-officedocument.presentationml.slideLayout+xml"/>
  <Override PartName="/ppt/slideLayouts/slideLayout134.xml" ContentType="application/vnd.openxmlformats-officedocument.presentationml.slideLayout+xml"/>
  <Override PartName="/ppt/slideLayouts/slideLayout135.xml" ContentType="application/vnd.openxmlformats-officedocument.presentationml.slideLayout+xml"/>
  <Override PartName="/ppt/slideLayouts/slideLayout136.xml" ContentType="application/vnd.openxmlformats-officedocument.presentationml.slideLayout+xml"/>
  <Override PartName="/ppt/slideLayouts/slideLayout137.xml" ContentType="application/vnd.openxmlformats-officedocument.presentationml.slideLayout+xml"/>
  <Override PartName="/ppt/slideLayouts/slideLayout138.xml" ContentType="application/vnd.openxmlformats-officedocument.presentationml.slideLayout+xml"/>
  <Override PartName="/ppt/slideLayouts/slideLayout139.xml" ContentType="application/vnd.openxmlformats-officedocument.presentationml.slideLayout+xml"/>
  <Override PartName="/ppt/slideLayouts/slideLayout140.xml" ContentType="application/vnd.openxmlformats-officedocument.presentationml.slideLayout+xml"/>
  <Override PartName="/ppt/theme/theme10.xml" ContentType="application/vnd.openxmlformats-officedocument.theme+xml"/>
  <Override PartName="/ppt/slideLayouts/slideLayout141.xml" ContentType="application/vnd.openxmlformats-officedocument.presentationml.slideLayout+xml"/>
  <Override PartName="/ppt/slideLayouts/slideLayout142.xml" ContentType="application/vnd.openxmlformats-officedocument.presentationml.slideLayout+xml"/>
  <Override PartName="/ppt/slideLayouts/slideLayout143.xml" ContentType="application/vnd.openxmlformats-officedocument.presentationml.slideLayout+xml"/>
  <Override PartName="/ppt/slideLayouts/slideLayout144.xml" ContentType="application/vnd.openxmlformats-officedocument.presentationml.slideLayout+xml"/>
  <Override PartName="/ppt/slideLayouts/slideLayout145.xml" ContentType="application/vnd.openxmlformats-officedocument.presentationml.slideLayout+xml"/>
  <Override PartName="/ppt/slideLayouts/slideLayout146.xml" ContentType="application/vnd.openxmlformats-officedocument.presentationml.slideLayout+xml"/>
  <Override PartName="/ppt/slideLayouts/slideLayout147.xml" ContentType="application/vnd.openxmlformats-officedocument.presentationml.slideLayout+xml"/>
  <Override PartName="/ppt/slideLayouts/slideLayout148.xml" ContentType="application/vnd.openxmlformats-officedocument.presentationml.slideLayout+xml"/>
  <Override PartName="/ppt/slideLayouts/slideLayout149.xml" ContentType="application/vnd.openxmlformats-officedocument.presentationml.slideLayout+xml"/>
  <Override PartName="/ppt/slideLayouts/slideLayout150.xml" ContentType="application/vnd.openxmlformats-officedocument.presentationml.slideLayout+xml"/>
  <Override PartName="/ppt/slideLayouts/slideLayout151.xml" ContentType="application/vnd.openxmlformats-officedocument.presentationml.slideLayout+xml"/>
  <Override PartName="/ppt/slideLayouts/slideLayout152.xml" ContentType="application/vnd.openxmlformats-officedocument.presentationml.slideLayout+xml"/>
  <Override PartName="/ppt/slideLayouts/slideLayout153.xml" ContentType="application/vnd.openxmlformats-officedocument.presentationml.slideLayout+xml"/>
  <Override PartName="/ppt/slideLayouts/slideLayout154.xml" ContentType="application/vnd.openxmlformats-officedocument.presentationml.slideLayout+xml"/>
  <Override PartName="/ppt/slideLayouts/slideLayout155.xml" ContentType="application/vnd.openxmlformats-officedocument.presentationml.slideLayout+xml"/>
  <Override PartName="/ppt/slideLayouts/slideLayout156.xml" ContentType="application/vnd.openxmlformats-officedocument.presentationml.slideLayout+xml"/>
  <Override PartName="/ppt/slideLayouts/slideLayout157.xml" ContentType="application/vnd.openxmlformats-officedocument.presentationml.slideLayout+xml"/>
  <Override PartName="/ppt/slideLayouts/slideLayout158.xml" ContentType="application/vnd.openxmlformats-officedocument.presentationml.slideLayout+xml"/>
  <Override PartName="/ppt/slideLayouts/slideLayout159.xml" ContentType="application/vnd.openxmlformats-officedocument.presentationml.slideLayout+xml"/>
  <Override PartName="/ppt/slideLayouts/slideLayout160.xml" ContentType="application/vnd.openxmlformats-officedocument.presentationml.slideLayout+xml"/>
  <Override PartName="/ppt/slideLayouts/slideLayout161.xml" ContentType="application/vnd.openxmlformats-officedocument.presentationml.slideLayout+xml"/>
  <Override PartName="/ppt/slideLayouts/slideLayout162.xml" ContentType="application/vnd.openxmlformats-officedocument.presentationml.slideLayout+xml"/>
  <Override PartName="/ppt/slideLayouts/slideLayout163.xml" ContentType="application/vnd.openxmlformats-officedocument.presentationml.slideLayout+xml"/>
  <Override PartName="/ppt/slideLayouts/slideLayout164.xml" ContentType="application/vnd.openxmlformats-officedocument.presentationml.slideLayout+xml"/>
  <Override PartName="/ppt/slideLayouts/slideLayout165.xml" ContentType="application/vnd.openxmlformats-officedocument.presentationml.slideLayout+xml"/>
  <Override PartName="/ppt/slideLayouts/slideLayout166.xml" ContentType="application/vnd.openxmlformats-officedocument.presentationml.slideLayout+xml"/>
  <Override PartName="/ppt/slideLayouts/slideLayout167.xml" ContentType="application/vnd.openxmlformats-officedocument.presentationml.slideLayout+xml"/>
  <Override PartName="/ppt/slideLayouts/slideLayout168.xml" ContentType="application/vnd.openxmlformats-officedocument.presentationml.slideLayout+xml"/>
  <Override PartName="/ppt/slideLayouts/slideLayout169.xml" ContentType="application/vnd.openxmlformats-officedocument.presentationml.slideLayout+xml"/>
  <Override PartName="/ppt/theme/theme11.xml" ContentType="application/vnd.openxmlformats-officedocument.theme+xml"/>
  <Override PartName="/ppt/theme/theme12.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Props/core0.xml" ContentType="application/vnd.openxmlformats-package.core-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openxmlformats.org/officedocument/2006/relationships/metadata/core-properties" Target="docProps/core0.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94" r:id="rId1"/>
    <p:sldMasterId id="2147483717" r:id="rId2"/>
    <p:sldMasterId id="2147483747" r:id="rId3"/>
    <p:sldMasterId id="2147483754" r:id="rId4"/>
    <p:sldMasterId id="2147483777" r:id="rId5"/>
    <p:sldMasterId id="2147483784" r:id="rId6"/>
    <p:sldMasterId id="2147483807" r:id="rId7"/>
    <p:sldMasterId id="2147483814" r:id="rId8"/>
    <p:sldMasterId id="2147483821" r:id="rId9"/>
    <p:sldMasterId id="2147483844" r:id="rId10"/>
    <p:sldMasterId id="2147483869" r:id="rId11"/>
  </p:sldMasterIdLst>
  <p:notesMasterIdLst>
    <p:notesMasterId r:id="rId32"/>
  </p:notesMasterIdLst>
  <p:sldIdLst>
    <p:sldId id="550" r:id="rId12"/>
    <p:sldId id="551" r:id="rId13"/>
    <p:sldId id="569" r:id="rId14"/>
    <p:sldId id="552" r:id="rId15"/>
    <p:sldId id="553" r:id="rId16"/>
    <p:sldId id="554" r:id="rId17"/>
    <p:sldId id="555" r:id="rId18"/>
    <p:sldId id="557" r:id="rId19"/>
    <p:sldId id="556" r:id="rId20"/>
    <p:sldId id="558" r:id="rId21"/>
    <p:sldId id="559" r:id="rId22"/>
    <p:sldId id="560" r:id="rId23"/>
    <p:sldId id="561" r:id="rId24"/>
    <p:sldId id="562" r:id="rId25"/>
    <p:sldId id="563" r:id="rId26"/>
    <p:sldId id="564" r:id="rId27"/>
    <p:sldId id="565" r:id="rId28"/>
    <p:sldId id="566" r:id="rId29"/>
    <p:sldId id="567" r:id="rId30"/>
    <p:sldId id="568" r:id="rId31"/>
  </p:sldIdLst>
  <p:sldSz cx="9144000" cy="5143500" type="screen16x9"/>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9018" autoAdjust="0"/>
    <p:restoredTop sz="93006" autoAdjust="0"/>
  </p:normalViewPr>
  <p:slideViewPr>
    <p:cSldViewPr snapToGrid="0">
      <p:cViewPr>
        <p:scale>
          <a:sx n="100" d="100"/>
          <a:sy n="100" d="100"/>
        </p:scale>
        <p:origin x="1722" y="68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2.xml"/><Relationship Id="rId18" Type="http://schemas.openxmlformats.org/officeDocument/2006/relationships/slide" Target="slides/slide7.xml"/><Relationship Id="rId26" Type="http://schemas.openxmlformats.org/officeDocument/2006/relationships/slide" Target="slides/slide15.xml"/><Relationship Id="rId3" Type="http://schemas.openxmlformats.org/officeDocument/2006/relationships/slideMaster" Target="slideMasters/slideMaster3.xml"/><Relationship Id="rId21" Type="http://schemas.openxmlformats.org/officeDocument/2006/relationships/slide" Target="slides/slide10.xml"/><Relationship Id="rId34" Type="http://schemas.openxmlformats.org/officeDocument/2006/relationships/viewProps" Target="viewProps.xml"/><Relationship Id="rId7" Type="http://schemas.openxmlformats.org/officeDocument/2006/relationships/slideMaster" Target="slideMasters/slideMaster7.xml"/><Relationship Id="rId12" Type="http://schemas.openxmlformats.org/officeDocument/2006/relationships/slide" Target="slides/slide1.xml"/><Relationship Id="rId17" Type="http://schemas.openxmlformats.org/officeDocument/2006/relationships/slide" Target="slides/slide6.xml"/><Relationship Id="rId25" Type="http://schemas.openxmlformats.org/officeDocument/2006/relationships/slide" Target="slides/slide14.xml"/><Relationship Id="rId33" Type="http://schemas.openxmlformats.org/officeDocument/2006/relationships/presProps" Target="presProps.xml"/><Relationship Id="rId2" Type="http://schemas.openxmlformats.org/officeDocument/2006/relationships/slideMaster" Target="slideMasters/slideMaster2.xml"/><Relationship Id="rId16" Type="http://schemas.openxmlformats.org/officeDocument/2006/relationships/slide" Target="slides/slide5.xml"/><Relationship Id="rId20" Type="http://schemas.openxmlformats.org/officeDocument/2006/relationships/slide" Target="slides/slide9.xml"/><Relationship Id="rId29" Type="http://schemas.openxmlformats.org/officeDocument/2006/relationships/slide" Target="slides/slide18.xml"/><Relationship Id="rId1" Type="http://schemas.openxmlformats.org/officeDocument/2006/relationships/slideMaster" Target="slideMasters/slideMaster1.xml"/><Relationship Id="rId6" Type="http://schemas.openxmlformats.org/officeDocument/2006/relationships/slideMaster" Target="slideMasters/slideMaster6.xml"/><Relationship Id="rId11" Type="http://schemas.openxmlformats.org/officeDocument/2006/relationships/slideMaster" Target="slideMasters/slideMaster11.xml"/><Relationship Id="rId24" Type="http://schemas.openxmlformats.org/officeDocument/2006/relationships/slide" Target="slides/slide13.xml"/><Relationship Id="rId32" Type="http://schemas.openxmlformats.org/officeDocument/2006/relationships/notesMaster" Target="notesMasters/notesMaster1.xml"/><Relationship Id="rId5" Type="http://schemas.openxmlformats.org/officeDocument/2006/relationships/slideMaster" Target="slideMasters/slideMaster5.xml"/><Relationship Id="rId15" Type="http://schemas.openxmlformats.org/officeDocument/2006/relationships/slide" Target="slides/slide4.xml"/><Relationship Id="rId23" Type="http://schemas.openxmlformats.org/officeDocument/2006/relationships/slide" Target="slides/slide12.xml"/><Relationship Id="rId28" Type="http://schemas.openxmlformats.org/officeDocument/2006/relationships/slide" Target="slides/slide17.xml"/><Relationship Id="rId36" Type="http://schemas.openxmlformats.org/officeDocument/2006/relationships/tableStyles" Target="tableStyles.xml"/><Relationship Id="rId10" Type="http://schemas.openxmlformats.org/officeDocument/2006/relationships/slideMaster" Target="slideMasters/slideMaster10.xml"/><Relationship Id="rId19" Type="http://schemas.openxmlformats.org/officeDocument/2006/relationships/slide" Target="slides/slide8.xml"/><Relationship Id="rId31" Type="http://schemas.openxmlformats.org/officeDocument/2006/relationships/slide" Target="slides/slide20.xml"/><Relationship Id="rId4" Type="http://schemas.openxmlformats.org/officeDocument/2006/relationships/slideMaster" Target="slideMasters/slideMaster4.xml"/><Relationship Id="rId9" Type="http://schemas.openxmlformats.org/officeDocument/2006/relationships/slideMaster" Target="slideMasters/slideMaster9.xml"/><Relationship Id="rId14" Type="http://schemas.openxmlformats.org/officeDocument/2006/relationships/slide" Target="slides/slide3.xml"/><Relationship Id="rId22" Type="http://schemas.openxmlformats.org/officeDocument/2006/relationships/slide" Target="slides/slide11.xml"/><Relationship Id="rId27" Type="http://schemas.openxmlformats.org/officeDocument/2006/relationships/slide" Target="slides/slide16.xml"/><Relationship Id="rId30" Type="http://schemas.openxmlformats.org/officeDocument/2006/relationships/slide" Target="slides/slide19.xml"/><Relationship Id="rId35" Type="http://schemas.openxmlformats.org/officeDocument/2006/relationships/theme" Target="theme/theme1.xml"/><Relationship Id="rId8" Type="http://schemas.openxmlformats.org/officeDocument/2006/relationships/slideMaster" Target="slideMasters/slideMaster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E8798C4-E63F-48C8-A36B-687BA969A0F3}" type="datetimeFigureOut">
              <a:rPr lang="en-US" smtClean="0"/>
              <a:t>2/9/2026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77D69E4-5300-435A-B595-59191F065250}" type="slidenum">
              <a:rPr lang="en-US" smtClean="0"/>
              <a:t>‹#›</a:t>
            </a:fld>
            <a:endParaRPr lang="en-US"/>
          </a:p>
        </p:txBody>
      </p:sp>
    </p:spTree>
    <p:extLst>
      <p:ext uri="{BB962C8B-B14F-4D97-AF65-F5344CB8AC3E}">
        <p14:creationId xmlns:p14="http://schemas.microsoft.com/office/powerpoint/2010/main" val="87616080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8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8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8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85.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86.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87.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88.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89.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90.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91.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92.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93.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94.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95.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96.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97.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98.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99.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00.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01.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02.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03.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04.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05.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06.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07.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08.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09.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10.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11.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12.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13.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14.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15.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16.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17.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18.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19.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20.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21.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22.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23.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24.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25.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26.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27.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28.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29.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30.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31.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32.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33.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34.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35.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36.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37.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38.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39.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40.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41.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42.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4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1.xml"/></Relationships>
</file>

<file path=ppt/slideLayouts/_rels/slideLayout144.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45.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46.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47.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48.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49.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50.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51.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52.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53.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54.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55.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56.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57.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58.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59.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60.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61.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62.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63.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64.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65.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66.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67.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68.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69.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x">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2E5A4E-C7A5-4677-4B00-271F6BFC8B42}"/>
              </a:ext>
            </a:extLst>
          </p:cNvPr>
          <p:cNvSpPr>
            <a:spLocks noGrp="1"/>
          </p:cNvSpPr>
          <p:nvPr>
            <p:ph type="title"/>
          </p:nvPr>
        </p:nvSpPr>
        <p:spPr>
          <a:xfrm>
            <a:off x="628650" y="274638"/>
            <a:ext cx="7886700" cy="993775"/>
          </a:xfrm>
          <a:prstGeom prst="rect">
            <a:avLst/>
          </a:prstGeom>
        </p:spPr>
        <p:txBody>
          <a:bodyPr/>
          <a:lstStyle/>
          <a:p>
            <a:r>
              <a:rPr lang="en-US"/>
              <a:t>Click to edit Master title style</a:t>
            </a:r>
          </a:p>
        </p:txBody>
      </p:sp>
      <p:sp>
        <p:nvSpPr>
          <p:cNvPr id="3" name="Text Placeholder 2">
            <a:extLst>
              <a:ext uri="{FF2B5EF4-FFF2-40B4-BE49-F238E27FC236}">
                <a16:creationId xmlns:a16="http://schemas.microsoft.com/office/drawing/2014/main" id="{5E19E661-CAB1-DF39-1849-676A25D4C9A9}"/>
              </a:ext>
            </a:extLst>
          </p:cNvPr>
          <p:cNvSpPr>
            <a:spLocks noGrp="1"/>
          </p:cNvSpPr>
          <p:nvPr>
            <p:ph type="body" idx="1"/>
          </p:nvPr>
        </p:nvSpPr>
        <p:spPr>
          <a:xfrm>
            <a:off x="628650" y="1370013"/>
            <a:ext cx="7886700" cy="3262312"/>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x">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5F6BDE-EC99-DE83-1B4C-FA9F71F5544D}"/>
              </a:ext>
            </a:extLst>
          </p:cNvPr>
          <p:cNvSpPr>
            <a:spLocks noGrp="1"/>
          </p:cNvSpPr>
          <p:nvPr>
            <p:ph type="title"/>
          </p:nvPr>
        </p:nvSpPr>
        <p:spPr>
          <a:xfrm>
            <a:off x="628650" y="274638"/>
            <a:ext cx="7886700" cy="993775"/>
          </a:xfrm>
          <a:prstGeom prst="rect">
            <a:avLst/>
          </a:prstGeom>
        </p:spPr>
        <p:txBody>
          <a:bodyPr/>
          <a:lstStyle/>
          <a:p>
            <a:r>
              <a:rPr lang="en-US"/>
              <a:t>Click to edit Master title style</a:t>
            </a:r>
          </a:p>
        </p:txBody>
      </p:sp>
      <p:sp>
        <p:nvSpPr>
          <p:cNvPr id="3" name="Text Placeholder 2">
            <a:extLst>
              <a:ext uri="{FF2B5EF4-FFF2-40B4-BE49-F238E27FC236}">
                <a16:creationId xmlns:a16="http://schemas.microsoft.com/office/drawing/2014/main" id="{4F5CEB88-639B-8582-F4BC-E8FB6E5871ED}"/>
              </a:ext>
            </a:extLst>
          </p:cNvPr>
          <p:cNvSpPr>
            <a:spLocks noGrp="1"/>
          </p:cNvSpPr>
          <p:nvPr>
            <p:ph type="body" idx="1"/>
          </p:nvPr>
        </p:nvSpPr>
        <p:spPr>
          <a:xfrm>
            <a:off x="628650" y="1370013"/>
            <a:ext cx="7886700" cy="3262312"/>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x">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4E185A-EDD9-EAE6-F011-710A2BF80B2A}"/>
              </a:ext>
            </a:extLst>
          </p:cNvPr>
          <p:cNvSpPr>
            <a:spLocks noGrp="1"/>
          </p:cNvSpPr>
          <p:nvPr>
            <p:ph type="title"/>
          </p:nvPr>
        </p:nvSpPr>
        <p:spPr>
          <a:xfrm>
            <a:off x="628650" y="274638"/>
            <a:ext cx="7886700" cy="993775"/>
          </a:xfrm>
          <a:prstGeom prst="rect">
            <a:avLst/>
          </a:prstGeom>
        </p:spPr>
        <p:txBody>
          <a:bodyPr/>
          <a:lstStyle/>
          <a:p>
            <a:r>
              <a:rPr lang="en-US"/>
              <a:t>Click to edit Master title style</a:t>
            </a:r>
          </a:p>
        </p:txBody>
      </p:sp>
      <p:sp>
        <p:nvSpPr>
          <p:cNvPr id="3" name="Text Placeholder 2">
            <a:extLst>
              <a:ext uri="{FF2B5EF4-FFF2-40B4-BE49-F238E27FC236}">
                <a16:creationId xmlns:a16="http://schemas.microsoft.com/office/drawing/2014/main" id="{D620A7F3-845F-FA9E-3F43-118E0618F3C3}"/>
              </a:ext>
            </a:extLst>
          </p:cNvPr>
          <p:cNvSpPr>
            <a:spLocks noGrp="1"/>
          </p:cNvSpPr>
          <p:nvPr>
            <p:ph type="body" idx="1"/>
          </p:nvPr>
        </p:nvSpPr>
        <p:spPr>
          <a:xfrm>
            <a:off x="628650" y="1370013"/>
            <a:ext cx="7886700" cy="3262312"/>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x">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DF8DDD-D36E-3086-49FD-3944B23DB0D0}"/>
              </a:ext>
            </a:extLst>
          </p:cNvPr>
          <p:cNvSpPr>
            <a:spLocks noGrp="1"/>
          </p:cNvSpPr>
          <p:nvPr>
            <p:ph type="title"/>
          </p:nvPr>
        </p:nvSpPr>
        <p:spPr>
          <a:xfrm>
            <a:off x="628650" y="274638"/>
            <a:ext cx="7886700" cy="993775"/>
          </a:xfrm>
          <a:prstGeom prst="rect">
            <a:avLst/>
          </a:prstGeom>
        </p:spPr>
        <p:txBody>
          <a:bodyPr/>
          <a:lstStyle/>
          <a:p>
            <a:r>
              <a:rPr lang="en-US"/>
              <a:t>Click to edit Master title style</a:t>
            </a:r>
          </a:p>
        </p:txBody>
      </p:sp>
      <p:sp>
        <p:nvSpPr>
          <p:cNvPr id="3" name="Text Placeholder 2">
            <a:extLst>
              <a:ext uri="{FF2B5EF4-FFF2-40B4-BE49-F238E27FC236}">
                <a16:creationId xmlns:a16="http://schemas.microsoft.com/office/drawing/2014/main" id="{D6C7F90D-BD33-70D7-FA52-82162F77F7D2}"/>
              </a:ext>
            </a:extLst>
          </p:cNvPr>
          <p:cNvSpPr>
            <a:spLocks noGrp="1"/>
          </p:cNvSpPr>
          <p:nvPr>
            <p:ph type="body" idx="1"/>
          </p:nvPr>
        </p:nvSpPr>
        <p:spPr>
          <a:xfrm>
            <a:off x="628650" y="1370013"/>
            <a:ext cx="7886700" cy="3262312"/>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x">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CD2948-0F76-F982-FCBD-B7E1A65D7A74}"/>
              </a:ext>
            </a:extLst>
          </p:cNvPr>
          <p:cNvSpPr>
            <a:spLocks noGrp="1"/>
          </p:cNvSpPr>
          <p:nvPr>
            <p:ph type="title"/>
          </p:nvPr>
        </p:nvSpPr>
        <p:spPr>
          <a:xfrm>
            <a:off x="628650" y="274638"/>
            <a:ext cx="7886700" cy="993775"/>
          </a:xfrm>
          <a:prstGeom prst="rect">
            <a:avLst/>
          </a:prstGeom>
        </p:spPr>
        <p:txBody>
          <a:bodyPr/>
          <a:lstStyle/>
          <a:p>
            <a:r>
              <a:rPr lang="en-US"/>
              <a:t>Click to edit Master title style</a:t>
            </a:r>
          </a:p>
        </p:txBody>
      </p:sp>
      <p:sp>
        <p:nvSpPr>
          <p:cNvPr id="3" name="Text Placeholder 2">
            <a:extLst>
              <a:ext uri="{FF2B5EF4-FFF2-40B4-BE49-F238E27FC236}">
                <a16:creationId xmlns:a16="http://schemas.microsoft.com/office/drawing/2014/main" id="{DA1C13BB-A455-B816-8812-24E47431C59D}"/>
              </a:ext>
            </a:extLst>
          </p:cNvPr>
          <p:cNvSpPr>
            <a:spLocks noGrp="1"/>
          </p:cNvSpPr>
          <p:nvPr>
            <p:ph type="body" idx="1"/>
          </p:nvPr>
        </p:nvSpPr>
        <p:spPr>
          <a:xfrm>
            <a:off x="628650" y="1370013"/>
            <a:ext cx="7886700" cy="3262312"/>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x">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492619-2D5E-0112-8B00-F2936A68A9D2}"/>
              </a:ext>
            </a:extLst>
          </p:cNvPr>
          <p:cNvSpPr>
            <a:spLocks noGrp="1"/>
          </p:cNvSpPr>
          <p:nvPr>
            <p:ph type="title"/>
          </p:nvPr>
        </p:nvSpPr>
        <p:spPr>
          <a:xfrm>
            <a:off x="628650" y="274638"/>
            <a:ext cx="7886700" cy="993775"/>
          </a:xfrm>
          <a:prstGeom prst="rect">
            <a:avLst/>
          </a:prstGeom>
        </p:spPr>
        <p:txBody>
          <a:bodyPr/>
          <a:lstStyle/>
          <a:p>
            <a:r>
              <a:rPr lang="en-US"/>
              <a:t>Click to edit Master title style</a:t>
            </a:r>
          </a:p>
        </p:txBody>
      </p:sp>
      <p:sp>
        <p:nvSpPr>
          <p:cNvPr id="3" name="Text Placeholder 2">
            <a:extLst>
              <a:ext uri="{FF2B5EF4-FFF2-40B4-BE49-F238E27FC236}">
                <a16:creationId xmlns:a16="http://schemas.microsoft.com/office/drawing/2014/main" id="{DACCCAE8-69CA-EF3C-AD84-192424FA8802}"/>
              </a:ext>
            </a:extLst>
          </p:cNvPr>
          <p:cNvSpPr>
            <a:spLocks noGrp="1"/>
          </p:cNvSpPr>
          <p:nvPr>
            <p:ph type="body" idx="1"/>
          </p:nvPr>
        </p:nvSpPr>
        <p:spPr>
          <a:xfrm>
            <a:off x="628650" y="1370013"/>
            <a:ext cx="7886700" cy="3262312"/>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x">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7AFACC-51D1-C61C-2F16-D79B04D3BC56}"/>
              </a:ext>
            </a:extLst>
          </p:cNvPr>
          <p:cNvSpPr>
            <a:spLocks noGrp="1"/>
          </p:cNvSpPr>
          <p:nvPr>
            <p:ph type="title"/>
          </p:nvPr>
        </p:nvSpPr>
        <p:spPr>
          <a:xfrm>
            <a:off x="628650" y="274638"/>
            <a:ext cx="7886700" cy="993775"/>
          </a:xfrm>
          <a:prstGeom prst="rect">
            <a:avLst/>
          </a:prstGeom>
        </p:spPr>
        <p:txBody>
          <a:bodyPr/>
          <a:lstStyle/>
          <a:p>
            <a:r>
              <a:rPr lang="en-US"/>
              <a:t>Click to edit Master title style</a:t>
            </a:r>
          </a:p>
        </p:txBody>
      </p:sp>
      <p:sp>
        <p:nvSpPr>
          <p:cNvPr id="3" name="Text Placeholder 2">
            <a:extLst>
              <a:ext uri="{FF2B5EF4-FFF2-40B4-BE49-F238E27FC236}">
                <a16:creationId xmlns:a16="http://schemas.microsoft.com/office/drawing/2014/main" id="{41B985D6-3FB7-3B79-BA17-172341E6AA70}"/>
              </a:ext>
            </a:extLst>
          </p:cNvPr>
          <p:cNvSpPr>
            <a:spLocks noGrp="1"/>
          </p:cNvSpPr>
          <p:nvPr>
            <p:ph type="body" idx="1"/>
          </p:nvPr>
        </p:nvSpPr>
        <p:spPr>
          <a:xfrm>
            <a:off x="628650" y="1370013"/>
            <a:ext cx="7886700" cy="3262312"/>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x">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D5C74C-77EF-A506-9197-3798B2998062}"/>
              </a:ext>
            </a:extLst>
          </p:cNvPr>
          <p:cNvSpPr>
            <a:spLocks noGrp="1"/>
          </p:cNvSpPr>
          <p:nvPr>
            <p:ph type="title"/>
          </p:nvPr>
        </p:nvSpPr>
        <p:spPr>
          <a:xfrm>
            <a:off x="628650" y="274638"/>
            <a:ext cx="7886700" cy="993775"/>
          </a:xfrm>
          <a:prstGeom prst="rect">
            <a:avLst/>
          </a:prstGeom>
        </p:spPr>
        <p:txBody>
          <a:bodyPr/>
          <a:lstStyle/>
          <a:p>
            <a:r>
              <a:rPr lang="en-US"/>
              <a:t>Click to edit Master title style</a:t>
            </a:r>
          </a:p>
        </p:txBody>
      </p:sp>
      <p:sp>
        <p:nvSpPr>
          <p:cNvPr id="3" name="Text Placeholder 2">
            <a:extLst>
              <a:ext uri="{FF2B5EF4-FFF2-40B4-BE49-F238E27FC236}">
                <a16:creationId xmlns:a16="http://schemas.microsoft.com/office/drawing/2014/main" id="{BBA51748-3D58-ABF8-3AD2-F5961B9D430E}"/>
              </a:ext>
            </a:extLst>
          </p:cNvPr>
          <p:cNvSpPr>
            <a:spLocks noGrp="1"/>
          </p:cNvSpPr>
          <p:nvPr>
            <p:ph type="body" idx="1"/>
          </p:nvPr>
        </p:nvSpPr>
        <p:spPr>
          <a:xfrm>
            <a:off x="628650" y="1370013"/>
            <a:ext cx="7886700" cy="3262312"/>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x">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7FA28D-D3D8-C256-E9BC-E47B5B5D1B12}"/>
              </a:ext>
            </a:extLst>
          </p:cNvPr>
          <p:cNvSpPr>
            <a:spLocks noGrp="1"/>
          </p:cNvSpPr>
          <p:nvPr>
            <p:ph type="title"/>
          </p:nvPr>
        </p:nvSpPr>
        <p:spPr>
          <a:xfrm>
            <a:off x="628650" y="274638"/>
            <a:ext cx="7886700" cy="993775"/>
          </a:xfrm>
          <a:prstGeom prst="rect">
            <a:avLst/>
          </a:prstGeom>
        </p:spPr>
        <p:txBody>
          <a:bodyPr/>
          <a:lstStyle/>
          <a:p>
            <a:r>
              <a:rPr lang="en-US"/>
              <a:t>Click to edit Master title style</a:t>
            </a:r>
          </a:p>
        </p:txBody>
      </p:sp>
      <p:sp>
        <p:nvSpPr>
          <p:cNvPr id="3" name="Text Placeholder 2">
            <a:extLst>
              <a:ext uri="{FF2B5EF4-FFF2-40B4-BE49-F238E27FC236}">
                <a16:creationId xmlns:a16="http://schemas.microsoft.com/office/drawing/2014/main" id="{D909A748-6E70-0652-B8F6-6DECFE33F9A1}"/>
              </a:ext>
            </a:extLst>
          </p:cNvPr>
          <p:cNvSpPr>
            <a:spLocks noGrp="1"/>
          </p:cNvSpPr>
          <p:nvPr>
            <p:ph type="body" idx="1"/>
          </p:nvPr>
        </p:nvSpPr>
        <p:spPr>
          <a:xfrm>
            <a:off x="628650" y="1370013"/>
            <a:ext cx="7886700" cy="3262312"/>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tx">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18F8FC-E00F-FA95-F9D4-4D6F26188A64}"/>
              </a:ext>
            </a:extLst>
          </p:cNvPr>
          <p:cNvSpPr>
            <a:spLocks noGrp="1"/>
          </p:cNvSpPr>
          <p:nvPr>
            <p:ph type="title"/>
          </p:nvPr>
        </p:nvSpPr>
        <p:spPr>
          <a:xfrm>
            <a:off x="628650" y="274638"/>
            <a:ext cx="7886700" cy="993775"/>
          </a:xfrm>
          <a:prstGeom prst="rect">
            <a:avLst/>
          </a:prstGeom>
        </p:spPr>
        <p:txBody>
          <a:bodyPr/>
          <a:lstStyle/>
          <a:p>
            <a:r>
              <a:rPr lang="en-US"/>
              <a:t>Click to edit Master title style</a:t>
            </a:r>
          </a:p>
        </p:txBody>
      </p:sp>
      <p:sp>
        <p:nvSpPr>
          <p:cNvPr id="3" name="Text Placeholder 2">
            <a:extLst>
              <a:ext uri="{FF2B5EF4-FFF2-40B4-BE49-F238E27FC236}">
                <a16:creationId xmlns:a16="http://schemas.microsoft.com/office/drawing/2014/main" id="{EC885F3A-147B-77CA-4BD7-4F53CC2C09FE}"/>
              </a:ext>
            </a:extLst>
          </p:cNvPr>
          <p:cNvSpPr>
            <a:spLocks noGrp="1"/>
          </p:cNvSpPr>
          <p:nvPr>
            <p:ph type="body" idx="1"/>
          </p:nvPr>
        </p:nvSpPr>
        <p:spPr>
          <a:xfrm>
            <a:off x="628650" y="1370013"/>
            <a:ext cx="7886700" cy="3262312"/>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tx">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799225-709B-488F-213D-D0B61FB524D3}"/>
              </a:ext>
            </a:extLst>
          </p:cNvPr>
          <p:cNvSpPr>
            <a:spLocks noGrp="1"/>
          </p:cNvSpPr>
          <p:nvPr>
            <p:ph type="title"/>
          </p:nvPr>
        </p:nvSpPr>
        <p:spPr>
          <a:xfrm>
            <a:off x="628650" y="274638"/>
            <a:ext cx="7886700" cy="993775"/>
          </a:xfrm>
          <a:prstGeom prst="rect">
            <a:avLst/>
          </a:prstGeom>
        </p:spPr>
        <p:txBody>
          <a:bodyPr/>
          <a:lstStyle/>
          <a:p>
            <a:r>
              <a:rPr lang="en-US"/>
              <a:t>Click to edit Master title style</a:t>
            </a:r>
          </a:p>
        </p:txBody>
      </p:sp>
      <p:sp>
        <p:nvSpPr>
          <p:cNvPr id="3" name="Text Placeholder 2">
            <a:extLst>
              <a:ext uri="{FF2B5EF4-FFF2-40B4-BE49-F238E27FC236}">
                <a16:creationId xmlns:a16="http://schemas.microsoft.com/office/drawing/2014/main" id="{03195DE3-58BD-4D2D-FC5D-B9356D987344}"/>
              </a:ext>
            </a:extLst>
          </p:cNvPr>
          <p:cNvSpPr>
            <a:spLocks noGrp="1"/>
          </p:cNvSpPr>
          <p:nvPr>
            <p:ph type="body" idx="1"/>
          </p:nvPr>
        </p:nvSpPr>
        <p:spPr>
          <a:xfrm>
            <a:off x="628650" y="1370013"/>
            <a:ext cx="7886700" cy="3262312"/>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1FF666-F6F4-52D5-E490-EF7717D644FA}"/>
              </a:ext>
            </a:extLst>
          </p:cNvPr>
          <p:cNvSpPr>
            <a:spLocks noGrp="1"/>
          </p:cNvSpPr>
          <p:nvPr>
            <p:ph type="title"/>
          </p:nvPr>
        </p:nvSpPr>
        <p:spPr>
          <a:xfrm>
            <a:off x="628650" y="274638"/>
            <a:ext cx="7886700" cy="993775"/>
          </a:xfrm>
          <a:prstGeom prst="rect">
            <a:avLst/>
          </a:prstGeom>
        </p:spPr>
        <p:txBody>
          <a:bodyPr/>
          <a:lstStyle/>
          <a:p>
            <a:r>
              <a:rPr lang="en-US"/>
              <a:t>Click to edit Master title style</a:t>
            </a:r>
          </a:p>
        </p:txBody>
      </p:sp>
      <p:sp>
        <p:nvSpPr>
          <p:cNvPr id="3" name="Text Placeholder 2">
            <a:extLst>
              <a:ext uri="{FF2B5EF4-FFF2-40B4-BE49-F238E27FC236}">
                <a16:creationId xmlns:a16="http://schemas.microsoft.com/office/drawing/2014/main" id="{DE07B8F4-E7FA-CEFE-6C64-D08E13748B6C}"/>
              </a:ext>
            </a:extLst>
          </p:cNvPr>
          <p:cNvSpPr>
            <a:spLocks noGrp="1"/>
          </p:cNvSpPr>
          <p:nvPr>
            <p:ph type="body" idx="1"/>
          </p:nvPr>
        </p:nvSpPr>
        <p:spPr>
          <a:xfrm>
            <a:off x="628650" y="1370013"/>
            <a:ext cx="7886700" cy="3262312"/>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x">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E1EF42-1096-42ED-6A28-DE772E9C8AE3}"/>
              </a:ext>
            </a:extLst>
          </p:cNvPr>
          <p:cNvSpPr>
            <a:spLocks noGrp="1"/>
          </p:cNvSpPr>
          <p:nvPr>
            <p:ph type="title"/>
          </p:nvPr>
        </p:nvSpPr>
        <p:spPr>
          <a:xfrm>
            <a:off x="628650" y="274638"/>
            <a:ext cx="7886700" cy="993775"/>
          </a:xfrm>
          <a:prstGeom prst="rect">
            <a:avLst/>
          </a:prstGeom>
        </p:spPr>
        <p:txBody>
          <a:bodyPr/>
          <a:lstStyle/>
          <a:p>
            <a:r>
              <a:rPr lang="en-US"/>
              <a:t>Click to edit Master title style</a:t>
            </a:r>
          </a:p>
        </p:txBody>
      </p:sp>
      <p:sp>
        <p:nvSpPr>
          <p:cNvPr id="3" name="Text Placeholder 2">
            <a:extLst>
              <a:ext uri="{FF2B5EF4-FFF2-40B4-BE49-F238E27FC236}">
                <a16:creationId xmlns:a16="http://schemas.microsoft.com/office/drawing/2014/main" id="{1F116593-23FF-5C0D-1CE4-E6CCB6CCBAE0}"/>
              </a:ext>
            </a:extLst>
          </p:cNvPr>
          <p:cNvSpPr>
            <a:spLocks noGrp="1"/>
          </p:cNvSpPr>
          <p:nvPr>
            <p:ph type="body" idx="1"/>
          </p:nvPr>
        </p:nvSpPr>
        <p:spPr>
          <a:xfrm>
            <a:off x="628650" y="1370013"/>
            <a:ext cx="7886700" cy="3262312"/>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x">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C70394-60E3-192A-E06E-E9A04F452602}"/>
              </a:ext>
            </a:extLst>
          </p:cNvPr>
          <p:cNvSpPr>
            <a:spLocks noGrp="1"/>
          </p:cNvSpPr>
          <p:nvPr>
            <p:ph type="title"/>
          </p:nvPr>
        </p:nvSpPr>
        <p:spPr>
          <a:xfrm>
            <a:off x="628650" y="274638"/>
            <a:ext cx="7886700" cy="993775"/>
          </a:xfrm>
          <a:prstGeom prst="rect">
            <a:avLst/>
          </a:prstGeom>
        </p:spPr>
        <p:txBody>
          <a:bodyPr/>
          <a:lstStyle/>
          <a:p>
            <a:r>
              <a:rPr lang="en-US"/>
              <a:t>Click to edit Master title style</a:t>
            </a:r>
          </a:p>
        </p:txBody>
      </p:sp>
      <p:sp>
        <p:nvSpPr>
          <p:cNvPr id="3" name="Text Placeholder 2">
            <a:extLst>
              <a:ext uri="{FF2B5EF4-FFF2-40B4-BE49-F238E27FC236}">
                <a16:creationId xmlns:a16="http://schemas.microsoft.com/office/drawing/2014/main" id="{AE0118F1-3C52-6496-5D2E-6122E8EE4E93}"/>
              </a:ext>
            </a:extLst>
          </p:cNvPr>
          <p:cNvSpPr>
            <a:spLocks noGrp="1"/>
          </p:cNvSpPr>
          <p:nvPr>
            <p:ph type="body" idx="1"/>
          </p:nvPr>
        </p:nvSpPr>
        <p:spPr>
          <a:xfrm>
            <a:off x="628650" y="1370013"/>
            <a:ext cx="7886700" cy="3262312"/>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x">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4B9D76-5243-A5D0-0354-4B919519DC6A}"/>
              </a:ext>
            </a:extLst>
          </p:cNvPr>
          <p:cNvSpPr>
            <a:spLocks noGrp="1"/>
          </p:cNvSpPr>
          <p:nvPr>
            <p:ph type="title"/>
          </p:nvPr>
        </p:nvSpPr>
        <p:spPr>
          <a:xfrm>
            <a:off x="628650" y="274638"/>
            <a:ext cx="7886700" cy="993775"/>
          </a:xfrm>
          <a:prstGeom prst="rect">
            <a:avLst/>
          </a:prstGeom>
        </p:spPr>
        <p:txBody>
          <a:bodyPr/>
          <a:lstStyle/>
          <a:p>
            <a:r>
              <a:rPr lang="en-US"/>
              <a:t>Click to edit Master title style</a:t>
            </a:r>
          </a:p>
        </p:txBody>
      </p:sp>
      <p:sp>
        <p:nvSpPr>
          <p:cNvPr id="3" name="Text Placeholder 2">
            <a:extLst>
              <a:ext uri="{FF2B5EF4-FFF2-40B4-BE49-F238E27FC236}">
                <a16:creationId xmlns:a16="http://schemas.microsoft.com/office/drawing/2014/main" id="{294D99B5-8D40-9AAC-4395-6609DEFDD512}"/>
              </a:ext>
            </a:extLst>
          </p:cNvPr>
          <p:cNvSpPr>
            <a:spLocks noGrp="1"/>
          </p:cNvSpPr>
          <p:nvPr>
            <p:ph type="body" idx="1"/>
          </p:nvPr>
        </p:nvSpPr>
        <p:spPr>
          <a:xfrm>
            <a:off x="628650" y="1370013"/>
            <a:ext cx="7886700" cy="3262312"/>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x">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3E98D7-6CCE-9FA7-3023-F19416FDAD40}"/>
              </a:ext>
            </a:extLst>
          </p:cNvPr>
          <p:cNvSpPr>
            <a:spLocks noGrp="1"/>
          </p:cNvSpPr>
          <p:nvPr>
            <p:ph type="title"/>
          </p:nvPr>
        </p:nvSpPr>
        <p:spPr>
          <a:xfrm>
            <a:off x="628650" y="274638"/>
            <a:ext cx="7886700" cy="993775"/>
          </a:xfrm>
          <a:prstGeom prst="rect">
            <a:avLst/>
          </a:prstGeom>
        </p:spPr>
        <p:txBody>
          <a:bodyPr/>
          <a:lstStyle/>
          <a:p>
            <a:r>
              <a:rPr lang="en-US"/>
              <a:t>Click to edit Master title style</a:t>
            </a:r>
          </a:p>
        </p:txBody>
      </p:sp>
      <p:sp>
        <p:nvSpPr>
          <p:cNvPr id="3" name="Text Placeholder 2">
            <a:extLst>
              <a:ext uri="{FF2B5EF4-FFF2-40B4-BE49-F238E27FC236}">
                <a16:creationId xmlns:a16="http://schemas.microsoft.com/office/drawing/2014/main" id="{129053EF-B6C8-4E81-7D01-02215A60E787}"/>
              </a:ext>
            </a:extLst>
          </p:cNvPr>
          <p:cNvSpPr>
            <a:spLocks noGrp="1"/>
          </p:cNvSpPr>
          <p:nvPr>
            <p:ph type="body" idx="1"/>
          </p:nvPr>
        </p:nvSpPr>
        <p:spPr>
          <a:xfrm>
            <a:off x="628650" y="1370013"/>
            <a:ext cx="7886700" cy="3262312"/>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x">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08C880-C79E-2587-CB3E-9BA27EAD38F7}"/>
              </a:ext>
            </a:extLst>
          </p:cNvPr>
          <p:cNvSpPr>
            <a:spLocks noGrp="1"/>
          </p:cNvSpPr>
          <p:nvPr>
            <p:ph type="title"/>
          </p:nvPr>
        </p:nvSpPr>
        <p:spPr>
          <a:xfrm>
            <a:off x="628650" y="274638"/>
            <a:ext cx="7886700" cy="993775"/>
          </a:xfrm>
          <a:prstGeom prst="rect">
            <a:avLst/>
          </a:prstGeom>
        </p:spPr>
        <p:txBody>
          <a:bodyPr/>
          <a:lstStyle/>
          <a:p>
            <a:r>
              <a:rPr lang="en-US"/>
              <a:t>Click to edit Master title style</a:t>
            </a:r>
          </a:p>
        </p:txBody>
      </p:sp>
      <p:sp>
        <p:nvSpPr>
          <p:cNvPr id="3" name="Text Placeholder 2">
            <a:extLst>
              <a:ext uri="{FF2B5EF4-FFF2-40B4-BE49-F238E27FC236}">
                <a16:creationId xmlns:a16="http://schemas.microsoft.com/office/drawing/2014/main" id="{13CE8163-D69F-13C7-C6F6-4A79544565F6}"/>
              </a:ext>
            </a:extLst>
          </p:cNvPr>
          <p:cNvSpPr>
            <a:spLocks noGrp="1"/>
          </p:cNvSpPr>
          <p:nvPr>
            <p:ph type="body" idx="1"/>
          </p:nvPr>
        </p:nvSpPr>
        <p:spPr>
          <a:xfrm>
            <a:off x="628650" y="1370013"/>
            <a:ext cx="7886700" cy="3262312"/>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x">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F0BDB8-A18C-879C-B639-EF2D1BF96D50}"/>
              </a:ext>
            </a:extLst>
          </p:cNvPr>
          <p:cNvSpPr>
            <a:spLocks noGrp="1"/>
          </p:cNvSpPr>
          <p:nvPr>
            <p:ph type="title"/>
          </p:nvPr>
        </p:nvSpPr>
        <p:spPr>
          <a:xfrm>
            <a:off x="628650" y="274638"/>
            <a:ext cx="7886700" cy="993775"/>
          </a:xfrm>
          <a:prstGeom prst="rect">
            <a:avLst/>
          </a:prstGeom>
        </p:spPr>
        <p:txBody>
          <a:bodyPr/>
          <a:lstStyle/>
          <a:p>
            <a:r>
              <a:rPr lang="en-US"/>
              <a:t>Click to edit Master title style</a:t>
            </a:r>
          </a:p>
        </p:txBody>
      </p:sp>
      <p:sp>
        <p:nvSpPr>
          <p:cNvPr id="3" name="Text Placeholder 2">
            <a:extLst>
              <a:ext uri="{FF2B5EF4-FFF2-40B4-BE49-F238E27FC236}">
                <a16:creationId xmlns:a16="http://schemas.microsoft.com/office/drawing/2014/main" id="{9A49BA78-C2DE-AF42-082A-3A8C30DADB50}"/>
              </a:ext>
            </a:extLst>
          </p:cNvPr>
          <p:cNvSpPr>
            <a:spLocks noGrp="1"/>
          </p:cNvSpPr>
          <p:nvPr>
            <p:ph type="body" idx="1"/>
          </p:nvPr>
        </p:nvSpPr>
        <p:spPr>
          <a:xfrm>
            <a:off x="628650" y="1370013"/>
            <a:ext cx="7886700" cy="3262312"/>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x">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22D355-F1C9-D3ED-7088-70AC38170C95}"/>
              </a:ext>
            </a:extLst>
          </p:cNvPr>
          <p:cNvSpPr>
            <a:spLocks noGrp="1"/>
          </p:cNvSpPr>
          <p:nvPr>
            <p:ph type="title"/>
          </p:nvPr>
        </p:nvSpPr>
        <p:spPr>
          <a:xfrm>
            <a:off x="628650" y="274638"/>
            <a:ext cx="7886700" cy="993775"/>
          </a:xfrm>
          <a:prstGeom prst="rect">
            <a:avLst/>
          </a:prstGeom>
        </p:spPr>
        <p:txBody>
          <a:bodyPr/>
          <a:lstStyle/>
          <a:p>
            <a:r>
              <a:rPr lang="en-US"/>
              <a:t>Click to edit Master title style</a:t>
            </a:r>
          </a:p>
        </p:txBody>
      </p:sp>
      <p:sp>
        <p:nvSpPr>
          <p:cNvPr id="3" name="Text Placeholder 2">
            <a:extLst>
              <a:ext uri="{FF2B5EF4-FFF2-40B4-BE49-F238E27FC236}">
                <a16:creationId xmlns:a16="http://schemas.microsoft.com/office/drawing/2014/main" id="{269DC4A8-010B-4EC0-8EF8-19ACC8D1E91A}"/>
              </a:ext>
            </a:extLst>
          </p:cNvPr>
          <p:cNvSpPr>
            <a:spLocks noGrp="1"/>
          </p:cNvSpPr>
          <p:nvPr>
            <p:ph type="body" idx="1"/>
          </p:nvPr>
        </p:nvSpPr>
        <p:spPr>
          <a:xfrm>
            <a:off x="628650" y="1370013"/>
            <a:ext cx="7886700" cy="3262312"/>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tx">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A88DBA-E24A-30CD-B768-CFB62B08BC25}"/>
              </a:ext>
            </a:extLst>
          </p:cNvPr>
          <p:cNvSpPr>
            <a:spLocks noGrp="1"/>
          </p:cNvSpPr>
          <p:nvPr>
            <p:ph type="title"/>
          </p:nvPr>
        </p:nvSpPr>
        <p:spPr>
          <a:xfrm>
            <a:off x="628650" y="274638"/>
            <a:ext cx="7886700" cy="993775"/>
          </a:xfrm>
          <a:prstGeom prst="rect">
            <a:avLst/>
          </a:prstGeom>
        </p:spPr>
        <p:txBody>
          <a:bodyPr/>
          <a:lstStyle/>
          <a:p>
            <a:r>
              <a:rPr lang="en-US"/>
              <a:t>Click to edit Master title style</a:t>
            </a:r>
          </a:p>
        </p:txBody>
      </p:sp>
      <p:sp>
        <p:nvSpPr>
          <p:cNvPr id="3" name="Text Placeholder 2">
            <a:extLst>
              <a:ext uri="{FF2B5EF4-FFF2-40B4-BE49-F238E27FC236}">
                <a16:creationId xmlns:a16="http://schemas.microsoft.com/office/drawing/2014/main" id="{C1CDA2EF-B30B-8829-00AA-CFF103EB5C8B}"/>
              </a:ext>
            </a:extLst>
          </p:cNvPr>
          <p:cNvSpPr>
            <a:spLocks noGrp="1"/>
          </p:cNvSpPr>
          <p:nvPr>
            <p:ph type="body" idx="1"/>
          </p:nvPr>
        </p:nvSpPr>
        <p:spPr>
          <a:xfrm>
            <a:off x="628650" y="1370013"/>
            <a:ext cx="7886700" cy="3262312"/>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tx">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F8AFFE-7932-64A9-43E4-129234F76C7D}"/>
              </a:ext>
            </a:extLst>
          </p:cNvPr>
          <p:cNvSpPr>
            <a:spLocks noGrp="1"/>
          </p:cNvSpPr>
          <p:nvPr>
            <p:ph type="title"/>
          </p:nvPr>
        </p:nvSpPr>
        <p:spPr>
          <a:xfrm>
            <a:off x="628650" y="274638"/>
            <a:ext cx="7886700" cy="993775"/>
          </a:xfrm>
          <a:prstGeom prst="rect">
            <a:avLst/>
          </a:prstGeom>
        </p:spPr>
        <p:txBody>
          <a:bodyPr/>
          <a:lstStyle/>
          <a:p>
            <a:r>
              <a:rPr lang="en-US"/>
              <a:t>Click to edit Master title style</a:t>
            </a:r>
          </a:p>
        </p:txBody>
      </p:sp>
      <p:sp>
        <p:nvSpPr>
          <p:cNvPr id="3" name="Text Placeholder 2">
            <a:extLst>
              <a:ext uri="{FF2B5EF4-FFF2-40B4-BE49-F238E27FC236}">
                <a16:creationId xmlns:a16="http://schemas.microsoft.com/office/drawing/2014/main" id="{032E2465-0475-9DDE-95F3-DF3607BC8A1E}"/>
              </a:ext>
            </a:extLst>
          </p:cNvPr>
          <p:cNvSpPr>
            <a:spLocks noGrp="1"/>
          </p:cNvSpPr>
          <p:nvPr>
            <p:ph type="body" idx="1"/>
          </p:nvPr>
        </p:nvSpPr>
        <p:spPr>
          <a:xfrm>
            <a:off x="628650" y="1370013"/>
            <a:ext cx="7886700" cy="3262312"/>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tx">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E8BF28-29B2-401C-61BA-7062D9075609}"/>
              </a:ext>
            </a:extLst>
          </p:cNvPr>
          <p:cNvSpPr>
            <a:spLocks noGrp="1"/>
          </p:cNvSpPr>
          <p:nvPr>
            <p:ph type="title"/>
          </p:nvPr>
        </p:nvSpPr>
        <p:spPr>
          <a:xfrm>
            <a:off x="628650" y="274638"/>
            <a:ext cx="7886700" cy="993775"/>
          </a:xfrm>
          <a:prstGeom prst="rect">
            <a:avLst/>
          </a:prstGeom>
        </p:spPr>
        <p:txBody>
          <a:bodyPr/>
          <a:lstStyle/>
          <a:p>
            <a:r>
              <a:rPr lang="en-US"/>
              <a:t>Click to edit Master title style</a:t>
            </a:r>
          </a:p>
        </p:txBody>
      </p:sp>
      <p:sp>
        <p:nvSpPr>
          <p:cNvPr id="3" name="Text Placeholder 2">
            <a:extLst>
              <a:ext uri="{FF2B5EF4-FFF2-40B4-BE49-F238E27FC236}">
                <a16:creationId xmlns:a16="http://schemas.microsoft.com/office/drawing/2014/main" id="{98758CE6-90CC-F6D2-451D-618DE42452B4}"/>
              </a:ext>
            </a:extLst>
          </p:cNvPr>
          <p:cNvSpPr>
            <a:spLocks noGrp="1"/>
          </p:cNvSpPr>
          <p:nvPr>
            <p:ph type="body" idx="1"/>
          </p:nvPr>
        </p:nvSpPr>
        <p:spPr>
          <a:xfrm>
            <a:off x="628650" y="1370013"/>
            <a:ext cx="7886700" cy="3262312"/>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blank" preserve="1">
  <p:cSld name="CUSTOM_8_1">
    <p:spTree>
      <p:nvGrpSpPr>
        <p:cNvPr id="1" name=""/>
        <p:cNvGrpSpPr/>
        <p:nvPr/>
      </p:nvGrpSpPr>
      <p:grpSpPr>
        <a:xfrm>
          <a:off x="0" y="0"/>
          <a:ext cx="0" cy="0"/>
          <a:chOff x="0" y="0"/>
          <a:chExt cx="0" cy="0"/>
        </a:xfrm>
      </p:grpSpPr>
      <p:sp>
        <p:nvSpPr>
          <p:cNvPr id="96" name="Google Shape;231;p24"/>
          <p:cNvSpPr/>
          <p:nvPr/>
        </p:nvSpPr>
        <p:spPr>
          <a:xfrm>
            <a:off x="6309000" y="2486880"/>
            <a:ext cx="4242960" cy="4242960"/>
          </a:xfrm>
          <a:prstGeom prst="ellipse">
            <a:avLst/>
          </a:prstGeom>
          <a:solidFill>
            <a:schemeClr val="dk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nvGrpSpPr>
          <p:cNvPr id="97" name="Google Shape;232;p24"/>
          <p:cNvGrpSpPr/>
          <p:nvPr/>
        </p:nvGrpSpPr>
        <p:grpSpPr>
          <a:xfrm>
            <a:off x="-69480" y="539280"/>
            <a:ext cx="9455400" cy="4069080"/>
            <a:chOff x="-69480" y="539280"/>
            <a:chExt cx="9455400" cy="4069080"/>
          </a:xfrm>
        </p:grpSpPr>
        <p:grpSp>
          <p:nvGrpSpPr>
            <p:cNvPr id="98" name="Google Shape;233;p24"/>
            <p:cNvGrpSpPr/>
            <p:nvPr/>
          </p:nvGrpSpPr>
          <p:grpSpPr>
            <a:xfrm>
              <a:off x="713160" y="539640"/>
              <a:ext cx="8672760" cy="4068720"/>
              <a:chOff x="713160" y="539640"/>
              <a:chExt cx="8672760" cy="4068720"/>
            </a:xfrm>
          </p:grpSpPr>
          <p:sp>
            <p:nvSpPr>
              <p:cNvPr id="99" name="Google Shape;234;p24"/>
              <p:cNvSpPr/>
              <p:nvPr/>
            </p:nvSpPr>
            <p:spPr>
              <a:xfrm>
                <a:off x="713160" y="539640"/>
                <a:ext cx="7717320" cy="4068720"/>
              </a:xfrm>
              <a:prstGeom prst="rect">
                <a:avLst/>
              </a:prstGeom>
              <a:noFill/>
              <a:ln w="19050">
                <a:solidFill>
                  <a:srgbClr val="333333"/>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cxnSp>
            <p:nvCxnSpPr>
              <p:cNvPr id="100" name="Google Shape;235;p24"/>
              <p:cNvCxnSpPr/>
              <p:nvPr/>
            </p:nvCxnSpPr>
            <p:spPr>
              <a:xfrm>
                <a:off x="8407440" y="4608360"/>
                <a:ext cx="978840" cy="360"/>
              </a:xfrm>
              <a:prstGeom prst="straightConnector1">
                <a:avLst/>
              </a:prstGeom>
              <a:ln w="19050">
                <a:solidFill>
                  <a:srgbClr val="333333"/>
                </a:solidFill>
                <a:round/>
              </a:ln>
            </p:spPr>
          </p:cxnSp>
        </p:grpSp>
        <p:cxnSp>
          <p:nvCxnSpPr>
            <p:cNvPr id="101" name="Google Shape;236;p24"/>
            <p:cNvCxnSpPr/>
            <p:nvPr/>
          </p:nvCxnSpPr>
          <p:spPr>
            <a:xfrm flipH="1">
              <a:off x="-69480" y="539280"/>
              <a:ext cx="789120" cy="360"/>
            </a:xfrm>
            <a:prstGeom prst="straightConnector1">
              <a:avLst/>
            </a:prstGeom>
            <a:ln w="19050">
              <a:solidFill>
                <a:srgbClr val="333333"/>
              </a:solidFill>
              <a:round/>
            </a:ln>
          </p:spPr>
        </p:cxnSp>
      </p:grpSp>
      <p:sp>
        <p:nvSpPr>
          <p:cNvPr id="102" name="PlaceHolder 1"/>
          <p:cNvSpPr>
            <a:spLocks noGrp="1"/>
          </p:cNvSpPr>
          <p:nvPr>
            <p:ph type="title"/>
          </p:nvPr>
        </p:nvSpPr>
        <p:spPr>
          <a:xfrm>
            <a:off x="707400" y="539640"/>
            <a:ext cx="4050720" cy="768600"/>
          </a:xfrm>
          <a:prstGeom prst="rect">
            <a:avLst/>
          </a:prstGeom>
          <a:solidFill>
            <a:schemeClr val="dk1"/>
          </a:solidFill>
          <a:ln w="0">
            <a:noFill/>
          </a:ln>
        </p:spPr>
        <p:txBody>
          <a:bodyPr lIns="91440" tIns="91440" rIns="91440" bIns="91440" anchor="ctr">
            <a:noAutofit/>
          </a:bodyPr>
          <a:lstStyle/>
          <a:p>
            <a:pPr indent="0">
              <a:lnSpc>
                <a:spcPct val="115000"/>
              </a:lnSpc>
              <a:buNone/>
            </a:pPr>
            <a:r>
              <a:rPr lang="fr-FR" sz="3700" b="0" u="none" strike="noStrike">
                <a:solidFill>
                  <a:schemeClr val="lt1"/>
                </a:solidFill>
                <a:effectLst/>
                <a:uFillTx/>
                <a:latin typeface="Figtree Black"/>
                <a:ea typeface="Figtree Black"/>
              </a:rPr>
              <a:t>xx%</a:t>
            </a:r>
            <a:endParaRPr lang="fr-FR" sz="3700" b="0" u="none" strike="noStrike">
              <a:solidFill>
                <a:schemeClr val="dk1"/>
              </a:solidFill>
              <a:effectLst/>
              <a:uFillTx/>
              <a:latin typeface="Arial"/>
            </a:endParaRPr>
          </a:p>
        </p:txBody>
      </p:sp>
      <p:sp>
        <p:nvSpPr>
          <p:cNvPr id="103" name="PlaceHolder 2"/>
          <p:cNvSpPr>
            <a:spLocks noGrp="1"/>
          </p:cNvSpPr>
          <p:nvPr>
            <p:ph type="title"/>
          </p:nvPr>
        </p:nvSpPr>
        <p:spPr>
          <a:xfrm>
            <a:off x="707400" y="1901520"/>
            <a:ext cx="4050720" cy="768600"/>
          </a:xfrm>
          <a:prstGeom prst="rect">
            <a:avLst/>
          </a:prstGeom>
          <a:solidFill>
            <a:schemeClr val="dk1"/>
          </a:solidFill>
          <a:ln w="0">
            <a:noFill/>
          </a:ln>
        </p:spPr>
        <p:txBody>
          <a:bodyPr lIns="91440" tIns="91440" rIns="91440" bIns="91440" anchor="ctr">
            <a:noAutofit/>
          </a:bodyPr>
          <a:lstStyle/>
          <a:p>
            <a:pPr indent="0">
              <a:lnSpc>
                <a:spcPct val="115000"/>
              </a:lnSpc>
              <a:buNone/>
            </a:pPr>
            <a:r>
              <a:rPr lang="fr-FR" sz="3700" b="0" u="none" strike="noStrike">
                <a:solidFill>
                  <a:schemeClr val="lt1"/>
                </a:solidFill>
                <a:effectLst/>
                <a:uFillTx/>
                <a:latin typeface="Figtree Black"/>
                <a:ea typeface="Figtree Black"/>
              </a:rPr>
              <a:t>xx%</a:t>
            </a:r>
            <a:endParaRPr lang="fr-FR" sz="3700" b="0" u="none" strike="noStrike">
              <a:solidFill>
                <a:schemeClr val="dk1"/>
              </a:solidFill>
              <a:effectLst/>
              <a:uFillTx/>
              <a:latin typeface="Arial"/>
            </a:endParaRPr>
          </a:p>
        </p:txBody>
      </p:sp>
      <p:sp>
        <p:nvSpPr>
          <p:cNvPr id="104" name="PlaceHolder 3"/>
          <p:cNvSpPr>
            <a:spLocks noGrp="1"/>
          </p:cNvSpPr>
          <p:nvPr>
            <p:ph type="title"/>
          </p:nvPr>
        </p:nvSpPr>
        <p:spPr>
          <a:xfrm>
            <a:off x="707400" y="3263040"/>
            <a:ext cx="4050720" cy="768600"/>
          </a:xfrm>
          <a:prstGeom prst="rect">
            <a:avLst/>
          </a:prstGeom>
          <a:solidFill>
            <a:schemeClr val="dk1"/>
          </a:solidFill>
          <a:ln w="0">
            <a:noFill/>
          </a:ln>
        </p:spPr>
        <p:txBody>
          <a:bodyPr lIns="91440" tIns="91440" rIns="91440" bIns="91440" anchor="ctr">
            <a:noAutofit/>
          </a:bodyPr>
          <a:lstStyle/>
          <a:p>
            <a:pPr indent="0">
              <a:lnSpc>
                <a:spcPct val="115000"/>
              </a:lnSpc>
              <a:buNone/>
            </a:pPr>
            <a:r>
              <a:rPr lang="fr-FR" sz="3700" b="0" u="none" strike="noStrike">
                <a:solidFill>
                  <a:schemeClr val="lt1"/>
                </a:solidFill>
                <a:effectLst/>
                <a:uFillTx/>
                <a:latin typeface="Figtree Black"/>
                <a:ea typeface="Figtree Black"/>
              </a:rPr>
              <a:t>xx%</a:t>
            </a:r>
            <a:endParaRPr lang="fr-FR" sz="3700" b="0" u="none" strike="noStrike">
              <a:solidFill>
                <a:schemeClr val="dk1"/>
              </a:solidFill>
              <a:effectLst/>
              <a:uFillTx/>
              <a:latin typeface="Arial"/>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blank" preserve="1">
  <p:cSld name="CUSTOM_7">
    <p:spTree>
      <p:nvGrpSpPr>
        <p:cNvPr id="1" name=""/>
        <p:cNvGrpSpPr/>
        <p:nvPr/>
      </p:nvGrpSpPr>
      <p:grpSpPr>
        <a:xfrm>
          <a:off x="0" y="0"/>
          <a:ext cx="0" cy="0"/>
          <a:chOff x="0" y="0"/>
          <a:chExt cx="0" cy="0"/>
        </a:xfrm>
      </p:grpSpPr>
      <p:sp>
        <p:nvSpPr>
          <p:cNvPr id="124" name="Google Shape;267;p28"/>
          <p:cNvSpPr/>
          <p:nvPr/>
        </p:nvSpPr>
        <p:spPr>
          <a:xfrm>
            <a:off x="8240760" y="4204440"/>
            <a:ext cx="1861200" cy="1861200"/>
          </a:xfrm>
          <a:prstGeom prst="ellipse">
            <a:avLst/>
          </a:prstGeom>
          <a:solidFill>
            <a:schemeClr val="dk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nvGrpSpPr>
          <p:cNvPr id="125" name="Google Shape;268;p28"/>
          <p:cNvGrpSpPr/>
          <p:nvPr/>
        </p:nvGrpSpPr>
        <p:grpSpPr>
          <a:xfrm>
            <a:off x="232200" y="-49320"/>
            <a:ext cx="8678880" cy="5250600"/>
            <a:chOff x="232200" y="-49320"/>
            <a:chExt cx="8678880" cy="5250600"/>
          </a:xfrm>
        </p:grpSpPr>
        <p:sp>
          <p:nvSpPr>
            <p:cNvPr id="126" name="Google Shape;269;p28"/>
            <p:cNvSpPr/>
            <p:nvPr/>
          </p:nvSpPr>
          <p:spPr>
            <a:xfrm>
              <a:off x="232200" y="232920"/>
              <a:ext cx="8678520" cy="4684320"/>
            </a:xfrm>
            <a:prstGeom prst="rect">
              <a:avLst/>
            </a:prstGeom>
            <a:noFill/>
            <a:ln w="19050">
              <a:solidFill>
                <a:srgbClr val="333333"/>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nvGrpSpPr>
            <p:cNvPr id="127" name="Google Shape;270;p28"/>
            <p:cNvGrpSpPr/>
            <p:nvPr/>
          </p:nvGrpSpPr>
          <p:grpSpPr>
            <a:xfrm>
              <a:off x="232200" y="-49320"/>
              <a:ext cx="8678880" cy="5250600"/>
              <a:chOff x="232200" y="-49320"/>
              <a:chExt cx="8678880" cy="5250600"/>
            </a:xfrm>
          </p:grpSpPr>
          <p:cxnSp>
            <p:nvCxnSpPr>
              <p:cNvPr id="128" name="Google Shape;271;p28"/>
              <p:cNvCxnSpPr/>
              <p:nvPr/>
            </p:nvCxnSpPr>
            <p:spPr>
              <a:xfrm flipV="1">
                <a:off x="232200" y="-49320"/>
                <a:ext cx="360" cy="284040"/>
              </a:xfrm>
              <a:prstGeom prst="straightConnector1">
                <a:avLst/>
              </a:prstGeom>
              <a:ln w="19050">
                <a:solidFill>
                  <a:srgbClr val="333333"/>
                </a:solidFill>
                <a:round/>
              </a:ln>
            </p:spPr>
          </p:cxnSp>
          <p:cxnSp>
            <p:nvCxnSpPr>
              <p:cNvPr id="129" name="Google Shape;272;p28"/>
              <p:cNvCxnSpPr/>
              <p:nvPr/>
            </p:nvCxnSpPr>
            <p:spPr>
              <a:xfrm flipV="1">
                <a:off x="8911080" y="4917240"/>
                <a:ext cx="360" cy="284400"/>
              </a:xfrm>
              <a:prstGeom prst="straightConnector1">
                <a:avLst/>
              </a:prstGeom>
              <a:ln w="19050">
                <a:solidFill>
                  <a:srgbClr val="333333"/>
                </a:solidFill>
                <a:round/>
              </a:ln>
            </p:spPr>
          </p:cxnSp>
        </p:grpSp>
      </p:gr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blank" preserve="1">
  <p:cSld name="CUSTOM_8">
    <p:spTree>
      <p:nvGrpSpPr>
        <p:cNvPr id="1" name=""/>
        <p:cNvGrpSpPr/>
        <p:nvPr/>
      </p:nvGrpSpPr>
      <p:grpSpPr>
        <a:xfrm>
          <a:off x="0" y="0"/>
          <a:ext cx="0" cy="0"/>
          <a:chOff x="0" y="0"/>
          <a:chExt cx="0" cy="0"/>
        </a:xfrm>
      </p:grpSpPr>
      <p:sp>
        <p:nvSpPr>
          <p:cNvPr id="130" name="Google Shape;274;p29"/>
          <p:cNvSpPr/>
          <p:nvPr/>
        </p:nvSpPr>
        <p:spPr>
          <a:xfrm>
            <a:off x="8142120" y="-886680"/>
            <a:ext cx="1861200" cy="1861200"/>
          </a:xfrm>
          <a:prstGeom prst="ellipse">
            <a:avLst/>
          </a:prstGeom>
          <a:solidFill>
            <a:schemeClr val="dk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nvGrpSpPr>
          <p:cNvPr id="131" name="Google Shape;275;p29"/>
          <p:cNvGrpSpPr/>
          <p:nvPr/>
        </p:nvGrpSpPr>
        <p:grpSpPr>
          <a:xfrm>
            <a:off x="232200" y="232560"/>
            <a:ext cx="9045000" cy="4975560"/>
            <a:chOff x="232200" y="232560"/>
            <a:chExt cx="9045000" cy="4975560"/>
          </a:xfrm>
        </p:grpSpPr>
        <p:sp>
          <p:nvSpPr>
            <p:cNvPr id="132" name="Google Shape;276;p29"/>
            <p:cNvSpPr/>
            <p:nvPr/>
          </p:nvSpPr>
          <p:spPr>
            <a:xfrm>
              <a:off x="232200" y="232920"/>
              <a:ext cx="8678520" cy="4684320"/>
            </a:xfrm>
            <a:prstGeom prst="rect">
              <a:avLst/>
            </a:prstGeom>
            <a:noFill/>
            <a:ln w="19050">
              <a:solidFill>
                <a:srgbClr val="333333"/>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cxnSp>
          <p:nvCxnSpPr>
            <p:cNvPr id="133" name="Google Shape;277;p29"/>
            <p:cNvCxnSpPr/>
            <p:nvPr/>
          </p:nvCxnSpPr>
          <p:spPr>
            <a:xfrm>
              <a:off x="8911080" y="232560"/>
              <a:ext cx="366480" cy="360"/>
            </a:xfrm>
            <a:prstGeom prst="straightConnector1">
              <a:avLst/>
            </a:prstGeom>
            <a:ln w="19050">
              <a:solidFill>
                <a:srgbClr val="333333"/>
              </a:solidFill>
              <a:round/>
            </a:ln>
          </p:spPr>
        </p:cxnSp>
        <p:cxnSp>
          <p:nvCxnSpPr>
            <p:cNvPr id="134" name="Google Shape;278;p29"/>
            <p:cNvCxnSpPr/>
            <p:nvPr/>
          </p:nvCxnSpPr>
          <p:spPr>
            <a:xfrm>
              <a:off x="232200" y="4917240"/>
              <a:ext cx="1440" cy="291240"/>
            </a:xfrm>
            <a:prstGeom prst="straightConnector1">
              <a:avLst/>
            </a:prstGeom>
            <a:ln w="19050">
              <a:solidFill>
                <a:srgbClr val="333333"/>
              </a:solidFill>
              <a:round/>
            </a:ln>
          </p:spPr>
        </p:cxnSp>
      </p:gr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tx">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8C8C16-D7C2-380C-0953-6B0655C97497}"/>
              </a:ext>
            </a:extLst>
          </p:cNvPr>
          <p:cNvSpPr>
            <a:spLocks noGrp="1"/>
          </p:cNvSpPr>
          <p:nvPr>
            <p:ph type="title"/>
          </p:nvPr>
        </p:nvSpPr>
        <p:spPr>
          <a:xfrm>
            <a:off x="628650" y="274638"/>
            <a:ext cx="7886700" cy="993775"/>
          </a:xfrm>
          <a:prstGeom prst="rect">
            <a:avLst/>
          </a:prstGeom>
        </p:spPr>
        <p:txBody>
          <a:bodyPr/>
          <a:lstStyle/>
          <a:p>
            <a:r>
              <a:rPr lang="en-US"/>
              <a:t>Click to edit Master title style</a:t>
            </a:r>
          </a:p>
        </p:txBody>
      </p:sp>
      <p:sp>
        <p:nvSpPr>
          <p:cNvPr id="3" name="Text Placeholder 2">
            <a:extLst>
              <a:ext uri="{FF2B5EF4-FFF2-40B4-BE49-F238E27FC236}">
                <a16:creationId xmlns:a16="http://schemas.microsoft.com/office/drawing/2014/main" id="{2E1AEC2A-6A59-B555-30BC-FDEA2E2706BE}"/>
              </a:ext>
            </a:extLst>
          </p:cNvPr>
          <p:cNvSpPr>
            <a:spLocks noGrp="1"/>
          </p:cNvSpPr>
          <p:nvPr>
            <p:ph type="body" idx="1"/>
          </p:nvPr>
        </p:nvSpPr>
        <p:spPr>
          <a:xfrm>
            <a:off x="628650" y="1370013"/>
            <a:ext cx="7886700" cy="3262312"/>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blank" preserve="1">
  <p:cSld name="CAPTION_ONLY">
    <p:spTree>
      <p:nvGrpSpPr>
        <p:cNvPr id="1" name=""/>
        <p:cNvGrpSpPr/>
        <p:nvPr/>
      </p:nvGrpSpPr>
      <p:grpSpPr>
        <a:xfrm>
          <a:off x="0" y="0"/>
          <a:ext cx="0" cy="0"/>
          <a:chOff x="0" y="0"/>
          <a:chExt cx="0" cy="0"/>
        </a:xfrm>
      </p:grpSpPr>
      <p:sp>
        <p:nvSpPr>
          <p:cNvPr id="175" name="PlaceHolder 1"/>
          <p:cNvSpPr>
            <a:spLocks noGrp="1"/>
          </p:cNvSpPr>
          <p:nvPr>
            <p:ph type="body"/>
          </p:nvPr>
        </p:nvSpPr>
        <p:spPr>
          <a:xfrm>
            <a:off x="0" y="0"/>
            <a:ext cx="9143640" cy="5143320"/>
          </a:xfrm>
          <a:prstGeom prst="rect">
            <a:avLst/>
          </a:prstGeom>
          <a:noFill/>
          <a:ln w="0">
            <a:noFill/>
          </a:ln>
        </p:spPr>
        <p:txBody>
          <a:bodyPr lIns="90000" tIns="45000" rIns="90000" bIns="45000" anchor="t">
            <a:normAutofit/>
          </a:bodyPr>
          <a:lstStyle/>
          <a:p>
            <a:pPr marL="432000" indent="-324000">
              <a:spcBef>
                <a:spcPts val="1417"/>
              </a:spcBef>
              <a:buClr>
                <a:srgbClr val="000000"/>
              </a:buClr>
              <a:buSzPct val="45000"/>
              <a:buFont typeface="Wingdings" charset="2"/>
              <a:buChar char=""/>
            </a:pPr>
            <a:r>
              <a:rPr lang="fr-FR" sz="1800" b="0" u="none" strike="noStrike">
                <a:solidFill>
                  <a:srgbClr val="000000"/>
                </a:solidFill>
                <a:effectLst/>
                <a:uFillTx/>
                <a:latin typeface="Arial"/>
              </a:rPr>
              <a:t>Click to edit the outline text format</a:t>
            </a:r>
          </a:p>
          <a:p>
            <a:pPr marL="864000" lvl="1" indent="-324000">
              <a:spcBef>
                <a:spcPts val="1134"/>
              </a:spcBef>
              <a:buClr>
                <a:srgbClr val="000000"/>
              </a:buClr>
              <a:buSzPct val="75000"/>
              <a:buFont typeface="Symbol" charset="2"/>
              <a:buChar char=""/>
            </a:pPr>
            <a:r>
              <a:rPr lang="fr-FR" sz="1800" b="0" u="none" strike="noStrike">
                <a:solidFill>
                  <a:srgbClr val="000000"/>
                </a:solidFill>
                <a:effectLst/>
                <a:uFillTx/>
                <a:latin typeface="Arial"/>
              </a:rPr>
              <a:t>Second Outline Level</a:t>
            </a:r>
          </a:p>
          <a:p>
            <a:pPr marL="1296000" lvl="2" indent="-288000">
              <a:spcBef>
                <a:spcPts val="850"/>
              </a:spcBef>
              <a:buClr>
                <a:srgbClr val="000000"/>
              </a:buClr>
              <a:buSzPct val="45000"/>
              <a:buFont typeface="Wingdings" charset="2"/>
              <a:buChar char=""/>
            </a:pPr>
            <a:r>
              <a:rPr lang="fr-FR" sz="1800" b="0" u="none" strike="noStrike">
                <a:solidFill>
                  <a:srgbClr val="000000"/>
                </a:solidFill>
                <a:effectLst/>
                <a:uFillTx/>
                <a:latin typeface="Arial"/>
              </a:rPr>
              <a:t>Third Outline Level</a:t>
            </a:r>
          </a:p>
          <a:p>
            <a:pPr marL="1728000" lvl="3" indent="-216000">
              <a:spcBef>
                <a:spcPts val="567"/>
              </a:spcBef>
              <a:buClr>
                <a:srgbClr val="000000"/>
              </a:buClr>
              <a:buSzPct val="75000"/>
              <a:buFont typeface="Symbol" charset="2"/>
              <a:buChar char=""/>
            </a:pPr>
            <a:r>
              <a:rPr lang="fr-FR" sz="1800" b="0" u="none" strike="noStrike">
                <a:solidFill>
                  <a:srgbClr val="000000"/>
                </a:solidFill>
                <a:effectLst/>
                <a:uFillTx/>
                <a:latin typeface="Arial"/>
              </a:rPr>
              <a:t>Fourth Outline Level</a:t>
            </a:r>
          </a:p>
          <a:p>
            <a:pPr marL="2160000" lvl="4" indent="-216000">
              <a:spcBef>
                <a:spcPts val="283"/>
              </a:spcBef>
              <a:buClr>
                <a:srgbClr val="000000"/>
              </a:buClr>
              <a:buSzPct val="45000"/>
              <a:buFont typeface="Wingdings" charset="2"/>
              <a:buChar char=""/>
            </a:pPr>
            <a:r>
              <a:rPr lang="fr-FR" sz="1800" b="0" u="none" strike="noStrike">
                <a:solidFill>
                  <a:srgbClr val="000000"/>
                </a:solidFill>
                <a:effectLst/>
                <a:uFillTx/>
                <a:latin typeface="Arial"/>
              </a:rPr>
              <a:t>Fifth Outline Level</a:t>
            </a:r>
          </a:p>
          <a:p>
            <a:pPr marL="2592000" lvl="5" indent="-216000">
              <a:spcBef>
                <a:spcPts val="283"/>
              </a:spcBef>
              <a:buClr>
                <a:srgbClr val="000000"/>
              </a:buClr>
              <a:buSzPct val="45000"/>
              <a:buFont typeface="Wingdings" charset="2"/>
              <a:buChar char=""/>
            </a:pPr>
            <a:r>
              <a:rPr lang="fr-FR" sz="1800" b="0" u="none" strike="noStrike">
                <a:solidFill>
                  <a:srgbClr val="000000"/>
                </a:solidFill>
                <a:effectLst/>
                <a:uFillTx/>
                <a:latin typeface="Arial"/>
              </a:rPr>
              <a:t>Sixth Outline Level</a:t>
            </a:r>
          </a:p>
          <a:p>
            <a:pPr marL="3024000" lvl="6" indent="-216000">
              <a:spcBef>
                <a:spcPts val="283"/>
              </a:spcBef>
              <a:buClr>
                <a:srgbClr val="000000"/>
              </a:buClr>
              <a:buSzPct val="45000"/>
              <a:buFont typeface="Wingdings" charset="2"/>
              <a:buChar char=""/>
            </a:pPr>
            <a:r>
              <a:rPr lang="fr-FR" sz="1800" b="0" u="none" strike="noStrike">
                <a:solidFill>
                  <a:srgbClr val="000000"/>
                </a:solidFill>
                <a:effectLst/>
                <a:uFillTx/>
                <a:latin typeface="Arial"/>
              </a:rPr>
              <a:t>Seventh Outline Level</a:t>
            </a:r>
          </a:p>
        </p:txBody>
      </p:sp>
      <p:sp>
        <p:nvSpPr>
          <p:cNvPr id="176" name="PlaceHolder 2"/>
          <p:cNvSpPr>
            <a:spLocks noGrp="1"/>
          </p:cNvSpPr>
          <p:nvPr>
            <p:ph type="title"/>
          </p:nvPr>
        </p:nvSpPr>
        <p:spPr>
          <a:xfrm>
            <a:off x="720000" y="4045320"/>
            <a:ext cx="7710480" cy="563040"/>
          </a:xfrm>
          <a:prstGeom prst="rect">
            <a:avLst/>
          </a:prstGeom>
          <a:solidFill>
            <a:schemeClr val="lt1"/>
          </a:solidFill>
          <a:ln w="9360">
            <a:solidFill>
              <a:schemeClr val="dk1"/>
            </a:solidFill>
            <a:round/>
          </a:ln>
        </p:spPr>
        <p:txBody>
          <a:bodyPr lIns="91440" tIns="91440" rIns="91440" bIns="91440" anchor="ctr">
            <a:noAutofit/>
          </a:bodyPr>
          <a:lstStyle/>
          <a:p>
            <a:pPr indent="0">
              <a:buNone/>
            </a:pPr>
            <a:r>
              <a:rPr lang="fr-FR" sz="2800" b="0" u="none" strike="noStrike">
                <a:solidFill>
                  <a:schemeClr val="dk1"/>
                </a:solidFill>
                <a:effectLst/>
                <a:uFillTx/>
                <a:latin typeface="Arial"/>
              </a:rPr>
              <a:t>Click to edit the title text format</a:t>
            </a: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tx">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1D0BC5-78BC-460A-4348-EDB11A688AC7}"/>
              </a:ext>
            </a:extLst>
          </p:cNvPr>
          <p:cNvSpPr>
            <a:spLocks noGrp="1"/>
          </p:cNvSpPr>
          <p:nvPr>
            <p:ph type="title"/>
          </p:nvPr>
        </p:nvSpPr>
        <p:spPr>
          <a:xfrm>
            <a:off x="628650" y="274638"/>
            <a:ext cx="7886700" cy="993775"/>
          </a:xfrm>
          <a:prstGeom prst="rect">
            <a:avLst/>
          </a:prstGeom>
        </p:spPr>
        <p:txBody>
          <a:bodyPr/>
          <a:lstStyle/>
          <a:p>
            <a:r>
              <a:rPr lang="en-US"/>
              <a:t>Click to edit Master title style</a:t>
            </a:r>
          </a:p>
        </p:txBody>
      </p:sp>
      <p:sp>
        <p:nvSpPr>
          <p:cNvPr id="3" name="Text Placeholder 2">
            <a:extLst>
              <a:ext uri="{FF2B5EF4-FFF2-40B4-BE49-F238E27FC236}">
                <a16:creationId xmlns:a16="http://schemas.microsoft.com/office/drawing/2014/main" id="{E77894A6-CB9B-1A73-1D2B-4D5573C0CDE8}"/>
              </a:ext>
            </a:extLst>
          </p:cNvPr>
          <p:cNvSpPr>
            <a:spLocks noGrp="1"/>
          </p:cNvSpPr>
          <p:nvPr>
            <p:ph type="body" idx="1"/>
          </p:nvPr>
        </p:nvSpPr>
        <p:spPr>
          <a:xfrm>
            <a:off x="628650" y="1370013"/>
            <a:ext cx="7886700" cy="3262312"/>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tx">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578E16-5E73-41C4-78C6-8E23FDF36575}"/>
              </a:ext>
            </a:extLst>
          </p:cNvPr>
          <p:cNvSpPr>
            <a:spLocks noGrp="1"/>
          </p:cNvSpPr>
          <p:nvPr>
            <p:ph type="title"/>
          </p:nvPr>
        </p:nvSpPr>
        <p:spPr>
          <a:xfrm>
            <a:off x="628650" y="274638"/>
            <a:ext cx="7886700" cy="993775"/>
          </a:xfrm>
          <a:prstGeom prst="rect">
            <a:avLst/>
          </a:prstGeom>
        </p:spPr>
        <p:txBody>
          <a:bodyPr/>
          <a:lstStyle/>
          <a:p>
            <a:r>
              <a:rPr lang="en-US"/>
              <a:t>Click to edit Master title style</a:t>
            </a:r>
          </a:p>
        </p:txBody>
      </p:sp>
      <p:sp>
        <p:nvSpPr>
          <p:cNvPr id="3" name="Text Placeholder 2">
            <a:extLst>
              <a:ext uri="{FF2B5EF4-FFF2-40B4-BE49-F238E27FC236}">
                <a16:creationId xmlns:a16="http://schemas.microsoft.com/office/drawing/2014/main" id="{75005136-E736-69EE-D14B-81AE106A8760}"/>
              </a:ext>
            </a:extLst>
          </p:cNvPr>
          <p:cNvSpPr>
            <a:spLocks noGrp="1"/>
          </p:cNvSpPr>
          <p:nvPr>
            <p:ph type="body" idx="1"/>
          </p:nvPr>
        </p:nvSpPr>
        <p:spPr>
          <a:xfrm>
            <a:off x="628650" y="1370013"/>
            <a:ext cx="7886700" cy="3262312"/>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tx">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A7BA7B-5711-CF65-3911-2B3F5C3316E3}"/>
              </a:ext>
            </a:extLst>
          </p:cNvPr>
          <p:cNvSpPr>
            <a:spLocks noGrp="1"/>
          </p:cNvSpPr>
          <p:nvPr>
            <p:ph type="title"/>
          </p:nvPr>
        </p:nvSpPr>
        <p:spPr>
          <a:xfrm>
            <a:off x="628650" y="274638"/>
            <a:ext cx="7886700" cy="993775"/>
          </a:xfrm>
          <a:prstGeom prst="rect">
            <a:avLst/>
          </a:prstGeom>
        </p:spPr>
        <p:txBody>
          <a:bodyPr/>
          <a:lstStyle/>
          <a:p>
            <a:r>
              <a:rPr lang="en-US"/>
              <a:t>Click to edit Master title style</a:t>
            </a:r>
          </a:p>
        </p:txBody>
      </p:sp>
      <p:sp>
        <p:nvSpPr>
          <p:cNvPr id="3" name="Text Placeholder 2">
            <a:extLst>
              <a:ext uri="{FF2B5EF4-FFF2-40B4-BE49-F238E27FC236}">
                <a16:creationId xmlns:a16="http://schemas.microsoft.com/office/drawing/2014/main" id="{499DFF00-ED55-CC16-5C1A-0ABB14EDBEE5}"/>
              </a:ext>
            </a:extLst>
          </p:cNvPr>
          <p:cNvSpPr>
            <a:spLocks noGrp="1"/>
          </p:cNvSpPr>
          <p:nvPr>
            <p:ph type="body" idx="1"/>
          </p:nvPr>
        </p:nvSpPr>
        <p:spPr>
          <a:xfrm>
            <a:off x="628650" y="1370013"/>
            <a:ext cx="7886700" cy="3262312"/>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tx">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E7709D-475B-2DA4-E510-F4D1D7619409}"/>
              </a:ext>
            </a:extLst>
          </p:cNvPr>
          <p:cNvSpPr>
            <a:spLocks noGrp="1"/>
          </p:cNvSpPr>
          <p:nvPr>
            <p:ph type="title"/>
          </p:nvPr>
        </p:nvSpPr>
        <p:spPr>
          <a:xfrm>
            <a:off x="628650" y="274638"/>
            <a:ext cx="7886700" cy="993775"/>
          </a:xfrm>
          <a:prstGeom prst="rect">
            <a:avLst/>
          </a:prstGeom>
        </p:spPr>
        <p:txBody>
          <a:bodyPr/>
          <a:lstStyle/>
          <a:p>
            <a:r>
              <a:rPr lang="en-US"/>
              <a:t>Click to edit Master title style</a:t>
            </a:r>
          </a:p>
        </p:txBody>
      </p:sp>
      <p:sp>
        <p:nvSpPr>
          <p:cNvPr id="3" name="Text Placeholder 2">
            <a:extLst>
              <a:ext uri="{FF2B5EF4-FFF2-40B4-BE49-F238E27FC236}">
                <a16:creationId xmlns:a16="http://schemas.microsoft.com/office/drawing/2014/main" id="{7878DCCB-0E99-AAC9-A353-F0A53E1E41DD}"/>
              </a:ext>
            </a:extLst>
          </p:cNvPr>
          <p:cNvSpPr>
            <a:spLocks noGrp="1"/>
          </p:cNvSpPr>
          <p:nvPr>
            <p:ph type="body" idx="1"/>
          </p:nvPr>
        </p:nvSpPr>
        <p:spPr>
          <a:xfrm>
            <a:off x="628650" y="1370013"/>
            <a:ext cx="7886700" cy="3262312"/>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tx">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2DA8E2-1B56-6817-3318-FCC1A9FBDB63}"/>
              </a:ext>
            </a:extLst>
          </p:cNvPr>
          <p:cNvSpPr>
            <a:spLocks noGrp="1"/>
          </p:cNvSpPr>
          <p:nvPr>
            <p:ph type="title"/>
          </p:nvPr>
        </p:nvSpPr>
        <p:spPr>
          <a:xfrm>
            <a:off x="628650" y="274638"/>
            <a:ext cx="7886700" cy="993775"/>
          </a:xfrm>
          <a:prstGeom prst="rect">
            <a:avLst/>
          </a:prstGeom>
        </p:spPr>
        <p:txBody>
          <a:bodyPr/>
          <a:lstStyle/>
          <a:p>
            <a:r>
              <a:rPr lang="en-US"/>
              <a:t>Click to edit Master title style</a:t>
            </a:r>
          </a:p>
        </p:txBody>
      </p:sp>
      <p:sp>
        <p:nvSpPr>
          <p:cNvPr id="3" name="Text Placeholder 2">
            <a:extLst>
              <a:ext uri="{FF2B5EF4-FFF2-40B4-BE49-F238E27FC236}">
                <a16:creationId xmlns:a16="http://schemas.microsoft.com/office/drawing/2014/main" id="{D1AA2EAA-5517-EC7A-B447-FB2E1A6AAA76}"/>
              </a:ext>
            </a:extLst>
          </p:cNvPr>
          <p:cNvSpPr>
            <a:spLocks noGrp="1"/>
          </p:cNvSpPr>
          <p:nvPr>
            <p:ph type="body" idx="1"/>
          </p:nvPr>
        </p:nvSpPr>
        <p:spPr>
          <a:xfrm>
            <a:off x="628650" y="1370013"/>
            <a:ext cx="7886700" cy="3262312"/>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tx">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E99C41-35E8-F4F5-CD66-44BCDD2B8483}"/>
              </a:ext>
            </a:extLst>
          </p:cNvPr>
          <p:cNvSpPr>
            <a:spLocks noGrp="1"/>
          </p:cNvSpPr>
          <p:nvPr>
            <p:ph type="title"/>
          </p:nvPr>
        </p:nvSpPr>
        <p:spPr>
          <a:xfrm>
            <a:off x="628650" y="274638"/>
            <a:ext cx="7886700" cy="993775"/>
          </a:xfrm>
          <a:prstGeom prst="rect">
            <a:avLst/>
          </a:prstGeom>
        </p:spPr>
        <p:txBody>
          <a:bodyPr/>
          <a:lstStyle/>
          <a:p>
            <a:r>
              <a:rPr lang="en-US"/>
              <a:t>Click to edit Master title style</a:t>
            </a:r>
          </a:p>
        </p:txBody>
      </p:sp>
      <p:sp>
        <p:nvSpPr>
          <p:cNvPr id="3" name="Text Placeholder 2">
            <a:extLst>
              <a:ext uri="{FF2B5EF4-FFF2-40B4-BE49-F238E27FC236}">
                <a16:creationId xmlns:a16="http://schemas.microsoft.com/office/drawing/2014/main" id="{4B9EE049-6955-D961-F313-ECE89E0FA60E}"/>
              </a:ext>
            </a:extLst>
          </p:cNvPr>
          <p:cNvSpPr>
            <a:spLocks noGrp="1"/>
          </p:cNvSpPr>
          <p:nvPr>
            <p:ph type="body" idx="1"/>
          </p:nvPr>
        </p:nvSpPr>
        <p:spPr>
          <a:xfrm>
            <a:off x="628650" y="1370013"/>
            <a:ext cx="7886700" cy="3262312"/>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tx">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E52BCD-6925-3386-B07B-39691D8A509A}"/>
              </a:ext>
            </a:extLst>
          </p:cNvPr>
          <p:cNvSpPr>
            <a:spLocks noGrp="1"/>
          </p:cNvSpPr>
          <p:nvPr>
            <p:ph type="title"/>
          </p:nvPr>
        </p:nvSpPr>
        <p:spPr>
          <a:xfrm>
            <a:off x="628650" y="274638"/>
            <a:ext cx="7886700" cy="993775"/>
          </a:xfrm>
          <a:prstGeom prst="rect">
            <a:avLst/>
          </a:prstGeom>
        </p:spPr>
        <p:txBody>
          <a:bodyPr/>
          <a:lstStyle/>
          <a:p>
            <a:r>
              <a:rPr lang="en-US"/>
              <a:t>Click to edit Master title style</a:t>
            </a:r>
          </a:p>
        </p:txBody>
      </p:sp>
      <p:sp>
        <p:nvSpPr>
          <p:cNvPr id="3" name="Text Placeholder 2">
            <a:extLst>
              <a:ext uri="{FF2B5EF4-FFF2-40B4-BE49-F238E27FC236}">
                <a16:creationId xmlns:a16="http://schemas.microsoft.com/office/drawing/2014/main" id="{C7B0BEFD-091B-93D7-3354-285D0CCD1A5F}"/>
              </a:ext>
            </a:extLst>
          </p:cNvPr>
          <p:cNvSpPr>
            <a:spLocks noGrp="1"/>
          </p:cNvSpPr>
          <p:nvPr>
            <p:ph type="body" idx="1"/>
          </p:nvPr>
        </p:nvSpPr>
        <p:spPr>
          <a:xfrm>
            <a:off x="628650" y="1370013"/>
            <a:ext cx="7886700" cy="3262312"/>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tx">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9EFC94-ABF9-A413-0BFE-ABF6DB4D0AB7}"/>
              </a:ext>
            </a:extLst>
          </p:cNvPr>
          <p:cNvSpPr>
            <a:spLocks noGrp="1"/>
          </p:cNvSpPr>
          <p:nvPr>
            <p:ph type="title"/>
          </p:nvPr>
        </p:nvSpPr>
        <p:spPr>
          <a:xfrm>
            <a:off x="628650" y="274638"/>
            <a:ext cx="7886700" cy="993775"/>
          </a:xfrm>
          <a:prstGeom prst="rect">
            <a:avLst/>
          </a:prstGeom>
        </p:spPr>
        <p:txBody>
          <a:bodyPr/>
          <a:lstStyle/>
          <a:p>
            <a:r>
              <a:rPr lang="en-US"/>
              <a:t>Click to edit Master title style</a:t>
            </a:r>
          </a:p>
        </p:txBody>
      </p:sp>
      <p:sp>
        <p:nvSpPr>
          <p:cNvPr id="3" name="Text Placeholder 2">
            <a:extLst>
              <a:ext uri="{FF2B5EF4-FFF2-40B4-BE49-F238E27FC236}">
                <a16:creationId xmlns:a16="http://schemas.microsoft.com/office/drawing/2014/main" id="{16AD1E0E-CDB8-F733-2289-03D80BE7379D}"/>
              </a:ext>
            </a:extLst>
          </p:cNvPr>
          <p:cNvSpPr>
            <a:spLocks noGrp="1"/>
          </p:cNvSpPr>
          <p:nvPr>
            <p:ph type="body" idx="1"/>
          </p:nvPr>
        </p:nvSpPr>
        <p:spPr>
          <a:xfrm>
            <a:off x="628650" y="1370013"/>
            <a:ext cx="7886700" cy="3262312"/>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tx">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5BE3B4-CCAE-BB61-73E7-5317964673B7}"/>
              </a:ext>
            </a:extLst>
          </p:cNvPr>
          <p:cNvSpPr>
            <a:spLocks noGrp="1"/>
          </p:cNvSpPr>
          <p:nvPr>
            <p:ph type="title"/>
          </p:nvPr>
        </p:nvSpPr>
        <p:spPr>
          <a:xfrm>
            <a:off x="628650" y="274638"/>
            <a:ext cx="7886700" cy="993775"/>
          </a:xfrm>
          <a:prstGeom prst="rect">
            <a:avLst/>
          </a:prstGeom>
        </p:spPr>
        <p:txBody>
          <a:bodyPr/>
          <a:lstStyle/>
          <a:p>
            <a:r>
              <a:rPr lang="en-US"/>
              <a:t>Click to edit Master title style</a:t>
            </a:r>
          </a:p>
        </p:txBody>
      </p:sp>
      <p:sp>
        <p:nvSpPr>
          <p:cNvPr id="3" name="Text Placeholder 2">
            <a:extLst>
              <a:ext uri="{FF2B5EF4-FFF2-40B4-BE49-F238E27FC236}">
                <a16:creationId xmlns:a16="http://schemas.microsoft.com/office/drawing/2014/main" id="{616F9A26-87E5-3172-7BBA-6092133DDA70}"/>
              </a:ext>
            </a:extLst>
          </p:cNvPr>
          <p:cNvSpPr>
            <a:spLocks noGrp="1"/>
          </p:cNvSpPr>
          <p:nvPr>
            <p:ph type="body" idx="1"/>
          </p:nvPr>
        </p:nvSpPr>
        <p:spPr>
          <a:xfrm>
            <a:off x="628650" y="1370013"/>
            <a:ext cx="7886700" cy="3262312"/>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tx">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4448DF-8690-2342-9153-9C1564455424}"/>
              </a:ext>
            </a:extLst>
          </p:cNvPr>
          <p:cNvSpPr>
            <a:spLocks noGrp="1"/>
          </p:cNvSpPr>
          <p:nvPr>
            <p:ph type="title"/>
          </p:nvPr>
        </p:nvSpPr>
        <p:spPr>
          <a:xfrm>
            <a:off x="628650" y="274638"/>
            <a:ext cx="7886700" cy="993775"/>
          </a:xfrm>
          <a:prstGeom prst="rect">
            <a:avLst/>
          </a:prstGeom>
        </p:spPr>
        <p:txBody>
          <a:bodyPr/>
          <a:lstStyle/>
          <a:p>
            <a:r>
              <a:rPr lang="en-US"/>
              <a:t>Click to edit Master title style</a:t>
            </a:r>
          </a:p>
        </p:txBody>
      </p:sp>
      <p:sp>
        <p:nvSpPr>
          <p:cNvPr id="3" name="Text Placeholder 2">
            <a:extLst>
              <a:ext uri="{FF2B5EF4-FFF2-40B4-BE49-F238E27FC236}">
                <a16:creationId xmlns:a16="http://schemas.microsoft.com/office/drawing/2014/main" id="{24B2FBDE-FF09-B25C-8A4B-C29D07FAE21B}"/>
              </a:ext>
            </a:extLst>
          </p:cNvPr>
          <p:cNvSpPr>
            <a:spLocks noGrp="1"/>
          </p:cNvSpPr>
          <p:nvPr>
            <p:ph type="body" idx="1"/>
          </p:nvPr>
        </p:nvSpPr>
        <p:spPr>
          <a:xfrm>
            <a:off x="628650" y="1370013"/>
            <a:ext cx="7886700" cy="3262312"/>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tx">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F5FBD9-C777-6419-9058-A27436460D04}"/>
              </a:ext>
            </a:extLst>
          </p:cNvPr>
          <p:cNvSpPr>
            <a:spLocks noGrp="1"/>
          </p:cNvSpPr>
          <p:nvPr>
            <p:ph type="title"/>
          </p:nvPr>
        </p:nvSpPr>
        <p:spPr>
          <a:xfrm>
            <a:off x="628650" y="274638"/>
            <a:ext cx="7886700" cy="993775"/>
          </a:xfrm>
          <a:prstGeom prst="rect">
            <a:avLst/>
          </a:prstGeom>
        </p:spPr>
        <p:txBody>
          <a:bodyPr/>
          <a:lstStyle/>
          <a:p>
            <a:r>
              <a:rPr lang="en-US"/>
              <a:t>Click to edit Master title style</a:t>
            </a:r>
          </a:p>
        </p:txBody>
      </p:sp>
      <p:sp>
        <p:nvSpPr>
          <p:cNvPr id="3" name="Text Placeholder 2">
            <a:extLst>
              <a:ext uri="{FF2B5EF4-FFF2-40B4-BE49-F238E27FC236}">
                <a16:creationId xmlns:a16="http://schemas.microsoft.com/office/drawing/2014/main" id="{A04542E5-4485-306B-A428-81BD702DC7C6}"/>
              </a:ext>
            </a:extLst>
          </p:cNvPr>
          <p:cNvSpPr>
            <a:spLocks noGrp="1"/>
          </p:cNvSpPr>
          <p:nvPr>
            <p:ph type="body" idx="1"/>
          </p:nvPr>
        </p:nvSpPr>
        <p:spPr>
          <a:xfrm>
            <a:off x="628650" y="1370013"/>
            <a:ext cx="7886700" cy="3262312"/>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type="tx">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D3365D-4773-E70B-81D0-9FCAB9A8BCC0}"/>
              </a:ext>
            </a:extLst>
          </p:cNvPr>
          <p:cNvSpPr>
            <a:spLocks noGrp="1"/>
          </p:cNvSpPr>
          <p:nvPr>
            <p:ph type="title"/>
          </p:nvPr>
        </p:nvSpPr>
        <p:spPr>
          <a:xfrm>
            <a:off x="628650" y="274638"/>
            <a:ext cx="7886700" cy="993775"/>
          </a:xfrm>
          <a:prstGeom prst="rect">
            <a:avLst/>
          </a:prstGeom>
        </p:spPr>
        <p:txBody>
          <a:bodyPr/>
          <a:lstStyle/>
          <a:p>
            <a:r>
              <a:rPr lang="en-US"/>
              <a:t>Click to edit Master title style</a:t>
            </a:r>
          </a:p>
        </p:txBody>
      </p:sp>
      <p:sp>
        <p:nvSpPr>
          <p:cNvPr id="3" name="Text Placeholder 2">
            <a:extLst>
              <a:ext uri="{FF2B5EF4-FFF2-40B4-BE49-F238E27FC236}">
                <a16:creationId xmlns:a16="http://schemas.microsoft.com/office/drawing/2014/main" id="{7C84CC00-1EA0-8102-FFE6-EF2FAF3CF80F}"/>
              </a:ext>
            </a:extLst>
          </p:cNvPr>
          <p:cNvSpPr>
            <a:spLocks noGrp="1"/>
          </p:cNvSpPr>
          <p:nvPr>
            <p:ph type="body" idx="1"/>
          </p:nvPr>
        </p:nvSpPr>
        <p:spPr>
          <a:xfrm>
            <a:off x="628650" y="1370013"/>
            <a:ext cx="7886700" cy="3262312"/>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tx">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C5C60E-61F7-340F-C765-9EE511CC684F}"/>
              </a:ext>
            </a:extLst>
          </p:cNvPr>
          <p:cNvSpPr>
            <a:spLocks noGrp="1"/>
          </p:cNvSpPr>
          <p:nvPr>
            <p:ph type="title"/>
          </p:nvPr>
        </p:nvSpPr>
        <p:spPr>
          <a:xfrm>
            <a:off x="628650" y="274638"/>
            <a:ext cx="7886700" cy="993775"/>
          </a:xfrm>
          <a:prstGeom prst="rect">
            <a:avLst/>
          </a:prstGeom>
        </p:spPr>
        <p:txBody>
          <a:bodyPr/>
          <a:lstStyle/>
          <a:p>
            <a:r>
              <a:rPr lang="en-US"/>
              <a:t>Click to edit Master title style</a:t>
            </a:r>
          </a:p>
        </p:txBody>
      </p:sp>
      <p:sp>
        <p:nvSpPr>
          <p:cNvPr id="3" name="Text Placeholder 2">
            <a:extLst>
              <a:ext uri="{FF2B5EF4-FFF2-40B4-BE49-F238E27FC236}">
                <a16:creationId xmlns:a16="http://schemas.microsoft.com/office/drawing/2014/main" id="{93B12A80-540A-446C-C964-62EF759A0D80}"/>
              </a:ext>
            </a:extLst>
          </p:cNvPr>
          <p:cNvSpPr>
            <a:spLocks noGrp="1"/>
          </p:cNvSpPr>
          <p:nvPr>
            <p:ph type="body" idx="1"/>
          </p:nvPr>
        </p:nvSpPr>
        <p:spPr>
          <a:xfrm>
            <a:off x="628650" y="1370013"/>
            <a:ext cx="7886700" cy="3262312"/>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type="tx">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52798D-2AC5-0493-344F-7D19C36F147E}"/>
              </a:ext>
            </a:extLst>
          </p:cNvPr>
          <p:cNvSpPr>
            <a:spLocks noGrp="1"/>
          </p:cNvSpPr>
          <p:nvPr>
            <p:ph type="title"/>
          </p:nvPr>
        </p:nvSpPr>
        <p:spPr>
          <a:xfrm>
            <a:off x="628650" y="274638"/>
            <a:ext cx="7886700" cy="993775"/>
          </a:xfrm>
          <a:prstGeom prst="rect">
            <a:avLst/>
          </a:prstGeom>
        </p:spPr>
        <p:txBody>
          <a:bodyPr/>
          <a:lstStyle/>
          <a:p>
            <a:r>
              <a:rPr lang="en-US"/>
              <a:t>Click to edit Master title style</a:t>
            </a:r>
          </a:p>
        </p:txBody>
      </p:sp>
      <p:sp>
        <p:nvSpPr>
          <p:cNvPr id="3" name="Text Placeholder 2">
            <a:extLst>
              <a:ext uri="{FF2B5EF4-FFF2-40B4-BE49-F238E27FC236}">
                <a16:creationId xmlns:a16="http://schemas.microsoft.com/office/drawing/2014/main" id="{CA00AE91-FA31-68C3-308D-02CEC61D5D5F}"/>
              </a:ext>
            </a:extLst>
          </p:cNvPr>
          <p:cNvSpPr>
            <a:spLocks noGrp="1"/>
          </p:cNvSpPr>
          <p:nvPr>
            <p:ph type="body" idx="1"/>
          </p:nvPr>
        </p:nvSpPr>
        <p:spPr>
          <a:xfrm>
            <a:off x="628650" y="1370013"/>
            <a:ext cx="7886700" cy="3262312"/>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type="tx">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AD70EB-F253-9B55-B37A-2BF4A13F19A4}"/>
              </a:ext>
            </a:extLst>
          </p:cNvPr>
          <p:cNvSpPr>
            <a:spLocks noGrp="1"/>
          </p:cNvSpPr>
          <p:nvPr>
            <p:ph type="title"/>
          </p:nvPr>
        </p:nvSpPr>
        <p:spPr>
          <a:xfrm>
            <a:off x="628650" y="274638"/>
            <a:ext cx="7886700" cy="993775"/>
          </a:xfrm>
          <a:prstGeom prst="rect">
            <a:avLst/>
          </a:prstGeom>
        </p:spPr>
        <p:txBody>
          <a:bodyPr/>
          <a:lstStyle/>
          <a:p>
            <a:r>
              <a:rPr lang="en-US"/>
              <a:t>Click to edit Master title style</a:t>
            </a:r>
          </a:p>
        </p:txBody>
      </p:sp>
      <p:sp>
        <p:nvSpPr>
          <p:cNvPr id="3" name="Text Placeholder 2">
            <a:extLst>
              <a:ext uri="{FF2B5EF4-FFF2-40B4-BE49-F238E27FC236}">
                <a16:creationId xmlns:a16="http://schemas.microsoft.com/office/drawing/2014/main" id="{77C56369-61C3-7CB7-10DD-00615B9D1B4D}"/>
              </a:ext>
            </a:extLst>
          </p:cNvPr>
          <p:cNvSpPr>
            <a:spLocks noGrp="1"/>
          </p:cNvSpPr>
          <p:nvPr>
            <p:ph type="body" idx="1"/>
          </p:nvPr>
        </p:nvSpPr>
        <p:spPr>
          <a:xfrm>
            <a:off x="628650" y="1370013"/>
            <a:ext cx="7886700" cy="3262312"/>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type="tx">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52697C-040D-F626-50CD-09F0348FC9BB}"/>
              </a:ext>
            </a:extLst>
          </p:cNvPr>
          <p:cNvSpPr>
            <a:spLocks noGrp="1"/>
          </p:cNvSpPr>
          <p:nvPr>
            <p:ph type="title"/>
          </p:nvPr>
        </p:nvSpPr>
        <p:spPr>
          <a:xfrm>
            <a:off x="628650" y="274638"/>
            <a:ext cx="7886700" cy="993775"/>
          </a:xfrm>
          <a:prstGeom prst="rect">
            <a:avLst/>
          </a:prstGeom>
        </p:spPr>
        <p:txBody>
          <a:bodyPr/>
          <a:lstStyle/>
          <a:p>
            <a:r>
              <a:rPr lang="en-US"/>
              <a:t>Click to edit Master title style</a:t>
            </a:r>
          </a:p>
        </p:txBody>
      </p:sp>
      <p:sp>
        <p:nvSpPr>
          <p:cNvPr id="3" name="Text Placeholder 2">
            <a:extLst>
              <a:ext uri="{FF2B5EF4-FFF2-40B4-BE49-F238E27FC236}">
                <a16:creationId xmlns:a16="http://schemas.microsoft.com/office/drawing/2014/main" id="{FEB70143-AF61-10ED-0B6E-4740F130D633}"/>
              </a:ext>
            </a:extLst>
          </p:cNvPr>
          <p:cNvSpPr>
            <a:spLocks noGrp="1"/>
          </p:cNvSpPr>
          <p:nvPr>
            <p:ph type="body" idx="1"/>
          </p:nvPr>
        </p:nvSpPr>
        <p:spPr>
          <a:xfrm>
            <a:off x="628650" y="1370013"/>
            <a:ext cx="7886700" cy="3262312"/>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type="tx">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47DF04-9882-87EF-764B-887178C7BB88}"/>
              </a:ext>
            </a:extLst>
          </p:cNvPr>
          <p:cNvSpPr>
            <a:spLocks noGrp="1"/>
          </p:cNvSpPr>
          <p:nvPr>
            <p:ph type="title"/>
          </p:nvPr>
        </p:nvSpPr>
        <p:spPr>
          <a:xfrm>
            <a:off x="628650" y="274638"/>
            <a:ext cx="7886700" cy="993775"/>
          </a:xfrm>
          <a:prstGeom prst="rect">
            <a:avLst/>
          </a:prstGeom>
        </p:spPr>
        <p:txBody>
          <a:bodyPr/>
          <a:lstStyle/>
          <a:p>
            <a:r>
              <a:rPr lang="en-US"/>
              <a:t>Click to edit Master title style</a:t>
            </a:r>
          </a:p>
        </p:txBody>
      </p:sp>
      <p:sp>
        <p:nvSpPr>
          <p:cNvPr id="3" name="Text Placeholder 2">
            <a:extLst>
              <a:ext uri="{FF2B5EF4-FFF2-40B4-BE49-F238E27FC236}">
                <a16:creationId xmlns:a16="http://schemas.microsoft.com/office/drawing/2014/main" id="{C5F1E0AF-30F7-D461-C392-81A7BB940CA0}"/>
              </a:ext>
            </a:extLst>
          </p:cNvPr>
          <p:cNvSpPr>
            <a:spLocks noGrp="1"/>
          </p:cNvSpPr>
          <p:nvPr>
            <p:ph type="body" idx="1"/>
          </p:nvPr>
        </p:nvSpPr>
        <p:spPr>
          <a:xfrm>
            <a:off x="628650" y="1370013"/>
            <a:ext cx="7886700" cy="3262312"/>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type="tx">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EFC8AD-618C-04E0-CD46-5DEB0C3DBAFE}"/>
              </a:ext>
            </a:extLst>
          </p:cNvPr>
          <p:cNvSpPr>
            <a:spLocks noGrp="1"/>
          </p:cNvSpPr>
          <p:nvPr>
            <p:ph type="title"/>
          </p:nvPr>
        </p:nvSpPr>
        <p:spPr>
          <a:xfrm>
            <a:off x="628650" y="274638"/>
            <a:ext cx="7886700" cy="993775"/>
          </a:xfrm>
          <a:prstGeom prst="rect">
            <a:avLst/>
          </a:prstGeom>
        </p:spPr>
        <p:txBody>
          <a:bodyPr/>
          <a:lstStyle/>
          <a:p>
            <a:r>
              <a:rPr lang="en-US"/>
              <a:t>Click to edit Master title style</a:t>
            </a:r>
          </a:p>
        </p:txBody>
      </p:sp>
      <p:sp>
        <p:nvSpPr>
          <p:cNvPr id="3" name="Text Placeholder 2">
            <a:extLst>
              <a:ext uri="{FF2B5EF4-FFF2-40B4-BE49-F238E27FC236}">
                <a16:creationId xmlns:a16="http://schemas.microsoft.com/office/drawing/2014/main" id="{FBA51800-FA53-264A-A226-AE44CF917807}"/>
              </a:ext>
            </a:extLst>
          </p:cNvPr>
          <p:cNvSpPr>
            <a:spLocks noGrp="1"/>
          </p:cNvSpPr>
          <p:nvPr>
            <p:ph type="body" idx="1"/>
          </p:nvPr>
        </p:nvSpPr>
        <p:spPr>
          <a:xfrm>
            <a:off x="628650" y="1370013"/>
            <a:ext cx="7886700" cy="3262312"/>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type="tx">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43ABE0-ABC1-89D9-0CAE-37330A03D56D}"/>
              </a:ext>
            </a:extLst>
          </p:cNvPr>
          <p:cNvSpPr>
            <a:spLocks noGrp="1"/>
          </p:cNvSpPr>
          <p:nvPr>
            <p:ph type="title"/>
          </p:nvPr>
        </p:nvSpPr>
        <p:spPr>
          <a:xfrm>
            <a:off x="628650" y="274638"/>
            <a:ext cx="7886700" cy="993775"/>
          </a:xfrm>
          <a:prstGeom prst="rect">
            <a:avLst/>
          </a:prstGeom>
        </p:spPr>
        <p:txBody>
          <a:bodyPr/>
          <a:lstStyle/>
          <a:p>
            <a:r>
              <a:rPr lang="en-US"/>
              <a:t>Click to edit Master title style</a:t>
            </a:r>
          </a:p>
        </p:txBody>
      </p:sp>
      <p:sp>
        <p:nvSpPr>
          <p:cNvPr id="3" name="Text Placeholder 2">
            <a:extLst>
              <a:ext uri="{FF2B5EF4-FFF2-40B4-BE49-F238E27FC236}">
                <a16:creationId xmlns:a16="http://schemas.microsoft.com/office/drawing/2014/main" id="{C139CE81-3D88-D9F9-6A1B-1C30A6A9EC63}"/>
              </a:ext>
            </a:extLst>
          </p:cNvPr>
          <p:cNvSpPr>
            <a:spLocks noGrp="1"/>
          </p:cNvSpPr>
          <p:nvPr>
            <p:ph type="body" idx="1"/>
          </p:nvPr>
        </p:nvSpPr>
        <p:spPr>
          <a:xfrm>
            <a:off x="628650" y="1370013"/>
            <a:ext cx="7886700" cy="3262312"/>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type="tx">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1E1648-4C0E-EF5C-A04E-E995BEA8E421}"/>
              </a:ext>
            </a:extLst>
          </p:cNvPr>
          <p:cNvSpPr>
            <a:spLocks noGrp="1"/>
          </p:cNvSpPr>
          <p:nvPr>
            <p:ph type="title"/>
          </p:nvPr>
        </p:nvSpPr>
        <p:spPr>
          <a:xfrm>
            <a:off x="628650" y="274638"/>
            <a:ext cx="7886700" cy="993775"/>
          </a:xfrm>
          <a:prstGeom prst="rect">
            <a:avLst/>
          </a:prstGeom>
        </p:spPr>
        <p:txBody>
          <a:bodyPr/>
          <a:lstStyle/>
          <a:p>
            <a:r>
              <a:rPr lang="en-US"/>
              <a:t>Click to edit Master title style</a:t>
            </a:r>
          </a:p>
        </p:txBody>
      </p:sp>
      <p:sp>
        <p:nvSpPr>
          <p:cNvPr id="3" name="Text Placeholder 2">
            <a:extLst>
              <a:ext uri="{FF2B5EF4-FFF2-40B4-BE49-F238E27FC236}">
                <a16:creationId xmlns:a16="http://schemas.microsoft.com/office/drawing/2014/main" id="{F1F61F1D-73CF-3EFA-5AD6-AC5319C88C50}"/>
              </a:ext>
            </a:extLst>
          </p:cNvPr>
          <p:cNvSpPr>
            <a:spLocks noGrp="1"/>
          </p:cNvSpPr>
          <p:nvPr>
            <p:ph type="body" idx="1"/>
          </p:nvPr>
        </p:nvSpPr>
        <p:spPr>
          <a:xfrm>
            <a:off x="628650" y="1370013"/>
            <a:ext cx="7886700" cy="3262312"/>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type="tx">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DEBD58-2544-23B9-F853-3C993194AEA3}"/>
              </a:ext>
            </a:extLst>
          </p:cNvPr>
          <p:cNvSpPr>
            <a:spLocks noGrp="1"/>
          </p:cNvSpPr>
          <p:nvPr>
            <p:ph type="title"/>
          </p:nvPr>
        </p:nvSpPr>
        <p:spPr>
          <a:xfrm>
            <a:off x="628650" y="274638"/>
            <a:ext cx="7886700" cy="993775"/>
          </a:xfrm>
          <a:prstGeom prst="rect">
            <a:avLst/>
          </a:prstGeom>
        </p:spPr>
        <p:txBody>
          <a:bodyPr/>
          <a:lstStyle/>
          <a:p>
            <a:r>
              <a:rPr lang="en-US"/>
              <a:t>Click to edit Master title style</a:t>
            </a:r>
          </a:p>
        </p:txBody>
      </p:sp>
      <p:sp>
        <p:nvSpPr>
          <p:cNvPr id="3" name="Text Placeholder 2">
            <a:extLst>
              <a:ext uri="{FF2B5EF4-FFF2-40B4-BE49-F238E27FC236}">
                <a16:creationId xmlns:a16="http://schemas.microsoft.com/office/drawing/2014/main" id="{8E5E6CBE-940A-A602-6325-C97F33108288}"/>
              </a:ext>
            </a:extLst>
          </p:cNvPr>
          <p:cNvSpPr>
            <a:spLocks noGrp="1"/>
          </p:cNvSpPr>
          <p:nvPr>
            <p:ph type="body" idx="1"/>
          </p:nvPr>
        </p:nvSpPr>
        <p:spPr>
          <a:xfrm>
            <a:off x="628650" y="1370013"/>
            <a:ext cx="7886700" cy="3262312"/>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type="tx">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E188BC-1DF3-11AD-7EE9-787E995A2F7A}"/>
              </a:ext>
            </a:extLst>
          </p:cNvPr>
          <p:cNvSpPr>
            <a:spLocks noGrp="1"/>
          </p:cNvSpPr>
          <p:nvPr>
            <p:ph type="title"/>
          </p:nvPr>
        </p:nvSpPr>
        <p:spPr>
          <a:xfrm>
            <a:off x="628650" y="274638"/>
            <a:ext cx="7886700" cy="993775"/>
          </a:xfrm>
          <a:prstGeom prst="rect">
            <a:avLst/>
          </a:prstGeom>
        </p:spPr>
        <p:txBody>
          <a:bodyPr/>
          <a:lstStyle/>
          <a:p>
            <a:r>
              <a:rPr lang="en-US"/>
              <a:t>Click to edit Master title style</a:t>
            </a:r>
          </a:p>
        </p:txBody>
      </p:sp>
      <p:sp>
        <p:nvSpPr>
          <p:cNvPr id="3" name="Text Placeholder 2">
            <a:extLst>
              <a:ext uri="{FF2B5EF4-FFF2-40B4-BE49-F238E27FC236}">
                <a16:creationId xmlns:a16="http://schemas.microsoft.com/office/drawing/2014/main" id="{F27AAAD3-71FE-2D51-3F2A-4B749709EE5F}"/>
              </a:ext>
            </a:extLst>
          </p:cNvPr>
          <p:cNvSpPr>
            <a:spLocks noGrp="1"/>
          </p:cNvSpPr>
          <p:nvPr>
            <p:ph type="body" idx="1"/>
          </p:nvPr>
        </p:nvSpPr>
        <p:spPr>
          <a:xfrm>
            <a:off x="628650" y="1370013"/>
            <a:ext cx="7886700" cy="3262312"/>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type="tx">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6DBA91-9AD9-7373-F18F-8EAE20ED4E30}"/>
              </a:ext>
            </a:extLst>
          </p:cNvPr>
          <p:cNvSpPr>
            <a:spLocks noGrp="1"/>
          </p:cNvSpPr>
          <p:nvPr>
            <p:ph type="title"/>
          </p:nvPr>
        </p:nvSpPr>
        <p:spPr>
          <a:xfrm>
            <a:off x="628650" y="274638"/>
            <a:ext cx="7886700" cy="993775"/>
          </a:xfrm>
          <a:prstGeom prst="rect">
            <a:avLst/>
          </a:prstGeom>
        </p:spPr>
        <p:txBody>
          <a:bodyPr/>
          <a:lstStyle/>
          <a:p>
            <a:r>
              <a:rPr lang="en-US"/>
              <a:t>Click to edit Master title style</a:t>
            </a:r>
          </a:p>
        </p:txBody>
      </p:sp>
      <p:sp>
        <p:nvSpPr>
          <p:cNvPr id="3" name="Text Placeholder 2">
            <a:extLst>
              <a:ext uri="{FF2B5EF4-FFF2-40B4-BE49-F238E27FC236}">
                <a16:creationId xmlns:a16="http://schemas.microsoft.com/office/drawing/2014/main" id="{70725C7D-DE32-1268-50EE-33C138D46A8D}"/>
              </a:ext>
            </a:extLst>
          </p:cNvPr>
          <p:cNvSpPr>
            <a:spLocks noGrp="1"/>
          </p:cNvSpPr>
          <p:nvPr>
            <p:ph type="body" idx="1"/>
          </p:nvPr>
        </p:nvSpPr>
        <p:spPr>
          <a:xfrm>
            <a:off x="628650" y="1370013"/>
            <a:ext cx="7886700" cy="3262312"/>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type="tx">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90F21D-AE45-5C93-15F5-43DA051BF791}"/>
              </a:ext>
            </a:extLst>
          </p:cNvPr>
          <p:cNvSpPr>
            <a:spLocks noGrp="1"/>
          </p:cNvSpPr>
          <p:nvPr>
            <p:ph type="title"/>
          </p:nvPr>
        </p:nvSpPr>
        <p:spPr>
          <a:xfrm>
            <a:off x="628650" y="274638"/>
            <a:ext cx="7886700" cy="993775"/>
          </a:xfrm>
          <a:prstGeom prst="rect">
            <a:avLst/>
          </a:prstGeom>
        </p:spPr>
        <p:txBody>
          <a:bodyPr/>
          <a:lstStyle/>
          <a:p>
            <a:r>
              <a:rPr lang="en-US"/>
              <a:t>Click to edit Master title style</a:t>
            </a:r>
          </a:p>
        </p:txBody>
      </p:sp>
      <p:sp>
        <p:nvSpPr>
          <p:cNvPr id="3" name="Text Placeholder 2">
            <a:extLst>
              <a:ext uri="{FF2B5EF4-FFF2-40B4-BE49-F238E27FC236}">
                <a16:creationId xmlns:a16="http://schemas.microsoft.com/office/drawing/2014/main" id="{F1ACBB83-7AA0-CB46-1B9F-2CA5EB5645B5}"/>
              </a:ext>
            </a:extLst>
          </p:cNvPr>
          <p:cNvSpPr>
            <a:spLocks noGrp="1"/>
          </p:cNvSpPr>
          <p:nvPr>
            <p:ph type="body" idx="1"/>
          </p:nvPr>
        </p:nvSpPr>
        <p:spPr>
          <a:xfrm>
            <a:off x="628650" y="1370013"/>
            <a:ext cx="7886700" cy="3262312"/>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type="tx">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58506A-607C-F32F-BED1-9837F5975CC5}"/>
              </a:ext>
            </a:extLst>
          </p:cNvPr>
          <p:cNvSpPr>
            <a:spLocks noGrp="1"/>
          </p:cNvSpPr>
          <p:nvPr>
            <p:ph type="title"/>
          </p:nvPr>
        </p:nvSpPr>
        <p:spPr>
          <a:xfrm>
            <a:off x="628650" y="274638"/>
            <a:ext cx="7886700" cy="993775"/>
          </a:xfrm>
          <a:prstGeom prst="rect">
            <a:avLst/>
          </a:prstGeom>
        </p:spPr>
        <p:txBody>
          <a:bodyPr/>
          <a:lstStyle/>
          <a:p>
            <a:r>
              <a:rPr lang="en-US"/>
              <a:t>Click to edit Master title style</a:t>
            </a:r>
          </a:p>
        </p:txBody>
      </p:sp>
      <p:sp>
        <p:nvSpPr>
          <p:cNvPr id="3" name="Text Placeholder 2">
            <a:extLst>
              <a:ext uri="{FF2B5EF4-FFF2-40B4-BE49-F238E27FC236}">
                <a16:creationId xmlns:a16="http://schemas.microsoft.com/office/drawing/2014/main" id="{E117FA26-9C50-9A8D-3DE7-13BBA252E3E0}"/>
              </a:ext>
            </a:extLst>
          </p:cNvPr>
          <p:cNvSpPr>
            <a:spLocks noGrp="1"/>
          </p:cNvSpPr>
          <p:nvPr>
            <p:ph type="body" idx="1"/>
          </p:nvPr>
        </p:nvSpPr>
        <p:spPr>
          <a:xfrm>
            <a:off x="628650" y="1370013"/>
            <a:ext cx="7886700" cy="3262312"/>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type="tx">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F4F8F3-23E9-D267-ACFD-6FF398169099}"/>
              </a:ext>
            </a:extLst>
          </p:cNvPr>
          <p:cNvSpPr>
            <a:spLocks noGrp="1"/>
          </p:cNvSpPr>
          <p:nvPr>
            <p:ph type="title"/>
          </p:nvPr>
        </p:nvSpPr>
        <p:spPr>
          <a:xfrm>
            <a:off x="628650" y="274638"/>
            <a:ext cx="7886700" cy="993775"/>
          </a:xfrm>
          <a:prstGeom prst="rect">
            <a:avLst/>
          </a:prstGeom>
        </p:spPr>
        <p:txBody>
          <a:bodyPr/>
          <a:lstStyle/>
          <a:p>
            <a:r>
              <a:rPr lang="en-US"/>
              <a:t>Click to edit Master title style</a:t>
            </a:r>
          </a:p>
        </p:txBody>
      </p:sp>
      <p:sp>
        <p:nvSpPr>
          <p:cNvPr id="3" name="Text Placeholder 2">
            <a:extLst>
              <a:ext uri="{FF2B5EF4-FFF2-40B4-BE49-F238E27FC236}">
                <a16:creationId xmlns:a16="http://schemas.microsoft.com/office/drawing/2014/main" id="{C20FD39E-9295-3295-4B9B-004B64D87285}"/>
              </a:ext>
            </a:extLst>
          </p:cNvPr>
          <p:cNvSpPr>
            <a:spLocks noGrp="1"/>
          </p:cNvSpPr>
          <p:nvPr>
            <p:ph type="body" idx="1"/>
          </p:nvPr>
        </p:nvSpPr>
        <p:spPr>
          <a:xfrm>
            <a:off x="628650" y="1370013"/>
            <a:ext cx="7886700" cy="3262312"/>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type="tx">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C1E161-9DFB-E824-EA22-B9F99C8CC018}"/>
              </a:ext>
            </a:extLst>
          </p:cNvPr>
          <p:cNvSpPr>
            <a:spLocks noGrp="1"/>
          </p:cNvSpPr>
          <p:nvPr>
            <p:ph type="title"/>
          </p:nvPr>
        </p:nvSpPr>
        <p:spPr>
          <a:xfrm>
            <a:off x="628650" y="274638"/>
            <a:ext cx="7886700" cy="993775"/>
          </a:xfrm>
          <a:prstGeom prst="rect">
            <a:avLst/>
          </a:prstGeom>
        </p:spPr>
        <p:txBody>
          <a:bodyPr/>
          <a:lstStyle/>
          <a:p>
            <a:r>
              <a:rPr lang="en-US"/>
              <a:t>Click to edit Master title style</a:t>
            </a:r>
          </a:p>
        </p:txBody>
      </p:sp>
      <p:sp>
        <p:nvSpPr>
          <p:cNvPr id="3" name="Text Placeholder 2">
            <a:extLst>
              <a:ext uri="{FF2B5EF4-FFF2-40B4-BE49-F238E27FC236}">
                <a16:creationId xmlns:a16="http://schemas.microsoft.com/office/drawing/2014/main" id="{664B4DF9-E6A6-CE7B-E97C-B0892804CAFB}"/>
              </a:ext>
            </a:extLst>
          </p:cNvPr>
          <p:cNvSpPr>
            <a:spLocks noGrp="1"/>
          </p:cNvSpPr>
          <p:nvPr>
            <p:ph type="body" idx="1"/>
          </p:nvPr>
        </p:nvSpPr>
        <p:spPr>
          <a:xfrm>
            <a:off x="628650" y="1370013"/>
            <a:ext cx="7886700" cy="3262312"/>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type="tx">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E85ECC-FFE3-1E00-C3FD-25CF23961FE0}"/>
              </a:ext>
            </a:extLst>
          </p:cNvPr>
          <p:cNvSpPr>
            <a:spLocks noGrp="1"/>
          </p:cNvSpPr>
          <p:nvPr>
            <p:ph type="title"/>
          </p:nvPr>
        </p:nvSpPr>
        <p:spPr>
          <a:xfrm>
            <a:off x="628650" y="274638"/>
            <a:ext cx="7886700" cy="993775"/>
          </a:xfrm>
          <a:prstGeom prst="rect">
            <a:avLst/>
          </a:prstGeom>
        </p:spPr>
        <p:txBody>
          <a:bodyPr/>
          <a:lstStyle/>
          <a:p>
            <a:r>
              <a:rPr lang="en-US"/>
              <a:t>Click to edit Master title style</a:t>
            </a:r>
          </a:p>
        </p:txBody>
      </p:sp>
      <p:sp>
        <p:nvSpPr>
          <p:cNvPr id="3" name="Text Placeholder 2">
            <a:extLst>
              <a:ext uri="{FF2B5EF4-FFF2-40B4-BE49-F238E27FC236}">
                <a16:creationId xmlns:a16="http://schemas.microsoft.com/office/drawing/2014/main" id="{9080D43E-B18E-3BCD-31E2-966675067910}"/>
              </a:ext>
            </a:extLst>
          </p:cNvPr>
          <p:cNvSpPr>
            <a:spLocks noGrp="1"/>
          </p:cNvSpPr>
          <p:nvPr>
            <p:ph type="body" idx="1"/>
          </p:nvPr>
        </p:nvSpPr>
        <p:spPr>
          <a:xfrm>
            <a:off x="628650" y="1370013"/>
            <a:ext cx="7886700" cy="3262312"/>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type="tx">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2E84F5-9B30-D868-E05E-DDBA23E52929}"/>
              </a:ext>
            </a:extLst>
          </p:cNvPr>
          <p:cNvSpPr>
            <a:spLocks noGrp="1"/>
          </p:cNvSpPr>
          <p:nvPr>
            <p:ph type="title"/>
          </p:nvPr>
        </p:nvSpPr>
        <p:spPr>
          <a:xfrm>
            <a:off x="628650" y="274638"/>
            <a:ext cx="7886700" cy="993775"/>
          </a:xfrm>
          <a:prstGeom prst="rect">
            <a:avLst/>
          </a:prstGeom>
        </p:spPr>
        <p:txBody>
          <a:bodyPr/>
          <a:lstStyle/>
          <a:p>
            <a:r>
              <a:rPr lang="en-US"/>
              <a:t>Click to edit Master title style</a:t>
            </a:r>
          </a:p>
        </p:txBody>
      </p:sp>
      <p:sp>
        <p:nvSpPr>
          <p:cNvPr id="3" name="Text Placeholder 2">
            <a:extLst>
              <a:ext uri="{FF2B5EF4-FFF2-40B4-BE49-F238E27FC236}">
                <a16:creationId xmlns:a16="http://schemas.microsoft.com/office/drawing/2014/main" id="{419A6FBB-0665-FCC7-47BE-30ECF9B323D8}"/>
              </a:ext>
            </a:extLst>
          </p:cNvPr>
          <p:cNvSpPr>
            <a:spLocks noGrp="1"/>
          </p:cNvSpPr>
          <p:nvPr>
            <p:ph type="body" idx="1"/>
          </p:nvPr>
        </p:nvSpPr>
        <p:spPr>
          <a:xfrm>
            <a:off x="628650" y="1370013"/>
            <a:ext cx="7886700" cy="3262312"/>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type="tx">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90B9CB-3EE6-B318-77F1-DE9E836A714E}"/>
              </a:ext>
            </a:extLst>
          </p:cNvPr>
          <p:cNvSpPr>
            <a:spLocks noGrp="1"/>
          </p:cNvSpPr>
          <p:nvPr>
            <p:ph type="title"/>
          </p:nvPr>
        </p:nvSpPr>
        <p:spPr>
          <a:xfrm>
            <a:off x="628650" y="274638"/>
            <a:ext cx="7886700" cy="993775"/>
          </a:xfrm>
          <a:prstGeom prst="rect">
            <a:avLst/>
          </a:prstGeom>
        </p:spPr>
        <p:txBody>
          <a:bodyPr/>
          <a:lstStyle/>
          <a:p>
            <a:r>
              <a:rPr lang="en-US"/>
              <a:t>Click to edit Master title style</a:t>
            </a:r>
          </a:p>
        </p:txBody>
      </p:sp>
      <p:sp>
        <p:nvSpPr>
          <p:cNvPr id="3" name="Text Placeholder 2">
            <a:extLst>
              <a:ext uri="{FF2B5EF4-FFF2-40B4-BE49-F238E27FC236}">
                <a16:creationId xmlns:a16="http://schemas.microsoft.com/office/drawing/2014/main" id="{8A608F32-763B-1DC0-182C-4424B5F9E6BC}"/>
              </a:ext>
            </a:extLst>
          </p:cNvPr>
          <p:cNvSpPr>
            <a:spLocks noGrp="1"/>
          </p:cNvSpPr>
          <p:nvPr>
            <p:ph type="body" idx="1"/>
          </p:nvPr>
        </p:nvSpPr>
        <p:spPr>
          <a:xfrm>
            <a:off x="628650" y="1370013"/>
            <a:ext cx="7886700" cy="3262312"/>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type="tx">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0E9804-8AC3-DE1A-8018-3DBD5FE6D9D0}"/>
              </a:ext>
            </a:extLst>
          </p:cNvPr>
          <p:cNvSpPr>
            <a:spLocks noGrp="1"/>
          </p:cNvSpPr>
          <p:nvPr>
            <p:ph type="title"/>
          </p:nvPr>
        </p:nvSpPr>
        <p:spPr>
          <a:xfrm>
            <a:off x="628650" y="274638"/>
            <a:ext cx="7886700" cy="993775"/>
          </a:xfrm>
          <a:prstGeom prst="rect">
            <a:avLst/>
          </a:prstGeom>
        </p:spPr>
        <p:txBody>
          <a:bodyPr/>
          <a:lstStyle/>
          <a:p>
            <a:r>
              <a:rPr lang="en-US"/>
              <a:t>Click to edit Master title style</a:t>
            </a:r>
          </a:p>
        </p:txBody>
      </p:sp>
      <p:sp>
        <p:nvSpPr>
          <p:cNvPr id="3" name="Text Placeholder 2">
            <a:extLst>
              <a:ext uri="{FF2B5EF4-FFF2-40B4-BE49-F238E27FC236}">
                <a16:creationId xmlns:a16="http://schemas.microsoft.com/office/drawing/2014/main" id="{93C6113C-9B62-C97B-038F-D2D372BFF8E2}"/>
              </a:ext>
            </a:extLst>
          </p:cNvPr>
          <p:cNvSpPr>
            <a:spLocks noGrp="1"/>
          </p:cNvSpPr>
          <p:nvPr>
            <p:ph type="body" idx="1"/>
          </p:nvPr>
        </p:nvSpPr>
        <p:spPr>
          <a:xfrm>
            <a:off x="628650" y="1370013"/>
            <a:ext cx="7886700" cy="3262312"/>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type="tx">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D386B0-F7B9-99D8-CAB0-7D3787B4E51B}"/>
              </a:ext>
            </a:extLst>
          </p:cNvPr>
          <p:cNvSpPr>
            <a:spLocks noGrp="1"/>
          </p:cNvSpPr>
          <p:nvPr>
            <p:ph type="title"/>
          </p:nvPr>
        </p:nvSpPr>
        <p:spPr>
          <a:xfrm>
            <a:off x="628650" y="274638"/>
            <a:ext cx="7886700" cy="993775"/>
          </a:xfrm>
          <a:prstGeom prst="rect">
            <a:avLst/>
          </a:prstGeom>
        </p:spPr>
        <p:txBody>
          <a:bodyPr/>
          <a:lstStyle/>
          <a:p>
            <a:r>
              <a:rPr lang="en-US"/>
              <a:t>Click to edit Master title style</a:t>
            </a:r>
          </a:p>
        </p:txBody>
      </p:sp>
      <p:sp>
        <p:nvSpPr>
          <p:cNvPr id="3" name="Text Placeholder 2">
            <a:extLst>
              <a:ext uri="{FF2B5EF4-FFF2-40B4-BE49-F238E27FC236}">
                <a16:creationId xmlns:a16="http://schemas.microsoft.com/office/drawing/2014/main" id="{8D5022F8-BDD5-2A3E-1EFC-A6336597BA39}"/>
              </a:ext>
            </a:extLst>
          </p:cNvPr>
          <p:cNvSpPr>
            <a:spLocks noGrp="1"/>
          </p:cNvSpPr>
          <p:nvPr>
            <p:ph type="body" idx="1"/>
          </p:nvPr>
        </p:nvSpPr>
        <p:spPr>
          <a:xfrm>
            <a:off x="628650" y="1370013"/>
            <a:ext cx="7886700" cy="3262312"/>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type="tx">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2E62C1-D033-5C77-93BB-3FD2F162FB7A}"/>
              </a:ext>
            </a:extLst>
          </p:cNvPr>
          <p:cNvSpPr>
            <a:spLocks noGrp="1"/>
          </p:cNvSpPr>
          <p:nvPr>
            <p:ph type="title"/>
          </p:nvPr>
        </p:nvSpPr>
        <p:spPr>
          <a:xfrm>
            <a:off x="628650" y="274638"/>
            <a:ext cx="7886700" cy="993775"/>
          </a:xfrm>
          <a:prstGeom prst="rect">
            <a:avLst/>
          </a:prstGeom>
        </p:spPr>
        <p:txBody>
          <a:bodyPr/>
          <a:lstStyle/>
          <a:p>
            <a:r>
              <a:rPr lang="en-US"/>
              <a:t>Click to edit Master title style</a:t>
            </a:r>
          </a:p>
        </p:txBody>
      </p:sp>
      <p:sp>
        <p:nvSpPr>
          <p:cNvPr id="3" name="Text Placeholder 2">
            <a:extLst>
              <a:ext uri="{FF2B5EF4-FFF2-40B4-BE49-F238E27FC236}">
                <a16:creationId xmlns:a16="http://schemas.microsoft.com/office/drawing/2014/main" id="{363F1DC3-0C71-041E-B06F-4947B001C428}"/>
              </a:ext>
            </a:extLst>
          </p:cNvPr>
          <p:cNvSpPr>
            <a:spLocks noGrp="1"/>
          </p:cNvSpPr>
          <p:nvPr>
            <p:ph type="body" idx="1"/>
          </p:nvPr>
        </p:nvSpPr>
        <p:spPr>
          <a:xfrm>
            <a:off x="628650" y="1370013"/>
            <a:ext cx="7886700" cy="3262312"/>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type="tx">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24E942-575B-EBA1-528A-0C264CE388D8}"/>
              </a:ext>
            </a:extLst>
          </p:cNvPr>
          <p:cNvSpPr>
            <a:spLocks noGrp="1"/>
          </p:cNvSpPr>
          <p:nvPr>
            <p:ph type="title"/>
          </p:nvPr>
        </p:nvSpPr>
        <p:spPr>
          <a:xfrm>
            <a:off x="628650" y="274638"/>
            <a:ext cx="7886700" cy="993775"/>
          </a:xfrm>
          <a:prstGeom prst="rect">
            <a:avLst/>
          </a:prstGeom>
        </p:spPr>
        <p:txBody>
          <a:bodyPr/>
          <a:lstStyle/>
          <a:p>
            <a:r>
              <a:rPr lang="en-US"/>
              <a:t>Click to edit Master title style</a:t>
            </a:r>
          </a:p>
        </p:txBody>
      </p:sp>
      <p:sp>
        <p:nvSpPr>
          <p:cNvPr id="3" name="Text Placeholder 2">
            <a:extLst>
              <a:ext uri="{FF2B5EF4-FFF2-40B4-BE49-F238E27FC236}">
                <a16:creationId xmlns:a16="http://schemas.microsoft.com/office/drawing/2014/main" id="{7E8DFCCE-F528-C41C-E9D2-B01BFD5FEBE8}"/>
              </a:ext>
            </a:extLst>
          </p:cNvPr>
          <p:cNvSpPr>
            <a:spLocks noGrp="1"/>
          </p:cNvSpPr>
          <p:nvPr>
            <p:ph type="body" idx="1"/>
          </p:nvPr>
        </p:nvSpPr>
        <p:spPr>
          <a:xfrm>
            <a:off x="628650" y="1370013"/>
            <a:ext cx="7886700" cy="3262312"/>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type="tx">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5B79BE-41F7-0094-FC61-6BFA3D0D2697}"/>
              </a:ext>
            </a:extLst>
          </p:cNvPr>
          <p:cNvSpPr>
            <a:spLocks noGrp="1"/>
          </p:cNvSpPr>
          <p:nvPr>
            <p:ph type="title"/>
          </p:nvPr>
        </p:nvSpPr>
        <p:spPr>
          <a:xfrm>
            <a:off x="628650" y="274638"/>
            <a:ext cx="7886700" cy="993775"/>
          </a:xfrm>
          <a:prstGeom prst="rect">
            <a:avLst/>
          </a:prstGeom>
        </p:spPr>
        <p:txBody>
          <a:bodyPr/>
          <a:lstStyle/>
          <a:p>
            <a:r>
              <a:rPr lang="en-US"/>
              <a:t>Click to edit Master title style</a:t>
            </a:r>
          </a:p>
        </p:txBody>
      </p:sp>
      <p:sp>
        <p:nvSpPr>
          <p:cNvPr id="3" name="Text Placeholder 2">
            <a:extLst>
              <a:ext uri="{FF2B5EF4-FFF2-40B4-BE49-F238E27FC236}">
                <a16:creationId xmlns:a16="http://schemas.microsoft.com/office/drawing/2014/main" id="{05F06050-4B58-508F-6098-47B77FA12362}"/>
              </a:ext>
            </a:extLst>
          </p:cNvPr>
          <p:cNvSpPr>
            <a:spLocks noGrp="1"/>
          </p:cNvSpPr>
          <p:nvPr>
            <p:ph type="body" idx="1"/>
          </p:nvPr>
        </p:nvSpPr>
        <p:spPr>
          <a:xfrm>
            <a:off x="628650" y="1370013"/>
            <a:ext cx="7886700" cy="3262312"/>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type="tx">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6A8EDE-364B-6587-0EE0-5C9F3BEADC84}"/>
              </a:ext>
            </a:extLst>
          </p:cNvPr>
          <p:cNvSpPr>
            <a:spLocks noGrp="1"/>
          </p:cNvSpPr>
          <p:nvPr>
            <p:ph type="title"/>
          </p:nvPr>
        </p:nvSpPr>
        <p:spPr>
          <a:xfrm>
            <a:off x="628650" y="274638"/>
            <a:ext cx="7886700" cy="993775"/>
          </a:xfrm>
          <a:prstGeom prst="rect">
            <a:avLst/>
          </a:prstGeom>
        </p:spPr>
        <p:txBody>
          <a:bodyPr/>
          <a:lstStyle/>
          <a:p>
            <a:r>
              <a:rPr lang="en-US"/>
              <a:t>Click to edit Master title style</a:t>
            </a:r>
          </a:p>
        </p:txBody>
      </p:sp>
      <p:sp>
        <p:nvSpPr>
          <p:cNvPr id="3" name="Text Placeholder 2">
            <a:extLst>
              <a:ext uri="{FF2B5EF4-FFF2-40B4-BE49-F238E27FC236}">
                <a16:creationId xmlns:a16="http://schemas.microsoft.com/office/drawing/2014/main" id="{7707D39C-A7D4-248D-94C9-3589A570C00F}"/>
              </a:ext>
            </a:extLst>
          </p:cNvPr>
          <p:cNvSpPr>
            <a:spLocks noGrp="1"/>
          </p:cNvSpPr>
          <p:nvPr>
            <p:ph type="body" idx="1"/>
          </p:nvPr>
        </p:nvSpPr>
        <p:spPr>
          <a:xfrm>
            <a:off x="628650" y="1370013"/>
            <a:ext cx="7886700" cy="3262312"/>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type="tx">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A6B4EB-674C-5963-A426-F37644F07272}"/>
              </a:ext>
            </a:extLst>
          </p:cNvPr>
          <p:cNvSpPr>
            <a:spLocks noGrp="1"/>
          </p:cNvSpPr>
          <p:nvPr>
            <p:ph type="title"/>
          </p:nvPr>
        </p:nvSpPr>
        <p:spPr>
          <a:xfrm>
            <a:off x="628650" y="274638"/>
            <a:ext cx="7886700" cy="993775"/>
          </a:xfrm>
          <a:prstGeom prst="rect">
            <a:avLst/>
          </a:prstGeom>
        </p:spPr>
        <p:txBody>
          <a:bodyPr/>
          <a:lstStyle/>
          <a:p>
            <a:r>
              <a:rPr lang="en-US"/>
              <a:t>Click to edit Master title style</a:t>
            </a:r>
          </a:p>
        </p:txBody>
      </p:sp>
      <p:sp>
        <p:nvSpPr>
          <p:cNvPr id="3" name="Text Placeholder 2">
            <a:extLst>
              <a:ext uri="{FF2B5EF4-FFF2-40B4-BE49-F238E27FC236}">
                <a16:creationId xmlns:a16="http://schemas.microsoft.com/office/drawing/2014/main" id="{707D7D31-E296-CA6F-8DD8-8DA5E632B8D8}"/>
              </a:ext>
            </a:extLst>
          </p:cNvPr>
          <p:cNvSpPr>
            <a:spLocks noGrp="1"/>
          </p:cNvSpPr>
          <p:nvPr>
            <p:ph type="body" idx="1"/>
          </p:nvPr>
        </p:nvSpPr>
        <p:spPr>
          <a:xfrm>
            <a:off x="628650" y="1370013"/>
            <a:ext cx="7886700" cy="3262312"/>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type="tx">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387528-607C-3402-F09E-F2FBDCF65252}"/>
              </a:ext>
            </a:extLst>
          </p:cNvPr>
          <p:cNvSpPr>
            <a:spLocks noGrp="1"/>
          </p:cNvSpPr>
          <p:nvPr>
            <p:ph type="title"/>
          </p:nvPr>
        </p:nvSpPr>
        <p:spPr>
          <a:xfrm>
            <a:off x="628650" y="274638"/>
            <a:ext cx="7886700" cy="993775"/>
          </a:xfrm>
          <a:prstGeom prst="rect">
            <a:avLst/>
          </a:prstGeom>
        </p:spPr>
        <p:txBody>
          <a:bodyPr/>
          <a:lstStyle/>
          <a:p>
            <a:r>
              <a:rPr lang="en-US"/>
              <a:t>Click to edit Master title style</a:t>
            </a:r>
          </a:p>
        </p:txBody>
      </p:sp>
      <p:sp>
        <p:nvSpPr>
          <p:cNvPr id="3" name="Text Placeholder 2">
            <a:extLst>
              <a:ext uri="{FF2B5EF4-FFF2-40B4-BE49-F238E27FC236}">
                <a16:creationId xmlns:a16="http://schemas.microsoft.com/office/drawing/2014/main" id="{1FB7D7BA-E569-2C29-0AD0-C066C726FABB}"/>
              </a:ext>
            </a:extLst>
          </p:cNvPr>
          <p:cNvSpPr>
            <a:spLocks noGrp="1"/>
          </p:cNvSpPr>
          <p:nvPr>
            <p:ph type="body" idx="1"/>
          </p:nvPr>
        </p:nvSpPr>
        <p:spPr>
          <a:xfrm>
            <a:off x="628650" y="1370013"/>
            <a:ext cx="7886700" cy="3262312"/>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Ovr>
    <a:masterClrMapping/>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type="tx">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5BC0BA-78F2-A88F-A683-E81CE103F45E}"/>
              </a:ext>
            </a:extLst>
          </p:cNvPr>
          <p:cNvSpPr>
            <a:spLocks noGrp="1"/>
          </p:cNvSpPr>
          <p:nvPr>
            <p:ph type="title"/>
          </p:nvPr>
        </p:nvSpPr>
        <p:spPr>
          <a:xfrm>
            <a:off x="628650" y="274638"/>
            <a:ext cx="7886700" cy="993775"/>
          </a:xfrm>
          <a:prstGeom prst="rect">
            <a:avLst/>
          </a:prstGeom>
        </p:spPr>
        <p:txBody>
          <a:bodyPr/>
          <a:lstStyle/>
          <a:p>
            <a:r>
              <a:rPr lang="en-US"/>
              <a:t>Click to edit Master title style</a:t>
            </a:r>
          </a:p>
        </p:txBody>
      </p:sp>
      <p:sp>
        <p:nvSpPr>
          <p:cNvPr id="3" name="Text Placeholder 2">
            <a:extLst>
              <a:ext uri="{FF2B5EF4-FFF2-40B4-BE49-F238E27FC236}">
                <a16:creationId xmlns:a16="http://schemas.microsoft.com/office/drawing/2014/main" id="{5C59D8CA-C95C-3DC2-68FC-C9301C9C8D7B}"/>
              </a:ext>
            </a:extLst>
          </p:cNvPr>
          <p:cNvSpPr>
            <a:spLocks noGrp="1"/>
          </p:cNvSpPr>
          <p:nvPr>
            <p:ph type="body" idx="1"/>
          </p:nvPr>
        </p:nvSpPr>
        <p:spPr>
          <a:xfrm>
            <a:off x="628650" y="1370013"/>
            <a:ext cx="7886700" cy="3262312"/>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Ovr>
    <a:masterClrMapping/>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type="tx">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9E65E0-8BE8-1F10-62E8-D2CC0DCA3785}"/>
              </a:ext>
            </a:extLst>
          </p:cNvPr>
          <p:cNvSpPr>
            <a:spLocks noGrp="1"/>
          </p:cNvSpPr>
          <p:nvPr>
            <p:ph type="title"/>
          </p:nvPr>
        </p:nvSpPr>
        <p:spPr>
          <a:xfrm>
            <a:off x="628650" y="274638"/>
            <a:ext cx="7886700" cy="993775"/>
          </a:xfrm>
          <a:prstGeom prst="rect">
            <a:avLst/>
          </a:prstGeom>
        </p:spPr>
        <p:txBody>
          <a:bodyPr/>
          <a:lstStyle/>
          <a:p>
            <a:r>
              <a:rPr lang="en-US"/>
              <a:t>Click to edit Master title style</a:t>
            </a:r>
          </a:p>
        </p:txBody>
      </p:sp>
      <p:sp>
        <p:nvSpPr>
          <p:cNvPr id="3" name="Text Placeholder 2">
            <a:extLst>
              <a:ext uri="{FF2B5EF4-FFF2-40B4-BE49-F238E27FC236}">
                <a16:creationId xmlns:a16="http://schemas.microsoft.com/office/drawing/2014/main" id="{056542FE-22E7-38DF-5D2C-DF5A4F38A7F1}"/>
              </a:ext>
            </a:extLst>
          </p:cNvPr>
          <p:cNvSpPr>
            <a:spLocks noGrp="1"/>
          </p:cNvSpPr>
          <p:nvPr>
            <p:ph type="body" idx="1"/>
          </p:nvPr>
        </p:nvSpPr>
        <p:spPr>
          <a:xfrm>
            <a:off x="628650" y="1370013"/>
            <a:ext cx="7886700" cy="3262312"/>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Ovr>
    <a:masterClrMapping/>
  </p:clrMapOvr>
</p:sldLayout>
</file>

<file path=ppt/slideLayouts/slideLayout69.xml><?xml version="1.0" encoding="utf-8"?>
<p:sldLayout xmlns:a="http://schemas.openxmlformats.org/drawingml/2006/main" xmlns:r="http://schemas.openxmlformats.org/officeDocument/2006/relationships" xmlns:p="http://schemas.openxmlformats.org/presentationml/2006/main" type="tx">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E246C2-B8FC-9D7C-533A-41446D17ACF0}"/>
              </a:ext>
            </a:extLst>
          </p:cNvPr>
          <p:cNvSpPr>
            <a:spLocks noGrp="1"/>
          </p:cNvSpPr>
          <p:nvPr>
            <p:ph type="title"/>
          </p:nvPr>
        </p:nvSpPr>
        <p:spPr>
          <a:xfrm>
            <a:off x="628650" y="274638"/>
            <a:ext cx="7886700" cy="993775"/>
          </a:xfrm>
          <a:prstGeom prst="rect">
            <a:avLst/>
          </a:prstGeom>
        </p:spPr>
        <p:txBody>
          <a:bodyPr/>
          <a:lstStyle/>
          <a:p>
            <a:r>
              <a:rPr lang="en-US"/>
              <a:t>Click to edit Master title style</a:t>
            </a:r>
          </a:p>
        </p:txBody>
      </p:sp>
      <p:sp>
        <p:nvSpPr>
          <p:cNvPr id="3" name="Text Placeholder 2">
            <a:extLst>
              <a:ext uri="{FF2B5EF4-FFF2-40B4-BE49-F238E27FC236}">
                <a16:creationId xmlns:a16="http://schemas.microsoft.com/office/drawing/2014/main" id="{F7EF3C64-F7FC-36D6-C1B2-11792ED6346B}"/>
              </a:ext>
            </a:extLst>
          </p:cNvPr>
          <p:cNvSpPr>
            <a:spLocks noGrp="1"/>
          </p:cNvSpPr>
          <p:nvPr>
            <p:ph type="body" idx="1"/>
          </p:nvPr>
        </p:nvSpPr>
        <p:spPr>
          <a:xfrm>
            <a:off x="628650" y="1370013"/>
            <a:ext cx="7886700" cy="3262312"/>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Ovr>
    <a:masterClrMapping/>
  </p:clrMapOvr>
</p:sldLayout>
</file>

<file path=ppt/slideLayouts/slideLayout70.xml><?xml version="1.0" encoding="utf-8"?>
<p:sldLayout xmlns:a="http://schemas.openxmlformats.org/drawingml/2006/main" xmlns:r="http://schemas.openxmlformats.org/officeDocument/2006/relationships" xmlns:p="http://schemas.openxmlformats.org/presentationml/2006/main" type="tx">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E99288-F389-1B70-B026-196D98287CF5}"/>
              </a:ext>
            </a:extLst>
          </p:cNvPr>
          <p:cNvSpPr>
            <a:spLocks noGrp="1"/>
          </p:cNvSpPr>
          <p:nvPr>
            <p:ph type="title"/>
          </p:nvPr>
        </p:nvSpPr>
        <p:spPr>
          <a:xfrm>
            <a:off x="628650" y="274638"/>
            <a:ext cx="7886700" cy="993775"/>
          </a:xfrm>
          <a:prstGeom prst="rect">
            <a:avLst/>
          </a:prstGeom>
        </p:spPr>
        <p:txBody>
          <a:bodyPr/>
          <a:lstStyle/>
          <a:p>
            <a:r>
              <a:rPr lang="en-US"/>
              <a:t>Click to edit Master title style</a:t>
            </a:r>
          </a:p>
        </p:txBody>
      </p:sp>
      <p:sp>
        <p:nvSpPr>
          <p:cNvPr id="3" name="Text Placeholder 2">
            <a:extLst>
              <a:ext uri="{FF2B5EF4-FFF2-40B4-BE49-F238E27FC236}">
                <a16:creationId xmlns:a16="http://schemas.microsoft.com/office/drawing/2014/main" id="{5643B6B6-D4D1-C7C7-7D03-B41AFD04C8F0}"/>
              </a:ext>
            </a:extLst>
          </p:cNvPr>
          <p:cNvSpPr>
            <a:spLocks noGrp="1"/>
          </p:cNvSpPr>
          <p:nvPr>
            <p:ph type="body" idx="1"/>
          </p:nvPr>
        </p:nvSpPr>
        <p:spPr>
          <a:xfrm>
            <a:off x="628650" y="1370013"/>
            <a:ext cx="7886700" cy="3262312"/>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Ovr>
    <a:masterClrMapping/>
  </p:clrMapOvr>
</p:sldLayout>
</file>

<file path=ppt/slideLayouts/slideLayout71.xml><?xml version="1.0" encoding="utf-8"?>
<p:sldLayout xmlns:a="http://schemas.openxmlformats.org/drawingml/2006/main" xmlns:r="http://schemas.openxmlformats.org/officeDocument/2006/relationships" xmlns:p="http://schemas.openxmlformats.org/presentationml/2006/main" type="tx">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13A486-9D21-43A7-6245-9B0DB8918224}"/>
              </a:ext>
            </a:extLst>
          </p:cNvPr>
          <p:cNvSpPr>
            <a:spLocks noGrp="1"/>
          </p:cNvSpPr>
          <p:nvPr>
            <p:ph type="title"/>
          </p:nvPr>
        </p:nvSpPr>
        <p:spPr>
          <a:xfrm>
            <a:off x="628650" y="274638"/>
            <a:ext cx="7886700" cy="993775"/>
          </a:xfrm>
          <a:prstGeom prst="rect">
            <a:avLst/>
          </a:prstGeom>
        </p:spPr>
        <p:txBody>
          <a:bodyPr/>
          <a:lstStyle/>
          <a:p>
            <a:r>
              <a:rPr lang="en-US"/>
              <a:t>Click to edit Master title style</a:t>
            </a:r>
          </a:p>
        </p:txBody>
      </p:sp>
      <p:sp>
        <p:nvSpPr>
          <p:cNvPr id="3" name="Text Placeholder 2">
            <a:extLst>
              <a:ext uri="{FF2B5EF4-FFF2-40B4-BE49-F238E27FC236}">
                <a16:creationId xmlns:a16="http://schemas.microsoft.com/office/drawing/2014/main" id="{D8989F3E-A6CE-6DA7-AFA8-21B2C886797A}"/>
              </a:ext>
            </a:extLst>
          </p:cNvPr>
          <p:cNvSpPr>
            <a:spLocks noGrp="1"/>
          </p:cNvSpPr>
          <p:nvPr>
            <p:ph type="body" idx="1"/>
          </p:nvPr>
        </p:nvSpPr>
        <p:spPr>
          <a:xfrm>
            <a:off x="628650" y="1370013"/>
            <a:ext cx="7886700" cy="3262312"/>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Ovr>
    <a:masterClrMapping/>
  </p:clrMapOvr>
</p:sldLayout>
</file>

<file path=ppt/slideLayouts/slideLayout72.xml><?xml version="1.0" encoding="utf-8"?>
<p:sldLayout xmlns:a="http://schemas.openxmlformats.org/drawingml/2006/main" xmlns:r="http://schemas.openxmlformats.org/officeDocument/2006/relationships" xmlns:p="http://schemas.openxmlformats.org/presentationml/2006/main" type="tx">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4427D2-35B1-EC9C-F52E-6B490F763168}"/>
              </a:ext>
            </a:extLst>
          </p:cNvPr>
          <p:cNvSpPr>
            <a:spLocks noGrp="1"/>
          </p:cNvSpPr>
          <p:nvPr>
            <p:ph type="title"/>
          </p:nvPr>
        </p:nvSpPr>
        <p:spPr>
          <a:xfrm>
            <a:off x="628650" y="274638"/>
            <a:ext cx="7886700" cy="993775"/>
          </a:xfrm>
          <a:prstGeom prst="rect">
            <a:avLst/>
          </a:prstGeom>
        </p:spPr>
        <p:txBody>
          <a:bodyPr/>
          <a:lstStyle/>
          <a:p>
            <a:r>
              <a:rPr lang="en-US"/>
              <a:t>Click to edit Master title style</a:t>
            </a:r>
          </a:p>
        </p:txBody>
      </p:sp>
      <p:sp>
        <p:nvSpPr>
          <p:cNvPr id="3" name="Text Placeholder 2">
            <a:extLst>
              <a:ext uri="{FF2B5EF4-FFF2-40B4-BE49-F238E27FC236}">
                <a16:creationId xmlns:a16="http://schemas.microsoft.com/office/drawing/2014/main" id="{0D10EB09-8135-CF72-17E1-FDB75D382941}"/>
              </a:ext>
            </a:extLst>
          </p:cNvPr>
          <p:cNvSpPr>
            <a:spLocks noGrp="1"/>
          </p:cNvSpPr>
          <p:nvPr>
            <p:ph type="body" idx="1"/>
          </p:nvPr>
        </p:nvSpPr>
        <p:spPr>
          <a:xfrm>
            <a:off x="628650" y="1370013"/>
            <a:ext cx="7886700" cy="3262312"/>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Ovr>
    <a:masterClrMapping/>
  </p:clrMapOvr>
</p:sldLayout>
</file>

<file path=ppt/slideLayouts/slideLayout73.xml><?xml version="1.0" encoding="utf-8"?>
<p:sldLayout xmlns:a="http://schemas.openxmlformats.org/drawingml/2006/main" xmlns:r="http://schemas.openxmlformats.org/officeDocument/2006/relationships" xmlns:p="http://schemas.openxmlformats.org/presentationml/2006/main" type="tx">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7276D6-288C-E5FB-0B0D-C0AC5B6DD467}"/>
              </a:ext>
            </a:extLst>
          </p:cNvPr>
          <p:cNvSpPr>
            <a:spLocks noGrp="1"/>
          </p:cNvSpPr>
          <p:nvPr>
            <p:ph type="title"/>
          </p:nvPr>
        </p:nvSpPr>
        <p:spPr>
          <a:xfrm>
            <a:off x="628650" y="274638"/>
            <a:ext cx="7886700" cy="993775"/>
          </a:xfrm>
          <a:prstGeom prst="rect">
            <a:avLst/>
          </a:prstGeom>
        </p:spPr>
        <p:txBody>
          <a:bodyPr/>
          <a:lstStyle/>
          <a:p>
            <a:r>
              <a:rPr lang="en-US"/>
              <a:t>Click to edit Master title style</a:t>
            </a:r>
          </a:p>
        </p:txBody>
      </p:sp>
      <p:sp>
        <p:nvSpPr>
          <p:cNvPr id="3" name="Text Placeholder 2">
            <a:extLst>
              <a:ext uri="{FF2B5EF4-FFF2-40B4-BE49-F238E27FC236}">
                <a16:creationId xmlns:a16="http://schemas.microsoft.com/office/drawing/2014/main" id="{AFBA8DF0-649A-4059-0B66-4B1B3B9A0CE0}"/>
              </a:ext>
            </a:extLst>
          </p:cNvPr>
          <p:cNvSpPr>
            <a:spLocks noGrp="1"/>
          </p:cNvSpPr>
          <p:nvPr>
            <p:ph type="body" idx="1"/>
          </p:nvPr>
        </p:nvSpPr>
        <p:spPr>
          <a:xfrm>
            <a:off x="628650" y="1370013"/>
            <a:ext cx="7886700" cy="3262312"/>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Ovr>
    <a:masterClrMapping/>
  </p:clrMapOvr>
</p:sldLayout>
</file>

<file path=ppt/slideLayouts/slideLayout74.xml><?xml version="1.0" encoding="utf-8"?>
<p:sldLayout xmlns:a="http://schemas.openxmlformats.org/drawingml/2006/main" xmlns:r="http://schemas.openxmlformats.org/officeDocument/2006/relationships" xmlns:p="http://schemas.openxmlformats.org/presentationml/2006/main" type="tx">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E7581A-169B-4BB9-C478-DC27F3D794F7}"/>
              </a:ext>
            </a:extLst>
          </p:cNvPr>
          <p:cNvSpPr>
            <a:spLocks noGrp="1"/>
          </p:cNvSpPr>
          <p:nvPr>
            <p:ph type="title"/>
          </p:nvPr>
        </p:nvSpPr>
        <p:spPr>
          <a:xfrm>
            <a:off x="628650" y="274638"/>
            <a:ext cx="7886700" cy="993775"/>
          </a:xfrm>
          <a:prstGeom prst="rect">
            <a:avLst/>
          </a:prstGeom>
        </p:spPr>
        <p:txBody>
          <a:bodyPr/>
          <a:lstStyle/>
          <a:p>
            <a:r>
              <a:rPr lang="en-US"/>
              <a:t>Click to edit Master title style</a:t>
            </a:r>
          </a:p>
        </p:txBody>
      </p:sp>
      <p:sp>
        <p:nvSpPr>
          <p:cNvPr id="3" name="Text Placeholder 2">
            <a:extLst>
              <a:ext uri="{FF2B5EF4-FFF2-40B4-BE49-F238E27FC236}">
                <a16:creationId xmlns:a16="http://schemas.microsoft.com/office/drawing/2014/main" id="{982AA2CF-13C7-F599-60A1-B4F432FA0709}"/>
              </a:ext>
            </a:extLst>
          </p:cNvPr>
          <p:cNvSpPr>
            <a:spLocks noGrp="1"/>
          </p:cNvSpPr>
          <p:nvPr>
            <p:ph type="body" idx="1"/>
          </p:nvPr>
        </p:nvSpPr>
        <p:spPr>
          <a:xfrm>
            <a:off x="628650" y="1370013"/>
            <a:ext cx="7886700" cy="3262312"/>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Ovr>
    <a:masterClrMapping/>
  </p:clrMapOvr>
</p:sldLayout>
</file>

<file path=ppt/slideLayouts/slideLayout75.xml><?xml version="1.0" encoding="utf-8"?>
<p:sldLayout xmlns:a="http://schemas.openxmlformats.org/drawingml/2006/main" xmlns:r="http://schemas.openxmlformats.org/officeDocument/2006/relationships" xmlns:p="http://schemas.openxmlformats.org/presentationml/2006/main" type="tx">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72A222-93B0-1779-EE95-91B8B8C2AFB7}"/>
              </a:ext>
            </a:extLst>
          </p:cNvPr>
          <p:cNvSpPr>
            <a:spLocks noGrp="1"/>
          </p:cNvSpPr>
          <p:nvPr>
            <p:ph type="title"/>
          </p:nvPr>
        </p:nvSpPr>
        <p:spPr>
          <a:xfrm>
            <a:off x="628650" y="274638"/>
            <a:ext cx="7886700" cy="993775"/>
          </a:xfrm>
          <a:prstGeom prst="rect">
            <a:avLst/>
          </a:prstGeom>
        </p:spPr>
        <p:txBody>
          <a:bodyPr/>
          <a:lstStyle/>
          <a:p>
            <a:r>
              <a:rPr lang="en-US"/>
              <a:t>Click to edit Master title style</a:t>
            </a:r>
          </a:p>
        </p:txBody>
      </p:sp>
      <p:sp>
        <p:nvSpPr>
          <p:cNvPr id="3" name="Text Placeholder 2">
            <a:extLst>
              <a:ext uri="{FF2B5EF4-FFF2-40B4-BE49-F238E27FC236}">
                <a16:creationId xmlns:a16="http://schemas.microsoft.com/office/drawing/2014/main" id="{113FC173-AA78-7D64-AC20-6374B268DE05}"/>
              </a:ext>
            </a:extLst>
          </p:cNvPr>
          <p:cNvSpPr>
            <a:spLocks noGrp="1"/>
          </p:cNvSpPr>
          <p:nvPr>
            <p:ph type="body" idx="1"/>
          </p:nvPr>
        </p:nvSpPr>
        <p:spPr>
          <a:xfrm>
            <a:off x="628650" y="1370013"/>
            <a:ext cx="7886700" cy="3262312"/>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Ovr>
    <a:masterClrMapping/>
  </p:clrMapOvr>
</p:sldLayout>
</file>

<file path=ppt/slideLayouts/slideLayout76.xml><?xml version="1.0" encoding="utf-8"?>
<p:sldLayout xmlns:a="http://schemas.openxmlformats.org/drawingml/2006/main" xmlns:r="http://schemas.openxmlformats.org/officeDocument/2006/relationships" xmlns:p="http://schemas.openxmlformats.org/presentationml/2006/main" type="tx">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ED958E-365B-8D67-1E54-7091E905879E}"/>
              </a:ext>
            </a:extLst>
          </p:cNvPr>
          <p:cNvSpPr>
            <a:spLocks noGrp="1"/>
          </p:cNvSpPr>
          <p:nvPr>
            <p:ph type="title"/>
          </p:nvPr>
        </p:nvSpPr>
        <p:spPr>
          <a:xfrm>
            <a:off x="628650" y="274638"/>
            <a:ext cx="7886700" cy="993775"/>
          </a:xfrm>
          <a:prstGeom prst="rect">
            <a:avLst/>
          </a:prstGeom>
        </p:spPr>
        <p:txBody>
          <a:bodyPr/>
          <a:lstStyle/>
          <a:p>
            <a:r>
              <a:rPr lang="en-US"/>
              <a:t>Click to edit Master title style</a:t>
            </a:r>
          </a:p>
        </p:txBody>
      </p:sp>
      <p:sp>
        <p:nvSpPr>
          <p:cNvPr id="3" name="Text Placeholder 2">
            <a:extLst>
              <a:ext uri="{FF2B5EF4-FFF2-40B4-BE49-F238E27FC236}">
                <a16:creationId xmlns:a16="http://schemas.microsoft.com/office/drawing/2014/main" id="{30AA70A6-9BF7-7228-4576-78CD4E788C79}"/>
              </a:ext>
            </a:extLst>
          </p:cNvPr>
          <p:cNvSpPr>
            <a:spLocks noGrp="1"/>
          </p:cNvSpPr>
          <p:nvPr>
            <p:ph type="body" idx="1"/>
          </p:nvPr>
        </p:nvSpPr>
        <p:spPr>
          <a:xfrm>
            <a:off x="628650" y="1370013"/>
            <a:ext cx="7886700" cy="3262312"/>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Ovr>
    <a:masterClrMapping/>
  </p:clrMapOvr>
</p:sldLayout>
</file>

<file path=ppt/slideLayouts/slideLayout77.xml><?xml version="1.0" encoding="utf-8"?>
<p:sldLayout xmlns:a="http://schemas.openxmlformats.org/drawingml/2006/main" xmlns:r="http://schemas.openxmlformats.org/officeDocument/2006/relationships" xmlns:p="http://schemas.openxmlformats.org/presentationml/2006/main" type="tx">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0078AB-AD60-CFD7-766A-43484BAE3E27}"/>
              </a:ext>
            </a:extLst>
          </p:cNvPr>
          <p:cNvSpPr>
            <a:spLocks noGrp="1"/>
          </p:cNvSpPr>
          <p:nvPr>
            <p:ph type="title"/>
          </p:nvPr>
        </p:nvSpPr>
        <p:spPr>
          <a:xfrm>
            <a:off x="628650" y="274638"/>
            <a:ext cx="7886700" cy="993775"/>
          </a:xfrm>
          <a:prstGeom prst="rect">
            <a:avLst/>
          </a:prstGeom>
        </p:spPr>
        <p:txBody>
          <a:bodyPr/>
          <a:lstStyle/>
          <a:p>
            <a:r>
              <a:rPr lang="en-US"/>
              <a:t>Click to edit Master title style</a:t>
            </a:r>
          </a:p>
        </p:txBody>
      </p:sp>
      <p:sp>
        <p:nvSpPr>
          <p:cNvPr id="3" name="Text Placeholder 2">
            <a:extLst>
              <a:ext uri="{FF2B5EF4-FFF2-40B4-BE49-F238E27FC236}">
                <a16:creationId xmlns:a16="http://schemas.microsoft.com/office/drawing/2014/main" id="{AE910812-FE6B-0548-1655-FB3E300C9BCB}"/>
              </a:ext>
            </a:extLst>
          </p:cNvPr>
          <p:cNvSpPr>
            <a:spLocks noGrp="1"/>
          </p:cNvSpPr>
          <p:nvPr>
            <p:ph type="body" idx="1"/>
          </p:nvPr>
        </p:nvSpPr>
        <p:spPr>
          <a:xfrm>
            <a:off x="628650" y="1370013"/>
            <a:ext cx="7886700" cy="3262312"/>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Ovr>
    <a:masterClrMapping/>
  </p:clrMapOvr>
</p:sldLayout>
</file>

<file path=ppt/slideLayouts/slideLayout78.xml><?xml version="1.0" encoding="utf-8"?>
<p:sldLayout xmlns:a="http://schemas.openxmlformats.org/drawingml/2006/main" xmlns:r="http://schemas.openxmlformats.org/officeDocument/2006/relationships" xmlns:p="http://schemas.openxmlformats.org/presentationml/2006/main" type="tx">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F83094-6256-3F67-3124-40842E134BC8}"/>
              </a:ext>
            </a:extLst>
          </p:cNvPr>
          <p:cNvSpPr>
            <a:spLocks noGrp="1"/>
          </p:cNvSpPr>
          <p:nvPr>
            <p:ph type="title"/>
          </p:nvPr>
        </p:nvSpPr>
        <p:spPr>
          <a:xfrm>
            <a:off x="628650" y="274638"/>
            <a:ext cx="7886700" cy="993775"/>
          </a:xfrm>
          <a:prstGeom prst="rect">
            <a:avLst/>
          </a:prstGeom>
        </p:spPr>
        <p:txBody>
          <a:bodyPr/>
          <a:lstStyle/>
          <a:p>
            <a:r>
              <a:rPr lang="en-US"/>
              <a:t>Click to edit Master title style</a:t>
            </a:r>
          </a:p>
        </p:txBody>
      </p:sp>
      <p:sp>
        <p:nvSpPr>
          <p:cNvPr id="3" name="Text Placeholder 2">
            <a:extLst>
              <a:ext uri="{FF2B5EF4-FFF2-40B4-BE49-F238E27FC236}">
                <a16:creationId xmlns:a16="http://schemas.microsoft.com/office/drawing/2014/main" id="{2CB5BDE7-1594-0D11-C02C-4BD09E9B1B72}"/>
              </a:ext>
            </a:extLst>
          </p:cNvPr>
          <p:cNvSpPr>
            <a:spLocks noGrp="1"/>
          </p:cNvSpPr>
          <p:nvPr>
            <p:ph type="body" idx="1"/>
          </p:nvPr>
        </p:nvSpPr>
        <p:spPr>
          <a:xfrm>
            <a:off x="628650" y="1370013"/>
            <a:ext cx="7886700" cy="3262312"/>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Ovr>
    <a:masterClrMapping/>
  </p:clrMapOvr>
</p:sldLayout>
</file>

<file path=ppt/slideLayouts/slideLayout79.xml><?xml version="1.0" encoding="utf-8"?>
<p:sldLayout xmlns:a="http://schemas.openxmlformats.org/drawingml/2006/main" xmlns:r="http://schemas.openxmlformats.org/officeDocument/2006/relationships" xmlns:p="http://schemas.openxmlformats.org/presentationml/2006/main" type="tx">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14CAF5-65D9-5E49-893A-6BB56BEA74E0}"/>
              </a:ext>
            </a:extLst>
          </p:cNvPr>
          <p:cNvSpPr>
            <a:spLocks noGrp="1"/>
          </p:cNvSpPr>
          <p:nvPr>
            <p:ph type="title"/>
          </p:nvPr>
        </p:nvSpPr>
        <p:spPr>
          <a:xfrm>
            <a:off x="628650" y="274638"/>
            <a:ext cx="7886700" cy="993775"/>
          </a:xfrm>
          <a:prstGeom prst="rect">
            <a:avLst/>
          </a:prstGeom>
        </p:spPr>
        <p:txBody>
          <a:bodyPr/>
          <a:lstStyle/>
          <a:p>
            <a:r>
              <a:rPr lang="en-US"/>
              <a:t>Click to edit Master title style</a:t>
            </a:r>
          </a:p>
        </p:txBody>
      </p:sp>
      <p:sp>
        <p:nvSpPr>
          <p:cNvPr id="3" name="Text Placeholder 2">
            <a:extLst>
              <a:ext uri="{FF2B5EF4-FFF2-40B4-BE49-F238E27FC236}">
                <a16:creationId xmlns:a16="http://schemas.microsoft.com/office/drawing/2014/main" id="{9C4D013D-33C9-913A-69A1-3FE3EB40310D}"/>
              </a:ext>
            </a:extLst>
          </p:cNvPr>
          <p:cNvSpPr>
            <a:spLocks noGrp="1"/>
          </p:cNvSpPr>
          <p:nvPr>
            <p:ph type="body" idx="1"/>
          </p:nvPr>
        </p:nvSpPr>
        <p:spPr>
          <a:xfrm>
            <a:off x="628650" y="1370013"/>
            <a:ext cx="7886700" cy="3262312"/>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Ovr>
    <a:masterClrMapping/>
  </p:clrMapOvr>
</p:sldLayout>
</file>

<file path=ppt/slideLayouts/slideLayout80.xml><?xml version="1.0" encoding="utf-8"?>
<p:sldLayout xmlns:a="http://schemas.openxmlformats.org/drawingml/2006/main" xmlns:r="http://schemas.openxmlformats.org/officeDocument/2006/relationships" xmlns:p="http://schemas.openxmlformats.org/presentationml/2006/main" type="tx">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08E177-95A4-FB93-B633-99C5BCD0F73A}"/>
              </a:ext>
            </a:extLst>
          </p:cNvPr>
          <p:cNvSpPr>
            <a:spLocks noGrp="1"/>
          </p:cNvSpPr>
          <p:nvPr>
            <p:ph type="title"/>
          </p:nvPr>
        </p:nvSpPr>
        <p:spPr>
          <a:xfrm>
            <a:off x="628650" y="274638"/>
            <a:ext cx="7886700" cy="993775"/>
          </a:xfrm>
          <a:prstGeom prst="rect">
            <a:avLst/>
          </a:prstGeom>
        </p:spPr>
        <p:txBody>
          <a:bodyPr/>
          <a:lstStyle/>
          <a:p>
            <a:r>
              <a:rPr lang="en-US"/>
              <a:t>Click to edit Master title style</a:t>
            </a:r>
          </a:p>
        </p:txBody>
      </p:sp>
      <p:sp>
        <p:nvSpPr>
          <p:cNvPr id="3" name="Text Placeholder 2">
            <a:extLst>
              <a:ext uri="{FF2B5EF4-FFF2-40B4-BE49-F238E27FC236}">
                <a16:creationId xmlns:a16="http://schemas.microsoft.com/office/drawing/2014/main" id="{3FC53661-624C-6178-D78D-ECE46D8CA8CD}"/>
              </a:ext>
            </a:extLst>
          </p:cNvPr>
          <p:cNvSpPr>
            <a:spLocks noGrp="1"/>
          </p:cNvSpPr>
          <p:nvPr>
            <p:ph type="body" idx="1"/>
          </p:nvPr>
        </p:nvSpPr>
        <p:spPr>
          <a:xfrm>
            <a:off x="628650" y="1370013"/>
            <a:ext cx="7886700" cy="3262312"/>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Ovr>
    <a:masterClrMapping/>
  </p:clrMapOvr>
</p:sldLayout>
</file>

<file path=ppt/slideLayouts/slideLayout81.xml><?xml version="1.0" encoding="utf-8"?>
<p:sldLayout xmlns:a="http://schemas.openxmlformats.org/drawingml/2006/main" xmlns:r="http://schemas.openxmlformats.org/officeDocument/2006/relationships" xmlns:p="http://schemas.openxmlformats.org/presentationml/2006/main" type="tx">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763D7B-6EFD-A007-6F5D-48122F8BFF7C}"/>
              </a:ext>
            </a:extLst>
          </p:cNvPr>
          <p:cNvSpPr>
            <a:spLocks noGrp="1"/>
          </p:cNvSpPr>
          <p:nvPr>
            <p:ph type="title"/>
          </p:nvPr>
        </p:nvSpPr>
        <p:spPr>
          <a:xfrm>
            <a:off x="628650" y="274638"/>
            <a:ext cx="7886700" cy="993775"/>
          </a:xfrm>
          <a:prstGeom prst="rect">
            <a:avLst/>
          </a:prstGeom>
        </p:spPr>
        <p:txBody>
          <a:bodyPr/>
          <a:lstStyle/>
          <a:p>
            <a:r>
              <a:rPr lang="en-US"/>
              <a:t>Click to edit Master title style</a:t>
            </a:r>
          </a:p>
        </p:txBody>
      </p:sp>
      <p:sp>
        <p:nvSpPr>
          <p:cNvPr id="3" name="Text Placeholder 2">
            <a:extLst>
              <a:ext uri="{FF2B5EF4-FFF2-40B4-BE49-F238E27FC236}">
                <a16:creationId xmlns:a16="http://schemas.microsoft.com/office/drawing/2014/main" id="{A1B549C9-ACF4-86F2-CE3B-14DF64595BB6}"/>
              </a:ext>
            </a:extLst>
          </p:cNvPr>
          <p:cNvSpPr>
            <a:spLocks noGrp="1"/>
          </p:cNvSpPr>
          <p:nvPr>
            <p:ph type="body" idx="1"/>
          </p:nvPr>
        </p:nvSpPr>
        <p:spPr>
          <a:xfrm>
            <a:off x="628650" y="1370013"/>
            <a:ext cx="7886700" cy="3262312"/>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Ovr>
    <a:masterClrMapping/>
  </p:clrMapOvr>
</p:sldLayout>
</file>

<file path=ppt/slideLayouts/slideLayout82.xml><?xml version="1.0" encoding="utf-8"?>
<p:sldLayout xmlns:a="http://schemas.openxmlformats.org/drawingml/2006/main" xmlns:r="http://schemas.openxmlformats.org/officeDocument/2006/relationships" xmlns:p="http://schemas.openxmlformats.org/presentationml/2006/main" type="tx">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8011DB-05F7-4260-7400-DBB5D09C3749}"/>
              </a:ext>
            </a:extLst>
          </p:cNvPr>
          <p:cNvSpPr>
            <a:spLocks noGrp="1"/>
          </p:cNvSpPr>
          <p:nvPr>
            <p:ph type="title"/>
          </p:nvPr>
        </p:nvSpPr>
        <p:spPr>
          <a:xfrm>
            <a:off x="628650" y="274638"/>
            <a:ext cx="7886700" cy="993775"/>
          </a:xfrm>
          <a:prstGeom prst="rect">
            <a:avLst/>
          </a:prstGeom>
        </p:spPr>
        <p:txBody>
          <a:bodyPr/>
          <a:lstStyle/>
          <a:p>
            <a:r>
              <a:rPr lang="en-US"/>
              <a:t>Click to edit Master title style</a:t>
            </a:r>
          </a:p>
        </p:txBody>
      </p:sp>
      <p:sp>
        <p:nvSpPr>
          <p:cNvPr id="3" name="Text Placeholder 2">
            <a:extLst>
              <a:ext uri="{FF2B5EF4-FFF2-40B4-BE49-F238E27FC236}">
                <a16:creationId xmlns:a16="http://schemas.microsoft.com/office/drawing/2014/main" id="{53D7D64B-3D61-7E52-688D-FC548608E52B}"/>
              </a:ext>
            </a:extLst>
          </p:cNvPr>
          <p:cNvSpPr>
            <a:spLocks noGrp="1"/>
          </p:cNvSpPr>
          <p:nvPr>
            <p:ph type="body" idx="1"/>
          </p:nvPr>
        </p:nvSpPr>
        <p:spPr>
          <a:xfrm>
            <a:off x="628650" y="1370013"/>
            <a:ext cx="7886700" cy="3262312"/>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Ovr>
    <a:masterClrMapping/>
  </p:clrMapOvr>
</p:sldLayout>
</file>

<file path=ppt/slideLayouts/slideLayout83.xml><?xml version="1.0" encoding="utf-8"?>
<p:sldLayout xmlns:a="http://schemas.openxmlformats.org/drawingml/2006/main" xmlns:r="http://schemas.openxmlformats.org/officeDocument/2006/relationships" xmlns:p="http://schemas.openxmlformats.org/presentationml/2006/main" type="tx">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824506-D8D6-3C18-B067-0DB770BF59F7}"/>
              </a:ext>
            </a:extLst>
          </p:cNvPr>
          <p:cNvSpPr>
            <a:spLocks noGrp="1"/>
          </p:cNvSpPr>
          <p:nvPr>
            <p:ph type="title"/>
          </p:nvPr>
        </p:nvSpPr>
        <p:spPr>
          <a:xfrm>
            <a:off x="628650" y="274638"/>
            <a:ext cx="7886700" cy="993775"/>
          </a:xfrm>
          <a:prstGeom prst="rect">
            <a:avLst/>
          </a:prstGeom>
        </p:spPr>
        <p:txBody>
          <a:bodyPr/>
          <a:lstStyle/>
          <a:p>
            <a:r>
              <a:rPr lang="en-US"/>
              <a:t>Click to edit Master title style</a:t>
            </a:r>
          </a:p>
        </p:txBody>
      </p:sp>
      <p:sp>
        <p:nvSpPr>
          <p:cNvPr id="3" name="Text Placeholder 2">
            <a:extLst>
              <a:ext uri="{FF2B5EF4-FFF2-40B4-BE49-F238E27FC236}">
                <a16:creationId xmlns:a16="http://schemas.microsoft.com/office/drawing/2014/main" id="{DBA0F6E8-BEAD-B516-5E86-4CB54C6F2572}"/>
              </a:ext>
            </a:extLst>
          </p:cNvPr>
          <p:cNvSpPr>
            <a:spLocks noGrp="1"/>
          </p:cNvSpPr>
          <p:nvPr>
            <p:ph type="body" idx="1"/>
          </p:nvPr>
        </p:nvSpPr>
        <p:spPr>
          <a:xfrm>
            <a:off x="628650" y="1370013"/>
            <a:ext cx="7886700" cy="3262312"/>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Ovr>
    <a:masterClrMapping/>
  </p:clrMapOvr>
</p:sldLayout>
</file>

<file path=ppt/slideLayouts/slideLayout84.xml><?xml version="1.0" encoding="utf-8"?>
<p:sldLayout xmlns:a="http://schemas.openxmlformats.org/drawingml/2006/main" xmlns:r="http://schemas.openxmlformats.org/officeDocument/2006/relationships" xmlns:p="http://schemas.openxmlformats.org/presentationml/2006/main" type="tx">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0A1155-9A13-6C3D-2001-8366F9BBAB5B}"/>
              </a:ext>
            </a:extLst>
          </p:cNvPr>
          <p:cNvSpPr>
            <a:spLocks noGrp="1"/>
          </p:cNvSpPr>
          <p:nvPr>
            <p:ph type="title"/>
          </p:nvPr>
        </p:nvSpPr>
        <p:spPr>
          <a:xfrm>
            <a:off x="628650" y="274638"/>
            <a:ext cx="7886700" cy="993775"/>
          </a:xfrm>
          <a:prstGeom prst="rect">
            <a:avLst/>
          </a:prstGeom>
        </p:spPr>
        <p:txBody>
          <a:bodyPr/>
          <a:lstStyle/>
          <a:p>
            <a:r>
              <a:rPr lang="en-US"/>
              <a:t>Click to edit Master title style</a:t>
            </a:r>
          </a:p>
        </p:txBody>
      </p:sp>
      <p:sp>
        <p:nvSpPr>
          <p:cNvPr id="3" name="Text Placeholder 2">
            <a:extLst>
              <a:ext uri="{FF2B5EF4-FFF2-40B4-BE49-F238E27FC236}">
                <a16:creationId xmlns:a16="http://schemas.microsoft.com/office/drawing/2014/main" id="{BC88BE55-7750-8908-5841-9E89BFC67512}"/>
              </a:ext>
            </a:extLst>
          </p:cNvPr>
          <p:cNvSpPr>
            <a:spLocks noGrp="1"/>
          </p:cNvSpPr>
          <p:nvPr>
            <p:ph type="body" idx="1"/>
          </p:nvPr>
        </p:nvSpPr>
        <p:spPr>
          <a:xfrm>
            <a:off x="628650" y="1370013"/>
            <a:ext cx="7886700" cy="3262312"/>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Ovr>
    <a:masterClrMapping/>
  </p:clrMapOvr>
</p:sldLayout>
</file>

<file path=ppt/slideLayouts/slideLayout85.xml><?xml version="1.0" encoding="utf-8"?>
<p:sldLayout xmlns:a="http://schemas.openxmlformats.org/drawingml/2006/main" xmlns:r="http://schemas.openxmlformats.org/officeDocument/2006/relationships" xmlns:p="http://schemas.openxmlformats.org/presentationml/2006/main" type="tx">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40B14D-C4F1-5964-C0E5-DBC9AA822AD7}"/>
              </a:ext>
            </a:extLst>
          </p:cNvPr>
          <p:cNvSpPr>
            <a:spLocks noGrp="1"/>
          </p:cNvSpPr>
          <p:nvPr>
            <p:ph type="title"/>
          </p:nvPr>
        </p:nvSpPr>
        <p:spPr>
          <a:xfrm>
            <a:off x="628650" y="274638"/>
            <a:ext cx="7886700" cy="993775"/>
          </a:xfrm>
          <a:prstGeom prst="rect">
            <a:avLst/>
          </a:prstGeom>
        </p:spPr>
        <p:txBody>
          <a:bodyPr/>
          <a:lstStyle/>
          <a:p>
            <a:r>
              <a:rPr lang="en-US"/>
              <a:t>Click to edit Master title style</a:t>
            </a:r>
          </a:p>
        </p:txBody>
      </p:sp>
      <p:sp>
        <p:nvSpPr>
          <p:cNvPr id="3" name="Text Placeholder 2">
            <a:extLst>
              <a:ext uri="{FF2B5EF4-FFF2-40B4-BE49-F238E27FC236}">
                <a16:creationId xmlns:a16="http://schemas.microsoft.com/office/drawing/2014/main" id="{2ED81B21-F0B1-FA46-E4EE-92D444198C3E}"/>
              </a:ext>
            </a:extLst>
          </p:cNvPr>
          <p:cNvSpPr>
            <a:spLocks noGrp="1"/>
          </p:cNvSpPr>
          <p:nvPr>
            <p:ph type="body" idx="1"/>
          </p:nvPr>
        </p:nvSpPr>
        <p:spPr>
          <a:xfrm>
            <a:off x="628650" y="1370013"/>
            <a:ext cx="7886700" cy="3262312"/>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Ovr>
    <a:masterClrMapping/>
  </p:clrMapOvr>
</p:sldLayout>
</file>

<file path=ppt/slideLayouts/slideLayout86.xml><?xml version="1.0" encoding="utf-8"?>
<p:sldLayout xmlns:a="http://schemas.openxmlformats.org/drawingml/2006/main" xmlns:r="http://schemas.openxmlformats.org/officeDocument/2006/relationships" xmlns:p="http://schemas.openxmlformats.org/presentationml/2006/main" type="tx">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3B349E-0680-ACE0-A1AD-1C3FA7952A48}"/>
              </a:ext>
            </a:extLst>
          </p:cNvPr>
          <p:cNvSpPr>
            <a:spLocks noGrp="1"/>
          </p:cNvSpPr>
          <p:nvPr>
            <p:ph type="title"/>
          </p:nvPr>
        </p:nvSpPr>
        <p:spPr>
          <a:xfrm>
            <a:off x="628650" y="274638"/>
            <a:ext cx="7886700" cy="993775"/>
          </a:xfrm>
          <a:prstGeom prst="rect">
            <a:avLst/>
          </a:prstGeom>
        </p:spPr>
        <p:txBody>
          <a:bodyPr/>
          <a:lstStyle/>
          <a:p>
            <a:r>
              <a:rPr lang="en-US"/>
              <a:t>Click to edit Master title style</a:t>
            </a:r>
          </a:p>
        </p:txBody>
      </p:sp>
      <p:sp>
        <p:nvSpPr>
          <p:cNvPr id="3" name="Text Placeholder 2">
            <a:extLst>
              <a:ext uri="{FF2B5EF4-FFF2-40B4-BE49-F238E27FC236}">
                <a16:creationId xmlns:a16="http://schemas.microsoft.com/office/drawing/2014/main" id="{5712FDF9-6924-50E3-87FE-D9282518F88A}"/>
              </a:ext>
            </a:extLst>
          </p:cNvPr>
          <p:cNvSpPr>
            <a:spLocks noGrp="1"/>
          </p:cNvSpPr>
          <p:nvPr>
            <p:ph type="body" idx="1"/>
          </p:nvPr>
        </p:nvSpPr>
        <p:spPr>
          <a:xfrm>
            <a:off x="628650" y="1370013"/>
            <a:ext cx="7886700" cy="3262312"/>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Ovr>
    <a:masterClrMapping/>
  </p:clrMapOvr>
</p:sldLayout>
</file>

<file path=ppt/slideLayouts/slideLayout87.xml><?xml version="1.0" encoding="utf-8"?>
<p:sldLayout xmlns:a="http://schemas.openxmlformats.org/drawingml/2006/main" xmlns:r="http://schemas.openxmlformats.org/officeDocument/2006/relationships" xmlns:p="http://schemas.openxmlformats.org/presentationml/2006/main" type="tx">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4D1C88-0A91-A248-DAC8-BC7304BFEABF}"/>
              </a:ext>
            </a:extLst>
          </p:cNvPr>
          <p:cNvSpPr>
            <a:spLocks noGrp="1"/>
          </p:cNvSpPr>
          <p:nvPr>
            <p:ph type="title"/>
          </p:nvPr>
        </p:nvSpPr>
        <p:spPr>
          <a:xfrm>
            <a:off x="628650" y="274638"/>
            <a:ext cx="7886700" cy="993775"/>
          </a:xfrm>
          <a:prstGeom prst="rect">
            <a:avLst/>
          </a:prstGeom>
        </p:spPr>
        <p:txBody>
          <a:bodyPr/>
          <a:lstStyle/>
          <a:p>
            <a:r>
              <a:rPr lang="en-US"/>
              <a:t>Click to edit Master title style</a:t>
            </a:r>
          </a:p>
        </p:txBody>
      </p:sp>
      <p:sp>
        <p:nvSpPr>
          <p:cNvPr id="3" name="Text Placeholder 2">
            <a:extLst>
              <a:ext uri="{FF2B5EF4-FFF2-40B4-BE49-F238E27FC236}">
                <a16:creationId xmlns:a16="http://schemas.microsoft.com/office/drawing/2014/main" id="{8FB08B6A-23A5-C93B-99FA-E3747711C747}"/>
              </a:ext>
            </a:extLst>
          </p:cNvPr>
          <p:cNvSpPr>
            <a:spLocks noGrp="1"/>
          </p:cNvSpPr>
          <p:nvPr>
            <p:ph type="body" idx="1"/>
          </p:nvPr>
        </p:nvSpPr>
        <p:spPr>
          <a:xfrm>
            <a:off x="628650" y="1370013"/>
            <a:ext cx="7886700" cy="3262312"/>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Ovr>
    <a:masterClrMapping/>
  </p:clrMapOvr>
</p:sldLayout>
</file>

<file path=ppt/slideLayouts/slideLayout88.xml><?xml version="1.0" encoding="utf-8"?>
<p:sldLayout xmlns:a="http://schemas.openxmlformats.org/drawingml/2006/main" xmlns:r="http://schemas.openxmlformats.org/officeDocument/2006/relationships" xmlns:p="http://schemas.openxmlformats.org/presentationml/2006/main" type="tx">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F502CE-9963-C70A-9448-40BC39D8669B}"/>
              </a:ext>
            </a:extLst>
          </p:cNvPr>
          <p:cNvSpPr>
            <a:spLocks noGrp="1"/>
          </p:cNvSpPr>
          <p:nvPr>
            <p:ph type="title"/>
          </p:nvPr>
        </p:nvSpPr>
        <p:spPr>
          <a:xfrm>
            <a:off x="628650" y="274638"/>
            <a:ext cx="7886700" cy="993775"/>
          </a:xfrm>
          <a:prstGeom prst="rect">
            <a:avLst/>
          </a:prstGeom>
        </p:spPr>
        <p:txBody>
          <a:bodyPr/>
          <a:lstStyle/>
          <a:p>
            <a:r>
              <a:rPr lang="en-US"/>
              <a:t>Click to edit Master title style</a:t>
            </a:r>
          </a:p>
        </p:txBody>
      </p:sp>
      <p:sp>
        <p:nvSpPr>
          <p:cNvPr id="3" name="Text Placeholder 2">
            <a:extLst>
              <a:ext uri="{FF2B5EF4-FFF2-40B4-BE49-F238E27FC236}">
                <a16:creationId xmlns:a16="http://schemas.microsoft.com/office/drawing/2014/main" id="{D36C7AD3-3119-9A74-7CB7-89A62A891077}"/>
              </a:ext>
            </a:extLst>
          </p:cNvPr>
          <p:cNvSpPr>
            <a:spLocks noGrp="1"/>
          </p:cNvSpPr>
          <p:nvPr>
            <p:ph type="body" idx="1"/>
          </p:nvPr>
        </p:nvSpPr>
        <p:spPr>
          <a:xfrm>
            <a:off x="628650" y="1370013"/>
            <a:ext cx="7886700" cy="3262312"/>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Ovr>
    <a:masterClrMapping/>
  </p:clrMapOvr>
</p:sldLayout>
</file>

<file path=ppt/slideLayouts/slideLayout89.xml><?xml version="1.0" encoding="utf-8"?>
<p:sldLayout xmlns:a="http://schemas.openxmlformats.org/drawingml/2006/main" xmlns:r="http://schemas.openxmlformats.org/officeDocument/2006/relationships" xmlns:p="http://schemas.openxmlformats.org/presentationml/2006/main" type="tx">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D46995-7ECD-D983-2F0B-C5688B32DB78}"/>
              </a:ext>
            </a:extLst>
          </p:cNvPr>
          <p:cNvSpPr>
            <a:spLocks noGrp="1"/>
          </p:cNvSpPr>
          <p:nvPr>
            <p:ph type="title"/>
          </p:nvPr>
        </p:nvSpPr>
        <p:spPr>
          <a:xfrm>
            <a:off x="628650" y="274638"/>
            <a:ext cx="7886700" cy="993775"/>
          </a:xfrm>
          <a:prstGeom prst="rect">
            <a:avLst/>
          </a:prstGeom>
        </p:spPr>
        <p:txBody>
          <a:bodyPr/>
          <a:lstStyle/>
          <a:p>
            <a:r>
              <a:rPr lang="en-US"/>
              <a:t>Click to edit Master title style</a:t>
            </a:r>
          </a:p>
        </p:txBody>
      </p:sp>
      <p:sp>
        <p:nvSpPr>
          <p:cNvPr id="3" name="Text Placeholder 2">
            <a:extLst>
              <a:ext uri="{FF2B5EF4-FFF2-40B4-BE49-F238E27FC236}">
                <a16:creationId xmlns:a16="http://schemas.microsoft.com/office/drawing/2014/main" id="{C7E029C7-5249-EDAA-4F8D-4C58EB336A2D}"/>
              </a:ext>
            </a:extLst>
          </p:cNvPr>
          <p:cNvSpPr>
            <a:spLocks noGrp="1"/>
          </p:cNvSpPr>
          <p:nvPr>
            <p:ph type="body" idx="1"/>
          </p:nvPr>
        </p:nvSpPr>
        <p:spPr>
          <a:xfrm>
            <a:off x="628650" y="1370013"/>
            <a:ext cx="7886700" cy="3262312"/>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Ovr>
    <a:masterClrMapping/>
  </p:clrMapOvr>
</p:sldLayout>
</file>

<file path=ppt/slideLayouts/slideLayout90.xml><?xml version="1.0" encoding="utf-8"?>
<p:sldLayout xmlns:a="http://schemas.openxmlformats.org/drawingml/2006/main" xmlns:r="http://schemas.openxmlformats.org/officeDocument/2006/relationships" xmlns:p="http://schemas.openxmlformats.org/presentationml/2006/main" type="tx">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88AEAA-49E4-21B8-4E31-0C3C0A97DA14}"/>
              </a:ext>
            </a:extLst>
          </p:cNvPr>
          <p:cNvSpPr>
            <a:spLocks noGrp="1"/>
          </p:cNvSpPr>
          <p:nvPr>
            <p:ph type="title"/>
          </p:nvPr>
        </p:nvSpPr>
        <p:spPr>
          <a:xfrm>
            <a:off x="628650" y="274638"/>
            <a:ext cx="7886700" cy="993775"/>
          </a:xfrm>
          <a:prstGeom prst="rect">
            <a:avLst/>
          </a:prstGeom>
        </p:spPr>
        <p:txBody>
          <a:bodyPr/>
          <a:lstStyle/>
          <a:p>
            <a:r>
              <a:rPr lang="en-US"/>
              <a:t>Click to edit Master title style</a:t>
            </a:r>
          </a:p>
        </p:txBody>
      </p:sp>
      <p:sp>
        <p:nvSpPr>
          <p:cNvPr id="3" name="Text Placeholder 2">
            <a:extLst>
              <a:ext uri="{FF2B5EF4-FFF2-40B4-BE49-F238E27FC236}">
                <a16:creationId xmlns:a16="http://schemas.microsoft.com/office/drawing/2014/main" id="{16244B82-65B2-03D5-426D-49F97D597DC0}"/>
              </a:ext>
            </a:extLst>
          </p:cNvPr>
          <p:cNvSpPr>
            <a:spLocks noGrp="1"/>
          </p:cNvSpPr>
          <p:nvPr>
            <p:ph type="body" idx="1"/>
          </p:nvPr>
        </p:nvSpPr>
        <p:spPr>
          <a:xfrm>
            <a:off x="628650" y="1370013"/>
            <a:ext cx="7886700" cy="3262312"/>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Ovr>
    <a:masterClrMapping/>
  </p:clrMapOvr>
</p:sldLayout>
</file>

<file path=ppt/slideLayouts/slideLayout91.xml><?xml version="1.0" encoding="utf-8"?>
<p:sldLayout xmlns:a="http://schemas.openxmlformats.org/drawingml/2006/main" xmlns:r="http://schemas.openxmlformats.org/officeDocument/2006/relationships" xmlns:p="http://schemas.openxmlformats.org/presentationml/2006/main" type="tx">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F64FF1-81BE-CE73-B7AA-DB181FC91DC7}"/>
              </a:ext>
            </a:extLst>
          </p:cNvPr>
          <p:cNvSpPr>
            <a:spLocks noGrp="1"/>
          </p:cNvSpPr>
          <p:nvPr>
            <p:ph type="title"/>
          </p:nvPr>
        </p:nvSpPr>
        <p:spPr>
          <a:xfrm>
            <a:off x="628650" y="274638"/>
            <a:ext cx="7886700" cy="993775"/>
          </a:xfrm>
          <a:prstGeom prst="rect">
            <a:avLst/>
          </a:prstGeom>
        </p:spPr>
        <p:txBody>
          <a:bodyPr/>
          <a:lstStyle/>
          <a:p>
            <a:r>
              <a:rPr lang="en-US"/>
              <a:t>Click to edit Master title style</a:t>
            </a:r>
          </a:p>
        </p:txBody>
      </p:sp>
      <p:sp>
        <p:nvSpPr>
          <p:cNvPr id="3" name="Text Placeholder 2">
            <a:extLst>
              <a:ext uri="{FF2B5EF4-FFF2-40B4-BE49-F238E27FC236}">
                <a16:creationId xmlns:a16="http://schemas.microsoft.com/office/drawing/2014/main" id="{DE49892A-E580-8CD2-8F6E-C22985B0B5FE}"/>
              </a:ext>
            </a:extLst>
          </p:cNvPr>
          <p:cNvSpPr>
            <a:spLocks noGrp="1"/>
          </p:cNvSpPr>
          <p:nvPr>
            <p:ph type="body" idx="1"/>
          </p:nvPr>
        </p:nvSpPr>
        <p:spPr>
          <a:xfrm>
            <a:off x="628650" y="1370013"/>
            <a:ext cx="7886700" cy="3262312"/>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Ovr>
    <a:masterClrMapping/>
  </p:clrMapOvr>
</p:sldLayout>
</file>

<file path=ppt/slideLayouts/slideLayout92.xml><?xml version="1.0" encoding="utf-8"?>
<p:sldLayout xmlns:a="http://schemas.openxmlformats.org/drawingml/2006/main" xmlns:r="http://schemas.openxmlformats.org/officeDocument/2006/relationships" xmlns:p="http://schemas.openxmlformats.org/presentationml/2006/main" type="tx">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B759D9-87D3-96F7-888F-0D74B973F083}"/>
              </a:ext>
            </a:extLst>
          </p:cNvPr>
          <p:cNvSpPr>
            <a:spLocks noGrp="1"/>
          </p:cNvSpPr>
          <p:nvPr>
            <p:ph type="title"/>
          </p:nvPr>
        </p:nvSpPr>
        <p:spPr>
          <a:xfrm>
            <a:off x="628650" y="274638"/>
            <a:ext cx="7886700" cy="993775"/>
          </a:xfrm>
          <a:prstGeom prst="rect">
            <a:avLst/>
          </a:prstGeom>
        </p:spPr>
        <p:txBody>
          <a:bodyPr/>
          <a:lstStyle/>
          <a:p>
            <a:r>
              <a:rPr lang="en-US"/>
              <a:t>Click to edit Master title style</a:t>
            </a:r>
          </a:p>
        </p:txBody>
      </p:sp>
      <p:sp>
        <p:nvSpPr>
          <p:cNvPr id="3" name="Text Placeholder 2">
            <a:extLst>
              <a:ext uri="{FF2B5EF4-FFF2-40B4-BE49-F238E27FC236}">
                <a16:creationId xmlns:a16="http://schemas.microsoft.com/office/drawing/2014/main" id="{3C525DD1-10B4-D9D2-A608-91174BCB52A4}"/>
              </a:ext>
            </a:extLst>
          </p:cNvPr>
          <p:cNvSpPr>
            <a:spLocks noGrp="1"/>
          </p:cNvSpPr>
          <p:nvPr>
            <p:ph type="body" idx="1"/>
          </p:nvPr>
        </p:nvSpPr>
        <p:spPr>
          <a:xfrm>
            <a:off x="628650" y="1370013"/>
            <a:ext cx="7886700" cy="3262312"/>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Ovr>
    <a:masterClrMapping/>
  </p:clrMapOvr>
</p:sldLayout>
</file>

<file path=ppt/slideLayouts/slideLayout93.xml><?xml version="1.0" encoding="utf-8"?>
<p:sldLayout xmlns:a="http://schemas.openxmlformats.org/drawingml/2006/main" xmlns:r="http://schemas.openxmlformats.org/officeDocument/2006/relationships" xmlns:p="http://schemas.openxmlformats.org/presentationml/2006/main" type="tx">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717CFC-E2ED-3BB3-707E-E10B15BF8315}"/>
              </a:ext>
            </a:extLst>
          </p:cNvPr>
          <p:cNvSpPr>
            <a:spLocks noGrp="1"/>
          </p:cNvSpPr>
          <p:nvPr>
            <p:ph type="title"/>
          </p:nvPr>
        </p:nvSpPr>
        <p:spPr>
          <a:xfrm>
            <a:off x="628650" y="274638"/>
            <a:ext cx="7886700" cy="993775"/>
          </a:xfrm>
          <a:prstGeom prst="rect">
            <a:avLst/>
          </a:prstGeom>
        </p:spPr>
        <p:txBody>
          <a:bodyPr/>
          <a:lstStyle/>
          <a:p>
            <a:r>
              <a:rPr lang="en-US"/>
              <a:t>Click to edit Master title style</a:t>
            </a:r>
          </a:p>
        </p:txBody>
      </p:sp>
      <p:sp>
        <p:nvSpPr>
          <p:cNvPr id="3" name="Text Placeholder 2">
            <a:extLst>
              <a:ext uri="{FF2B5EF4-FFF2-40B4-BE49-F238E27FC236}">
                <a16:creationId xmlns:a16="http://schemas.microsoft.com/office/drawing/2014/main" id="{5805F732-DC10-B47B-6B4E-F2DB47B30E8E}"/>
              </a:ext>
            </a:extLst>
          </p:cNvPr>
          <p:cNvSpPr>
            <a:spLocks noGrp="1"/>
          </p:cNvSpPr>
          <p:nvPr>
            <p:ph type="body" idx="1"/>
          </p:nvPr>
        </p:nvSpPr>
        <p:spPr>
          <a:xfrm>
            <a:off x="628650" y="1370013"/>
            <a:ext cx="7886700" cy="3262312"/>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Ovr>
    <a:masterClrMapping/>
  </p:clrMapOvr>
</p:sldLayout>
</file>

<file path=ppt/slideLayouts/slideLayout94.xml><?xml version="1.0" encoding="utf-8"?>
<p:sldLayout xmlns:a="http://schemas.openxmlformats.org/drawingml/2006/main" xmlns:r="http://schemas.openxmlformats.org/officeDocument/2006/relationships" xmlns:p="http://schemas.openxmlformats.org/presentationml/2006/main" type="tx">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633D84-B41F-72D8-80F7-DF083CDE8750}"/>
              </a:ext>
            </a:extLst>
          </p:cNvPr>
          <p:cNvSpPr>
            <a:spLocks noGrp="1"/>
          </p:cNvSpPr>
          <p:nvPr>
            <p:ph type="title"/>
          </p:nvPr>
        </p:nvSpPr>
        <p:spPr>
          <a:xfrm>
            <a:off x="628650" y="274638"/>
            <a:ext cx="7886700" cy="993775"/>
          </a:xfrm>
          <a:prstGeom prst="rect">
            <a:avLst/>
          </a:prstGeom>
        </p:spPr>
        <p:txBody>
          <a:bodyPr/>
          <a:lstStyle/>
          <a:p>
            <a:r>
              <a:rPr lang="en-US"/>
              <a:t>Click to edit Master title style</a:t>
            </a:r>
          </a:p>
        </p:txBody>
      </p:sp>
      <p:sp>
        <p:nvSpPr>
          <p:cNvPr id="3" name="Text Placeholder 2">
            <a:extLst>
              <a:ext uri="{FF2B5EF4-FFF2-40B4-BE49-F238E27FC236}">
                <a16:creationId xmlns:a16="http://schemas.microsoft.com/office/drawing/2014/main" id="{51B30E93-D028-D94F-1CDE-31E6269CCEB9}"/>
              </a:ext>
            </a:extLst>
          </p:cNvPr>
          <p:cNvSpPr>
            <a:spLocks noGrp="1"/>
          </p:cNvSpPr>
          <p:nvPr>
            <p:ph type="body" idx="1"/>
          </p:nvPr>
        </p:nvSpPr>
        <p:spPr>
          <a:xfrm>
            <a:off x="628650" y="1370013"/>
            <a:ext cx="7886700" cy="3262312"/>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Ovr>
    <a:masterClrMapping/>
  </p:clrMapOvr>
</p:sldLayout>
</file>

<file path=ppt/slideLayouts/slideLayout95.xml><?xml version="1.0" encoding="utf-8"?>
<p:sldLayout xmlns:a="http://schemas.openxmlformats.org/drawingml/2006/main" xmlns:r="http://schemas.openxmlformats.org/officeDocument/2006/relationships" xmlns:p="http://schemas.openxmlformats.org/presentationml/2006/main" type="tx">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46BB7D-08AD-D937-6F0F-8FCB3695B8F2}"/>
              </a:ext>
            </a:extLst>
          </p:cNvPr>
          <p:cNvSpPr>
            <a:spLocks noGrp="1"/>
          </p:cNvSpPr>
          <p:nvPr>
            <p:ph type="title"/>
          </p:nvPr>
        </p:nvSpPr>
        <p:spPr>
          <a:xfrm>
            <a:off x="628650" y="274638"/>
            <a:ext cx="7886700" cy="993775"/>
          </a:xfrm>
          <a:prstGeom prst="rect">
            <a:avLst/>
          </a:prstGeom>
        </p:spPr>
        <p:txBody>
          <a:bodyPr/>
          <a:lstStyle/>
          <a:p>
            <a:r>
              <a:rPr lang="en-US"/>
              <a:t>Click to edit Master title style</a:t>
            </a:r>
          </a:p>
        </p:txBody>
      </p:sp>
      <p:sp>
        <p:nvSpPr>
          <p:cNvPr id="3" name="Text Placeholder 2">
            <a:extLst>
              <a:ext uri="{FF2B5EF4-FFF2-40B4-BE49-F238E27FC236}">
                <a16:creationId xmlns:a16="http://schemas.microsoft.com/office/drawing/2014/main" id="{17BF42E6-46E4-62BA-614F-748D5AC704C0}"/>
              </a:ext>
            </a:extLst>
          </p:cNvPr>
          <p:cNvSpPr>
            <a:spLocks noGrp="1"/>
          </p:cNvSpPr>
          <p:nvPr>
            <p:ph type="body" idx="1"/>
          </p:nvPr>
        </p:nvSpPr>
        <p:spPr>
          <a:xfrm>
            <a:off x="628650" y="1370013"/>
            <a:ext cx="7886700" cy="3262312"/>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Ovr>
    <a:masterClrMapping/>
  </p:clrMapOvr>
</p:sldLayout>
</file>

<file path=ppt/slideLayouts/slideLayout96.xml><?xml version="1.0" encoding="utf-8"?>
<p:sldLayout xmlns:a="http://schemas.openxmlformats.org/drawingml/2006/main" xmlns:r="http://schemas.openxmlformats.org/officeDocument/2006/relationships" xmlns:p="http://schemas.openxmlformats.org/presentationml/2006/main" type="tx">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AF5AC3-4CCF-94C3-9A1C-AAF472445C9B}"/>
              </a:ext>
            </a:extLst>
          </p:cNvPr>
          <p:cNvSpPr>
            <a:spLocks noGrp="1"/>
          </p:cNvSpPr>
          <p:nvPr>
            <p:ph type="title"/>
          </p:nvPr>
        </p:nvSpPr>
        <p:spPr>
          <a:xfrm>
            <a:off x="628650" y="274638"/>
            <a:ext cx="7886700" cy="993775"/>
          </a:xfrm>
          <a:prstGeom prst="rect">
            <a:avLst/>
          </a:prstGeom>
        </p:spPr>
        <p:txBody>
          <a:bodyPr/>
          <a:lstStyle/>
          <a:p>
            <a:r>
              <a:rPr lang="en-US"/>
              <a:t>Click to edit Master title style</a:t>
            </a:r>
          </a:p>
        </p:txBody>
      </p:sp>
      <p:sp>
        <p:nvSpPr>
          <p:cNvPr id="3" name="Text Placeholder 2">
            <a:extLst>
              <a:ext uri="{FF2B5EF4-FFF2-40B4-BE49-F238E27FC236}">
                <a16:creationId xmlns:a16="http://schemas.microsoft.com/office/drawing/2014/main" id="{85447BE1-CD55-CA79-F952-C4193F5B1A04}"/>
              </a:ext>
            </a:extLst>
          </p:cNvPr>
          <p:cNvSpPr>
            <a:spLocks noGrp="1"/>
          </p:cNvSpPr>
          <p:nvPr>
            <p:ph type="body" idx="1"/>
          </p:nvPr>
        </p:nvSpPr>
        <p:spPr>
          <a:xfrm>
            <a:off x="628650" y="1370013"/>
            <a:ext cx="7886700" cy="3262312"/>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Ovr>
    <a:masterClrMapping/>
  </p:clrMapOvr>
</p:sldLayout>
</file>

<file path=ppt/slideLayouts/slideLayout97.xml><?xml version="1.0" encoding="utf-8"?>
<p:sldLayout xmlns:a="http://schemas.openxmlformats.org/drawingml/2006/main" xmlns:r="http://schemas.openxmlformats.org/officeDocument/2006/relationships" xmlns:p="http://schemas.openxmlformats.org/presentationml/2006/main" type="tx">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C276E3-B6BD-ABAE-C2F5-4523BAFADACB}"/>
              </a:ext>
            </a:extLst>
          </p:cNvPr>
          <p:cNvSpPr>
            <a:spLocks noGrp="1"/>
          </p:cNvSpPr>
          <p:nvPr>
            <p:ph type="title"/>
          </p:nvPr>
        </p:nvSpPr>
        <p:spPr>
          <a:xfrm>
            <a:off x="628650" y="274638"/>
            <a:ext cx="7886700" cy="993775"/>
          </a:xfrm>
          <a:prstGeom prst="rect">
            <a:avLst/>
          </a:prstGeom>
        </p:spPr>
        <p:txBody>
          <a:bodyPr/>
          <a:lstStyle/>
          <a:p>
            <a:r>
              <a:rPr lang="en-US"/>
              <a:t>Click to edit Master title style</a:t>
            </a:r>
          </a:p>
        </p:txBody>
      </p:sp>
      <p:sp>
        <p:nvSpPr>
          <p:cNvPr id="3" name="Text Placeholder 2">
            <a:extLst>
              <a:ext uri="{FF2B5EF4-FFF2-40B4-BE49-F238E27FC236}">
                <a16:creationId xmlns:a16="http://schemas.microsoft.com/office/drawing/2014/main" id="{509D5F5D-5FDC-40DB-5E13-CC959F23E5DD}"/>
              </a:ext>
            </a:extLst>
          </p:cNvPr>
          <p:cNvSpPr>
            <a:spLocks noGrp="1"/>
          </p:cNvSpPr>
          <p:nvPr>
            <p:ph type="body" idx="1"/>
          </p:nvPr>
        </p:nvSpPr>
        <p:spPr>
          <a:xfrm>
            <a:off x="628650" y="1370013"/>
            <a:ext cx="7886700" cy="3262312"/>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Ovr>
    <a:masterClrMapping/>
  </p:clrMapOvr>
</p:sldLayout>
</file>

<file path=ppt/slideLayouts/slideLayout98.xml><?xml version="1.0" encoding="utf-8"?>
<p:sldLayout xmlns:a="http://schemas.openxmlformats.org/drawingml/2006/main" xmlns:r="http://schemas.openxmlformats.org/officeDocument/2006/relationships" xmlns:p="http://schemas.openxmlformats.org/presentationml/2006/main" type="tx">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4857E3-7D28-B9D0-7814-A9715FEB7E1E}"/>
              </a:ext>
            </a:extLst>
          </p:cNvPr>
          <p:cNvSpPr>
            <a:spLocks noGrp="1"/>
          </p:cNvSpPr>
          <p:nvPr>
            <p:ph type="title"/>
          </p:nvPr>
        </p:nvSpPr>
        <p:spPr>
          <a:xfrm>
            <a:off x="628650" y="274638"/>
            <a:ext cx="7886700" cy="993775"/>
          </a:xfrm>
          <a:prstGeom prst="rect">
            <a:avLst/>
          </a:prstGeom>
        </p:spPr>
        <p:txBody>
          <a:bodyPr/>
          <a:lstStyle/>
          <a:p>
            <a:r>
              <a:rPr lang="en-US"/>
              <a:t>Click to edit Master title style</a:t>
            </a:r>
          </a:p>
        </p:txBody>
      </p:sp>
      <p:sp>
        <p:nvSpPr>
          <p:cNvPr id="3" name="Text Placeholder 2">
            <a:extLst>
              <a:ext uri="{FF2B5EF4-FFF2-40B4-BE49-F238E27FC236}">
                <a16:creationId xmlns:a16="http://schemas.microsoft.com/office/drawing/2014/main" id="{6F5B46E2-6D59-0EEB-7266-A7DF99ECB12D}"/>
              </a:ext>
            </a:extLst>
          </p:cNvPr>
          <p:cNvSpPr>
            <a:spLocks noGrp="1"/>
          </p:cNvSpPr>
          <p:nvPr>
            <p:ph type="body" idx="1"/>
          </p:nvPr>
        </p:nvSpPr>
        <p:spPr>
          <a:xfrm>
            <a:off x="628650" y="1370013"/>
            <a:ext cx="7886700" cy="3262312"/>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Ovr>
    <a:masterClrMapping/>
  </p:clrMapOvr>
</p:sldLayout>
</file>

<file path=ppt/slideLayouts/slideLayout99.xml><?xml version="1.0" encoding="utf-8"?>
<p:sldLayout xmlns:a="http://schemas.openxmlformats.org/drawingml/2006/main" xmlns:r="http://schemas.openxmlformats.org/officeDocument/2006/relationships" xmlns:p="http://schemas.openxmlformats.org/presentationml/2006/main" type="tx">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1B3731-0826-84B4-B5EB-0B921F28C1F8}"/>
              </a:ext>
            </a:extLst>
          </p:cNvPr>
          <p:cNvSpPr>
            <a:spLocks noGrp="1"/>
          </p:cNvSpPr>
          <p:nvPr>
            <p:ph type="title"/>
          </p:nvPr>
        </p:nvSpPr>
        <p:spPr>
          <a:xfrm>
            <a:off x="628650" y="274638"/>
            <a:ext cx="7886700" cy="993775"/>
          </a:xfrm>
          <a:prstGeom prst="rect">
            <a:avLst/>
          </a:prstGeom>
        </p:spPr>
        <p:txBody>
          <a:bodyPr/>
          <a:lstStyle/>
          <a:p>
            <a:r>
              <a:rPr lang="en-US"/>
              <a:t>Click to edit Master title style</a:t>
            </a:r>
          </a:p>
        </p:txBody>
      </p:sp>
      <p:sp>
        <p:nvSpPr>
          <p:cNvPr id="3" name="Text Placeholder 2">
            <a:extLst>
              <a:ext uri="{FF2B5EF4-FFF2-40B4-BE49-F238E27FC236}">
                <a16:creationId xmlns:a16="http://schemas.microsoft.com/office/drawing/2014/main" id="{A44C26E1-1618-21E2-B7BC-95DCEE447D60}"/>
              </a:ext>
            </a:extLst>
          </p:cNvPr>
          <p:cNvSpPr>
            <a:spLocks noGrp="1"/>
          </p:cNvSpPr>
          <p:nvPr>
            <p:ph type="body" idx="1"/>
          </p:nvPr>
        </p:nvSpPr>
        <p:spPr>
          <a:xfrm>
            <a:off x="628650" y="1370013"/>
            <a:ext cx="7886700" cy="3262312"/>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Ovr>
    <a:masterClrMapping/>
  </p:clrMapOvr>
</p:sldLayout>
</file>

<file path=ppt/slideLayouts/slideLayout100.xml><?xml version="1.0" encoding="utf-8"?>
<p:sldLayout xmlns:a="http://schemas.openxmlformats.org/drawingml/2006/main" xmlns:r="http://schemas.openxmlformats.org/officeDocument/2006/relationships" xmlns:p="http://schemas.openxmlformats.org/presentationml/2006/main" type="tx">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BB62A1-FFEA-C0DF-46BA-CE921BF4A87D}"/>
              </a:ext>
            </a:extLst>
          </p:cNvPr>
          <p:cNvSpPr>
            <a:spLocks noGrp="1"/>
          </p:cNvSpPr>
          <p:nvPr>
            <p:ph type="title"/>
          </p:nvPr>
        </p:nvSpPr>
        <p:spPr>
          <a:xfrm>
            <a:off x="628650" y="274638"/>
            <a:ext cx="7886700" cy="993775"/>
          </a:xfrm>
          <a:prstGeom prst="rect">
            <a:avLst/>
          </a:prstGeom>
        </p:spPr>
        <p:txBody>
          <a:bodyPr/>
          <a:lstStyle/>
          <a:p>
            <a:r>
              <a:rPr lang="en-US"/>
              <a:t>Click to edit Master title style</a:t>
            </a:r>
          </a:p>
        </p:txBody>
      </p:sp>
      <p:sp>
        <p:nvSpPr>
          <p:cNvPr id="3" name="Text Placeholder 2">
            <a:extLst>
              <a:ext uri="{FF2B5EF4-FFF2-40B4-BE49-F238E27FC236}">
                <a16:creationId xmlns:a16="http://schemas.microsoft.com/office/drawing/2014/main" id="{05466514-257C-160E-1C6A-A70F2ADD6DDE}"/>
              </a:ext>
            </a:extLst>
          </p:cNvPr>
          <p:cNvSpPr>
            <a:spLocks noGrp="1"/>
          </p:cNvSpPr>
          <p:nvPr>
            <p:ph type="body" idx="1"/>
          </p:nvPr>
        </p:nvSpPr>
        <p:spPr>
          <a:xfrm>
            <a:off x="628650" y="1370013"/>
            <a:ext cx="7886700" cy="3262312"/>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Ovr>
    <a:masterClrMapping/>
  </p:clrMapOvr>
</p:sldLayout>
</file>

<file path=ppt/slideLayouts/slideLayout101.xml><?xml version="1.0" encoding="utf-8"?>
<p:sldLayout xmlns:a="http://schemas.openxmlformats.org/drawingml/2006/main" xmlns:r="http://schemas.openxmlformats.org/officeDocument/2006/relationships" xmlns:p="http://schemas.openxmlformats.org/presentationml/2006/main" type="tx">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696EAB-C540-B42F-222F-FA60535027C1}"/>
              </a:ext>
            </a:extLst>
          </p:cNvPr>
          <p:cNvSpPr>
            <a:spLocks noGrp="1"/>
          </p:cNvSpPr>
          <p:nvPr>
            <p:ph type="title"/>
          </p:nvPr>
        </p:nvSpPr>
        <p:spPr>
          <a:xfrm>
            <a:off x="628650" y="274638"/>
            <a:ext cx="7886700" cy="993775"/>
          </a:xfrm>
          <a:prstGeom prst="rect">
            <a:avLst/>
          </a:prstGeom>
        </p:spPr>
        <p:txBody>
          <a:bodyPr/>
          <a:lstStyle/>
          <a:p>
            <a:r>
              <a:rPr lang="en-US"/>
              <a:t>Click to edit Master title style</a:t>
            </a:r>
          </a:p>
        </p:txBody>
      </p:sp>
      <p:sp>
        <p:nvSpPr>
          <p:cNvPr id="3" name="Text Placeholder 2">
            <a:extLst>
              <a:ext uri="{FF2B5EF4-FFF2-40B4-BE49-F238E27FC236}">
                <a16:creationId xmlns:a16="http://schemas.microsoft.com/office/drawing/2014/main" id="{188ABE6E-1D8E-EB30-F55B-8A0738546034}"/>
              </a:ext>
            </a:extLst>
          </p:cNvPr>
          <p:cNvSpPr>
            <a:spLocks noGrp="1"/>
          </p:cNvSpPr>
          <p:nvPr>
            <p:ph type="body" idx="1"/>
          </p:nvPr>
        </p:nvSpPr>
        <p:spPr>
          <a:xfrm>
            <a:off x="628650" y="1370013"/>
            <a:ext cx="7886700" cy="3262312"/>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Ovr>
    <a:masterClrMapping/>
  </p:clrMapOvr>
</p:sldLayout>
</file>

<file path=ppt/slideLayouts/slideLayout102.xml><?xml version="1.0" encoding="utf-8"?>
<p:sldLayout xmlns:a="http://schemas.openxmlformats.org/drawingml/2006/main" xmlns:r="http://schemas.openxmlformats.org/officeDocument/2006/relationships" xmlns:p="http://schemas.openxmlformats.org/presentationml/2006/main" type="tx">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DAC686-D1A5-AD7F-4431-2D3D3F3E8016}"/>
              </a:ext>
            </a:extLst>
          </p:cNvPr>
          <p:cNvSpPr>
            <a:spLocks noGrp="1"/>
          </p:cNvSpPr>
          <p:nvPr>
            <p:ph type="title"/>
          </p:nvPr>
        </p:nvSpPr>
        <p:spPr>
          <a:xfrm>
            <a:off x="628650" y="274638"/>
            <a:ext cx="7886700" cy="993775"/>
          </a:xfrm>
          <a:prstGeom prst="rect">
            <a:avLst/>
          </a:prstGeom>
        </p:spPr>
        <p:txBody>
          <a:bodyPr/>
          <a:lstStyle/>
          <a:p>
            <a:r>
              <a:rPr lang="en-US"/>
              <a:t>Click to edit Master title style</a:t>
            </a:r>
          </a:p>
        </p:txBody>
      </p:sp>
      <p:sp>
        <p:nvSpPr>
          <p:cNvPr id="3" name="Text Placeholder 2">
            <a:extLst>
              <a:ext uri="{FF2B5EF4-FFF2-40B4-BE49-F238E27FC236}">
                <a16:creationId xmlns:a16="http://schemas.microsoft.com/office/drawing/2014/main" id="{0B123E40-5B08-915C-2228-5BCF8BBCE7C0}"/>
              </a:ext>
            </a:extLst>
          </p:cNvPr>
          <p:cNvSpPr>
            <a:spLocks noGrp="1"/>
          </p:cNvSpPr>
          <p:nvPr>
            <p:ph type="body" idx="1"/>
          </p:nvPr>
        </p:nvSpPr>
        <p:spPr>
          <a:xfrm>
            <a:off x="628650" y="1370013"/>
            <a:ext cx="7886700" cy="3262312"/>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Ovr>
    <a:masterClrMapping/>
  </p:clrMapOvr>
</p:sldLayout>
</file>

<file path=ppt/slideLayouts/slideLayout103.xml><?xml version="1.0" encoding="utf-8"?>
<p:sldLayout xmlns:a="http://schemas.openxmlformats.org/drawingml/2006/main" xmlns:r="http://schemas.openxmlformats.org/officeDocument/2006/relationships" xmlns:p="http://schemas.openxmlformats.org/presentationml/2006/main" type="tx">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4D6563-BFF6-A44B-2A9B-76593551FF9C}"/>
              </a:ext>
            </a:extLst>
          </p:cNvPr>
          <p:cNvSpPr>
            <a:spLocks noGrp="1"/>
          </p:cNvSpPr>
          <p:nvPr>
            <p:ph type="title"/>
          </p:nvPr>
        </p:nvSpPr>
        <p:spPr>
          <a:xfrm>
            <a:off x="628650" y="274638"/>
            <a:ext cx="7886700" cy="993775"/>
          </a:xfrm>
          <a:prstGeom prst="rect">
            <a:avLst/>
          </a:prstGeom>
        </p:spPr>
        <p:txBody>
          <a:bodyPr/>
          <a:lstStyle/>
          <a:p>
            <a:r>
              <a:rPr lang="en-US"/>
              <a:t>Click to edit Master title style</a:t>
            </a:r>
          </a:p>
        </p:txBody>
      </p:sp>
      <p:sp>
        <p:nvSpPr>
          <p:cNvPr id="3" name="Text Placeholder 2">
            <a:extLst>
              <a:ext uri="{FF2B5EF4-FFF2-40B4-BE49-F238E27FC236}">
                <a16:creationId xmlns:a16="http://schemas.microsoft.com/office/drawing/2014/main" id="{DAA3C35F-D2A3-EFE7-DF73-9DD858ABAFC3}"/>
              </a:ext>
            </a:extLst>
          </p:cNvPr>
          <p:cNvSpPr>
            <a:spLocks noGrp="1"/>
          </p:cNvSpPr>
          <p:nvPr>
            <p:ph type="body" idx="1"/>
          </p:nvPr>
        </p:nvSpPr>
        <p:spPr>
          <a:xfrm>
            <a:off x="628650" y="1370013"/>
            <a:ext cx="7886700" cy="3262312"/>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Ovr>
    <a:masterClrMapping/>
  </p:clrMapOvr>
</p:sldLayout>
</file>

<file path=ppt/slideLayouts/slideLayout104.xml><?xml version="1.0" encoding="utf-8"?>
<p:sldLayout xmlns:a="http://schemas.openxmlformats.org/drawingml/2006/main" xmlns:r="http://schemas.openxmlformats.org/officeDocument/2006/relationships" xmlns:p="http://schemas.openxmlformats.org/presentationml/2006/main" type="tx">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EA6C54-C2ED-13B9-0DA5-070A6CD0EAEF}"/>
              </a:ext>
            </a:extLst>
          </p:cNvPr>
          <p:cNvSpPr>
            <a:spLocks noGrp="1"/>
          </p:cNvSpPr>
          <p:nvPr>
            <p:ph type="title"/>
          </p:nvPr>
        </p:nvSpPr>
        <p:spPr>
          <a:xfrm>
            <a:off x="628650" y="274638"/>
            <a:ext cx="7886700" cy="993775"/>
          </a:xfrm>
          <a:prstGeom prst="rect">
            <a:avLst/>
          </a:prstGeom>
        </p:spPr>
        <p:txBody>
          <a:bodyPr/>
          <a:lstStyle/>
          <a:p>
            <a:r>
              <a:rPr lang="en-US"/>
              <a:t>Click to edit Master title style</a:t>
            </a:r>
          </a:p>
        </p:txBody>
      </p:sp>
      <p:sp>
        <p:nvSpPr>
          <p:cNvPr id="3" name="Text Placeholder 2">
            <a:extLst>
              <a:ext uri="{FF2B5EF4-FFF2-40B4-BE49-F238E27FC236}">
                <a16:creationId xmlns:a16="http://schemas.microsoft.com/office/drawing/2014/main" id="{6C1CA1D8-B39A-B8D3-66D0-F89A3C046E1A}"/>
              </a:ext>
            </a:extLst>
          </p:cNvPr>
          <p:cNvSpPr>
            <a:spLocks noGrp="1"/>
          </p:cNvSpPr>
          <p:nvPr>
            <p:ph type="body" idx="1"/>
          </p:nvPr>
        </p:nvSpPr>
        <p:spPr>
          <a:xfrm>
            <a:off x="628650" y="1370013"/>
            <a:ext cx="7886700" cy="3262312"/>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Ovr>
    <a:masterClrMapping/>
  </p:clrMapOvr>
</p:sldLayout>
</file>

<file path=ppt/slideLayouts/slideLayout105.xml><?xml version="1.0" encoding="utf-8"?>
<p:sldLayout xmlns:a="http://schemas.openxmlformats.org/drawingml/2006/main" xmlns:r="http://schemas.openxmlformats.org/officeDocument/2006/relationships" xmlns:p="http://schemas.openxmlformats.org/presentationml/2006/main" type="tx">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67B702-E04B-1191-E884-F6C2760BCA09}"/>
              </a:ext>
            </a:extLst>
          </p:cNvPr>
          <p:cNvSpPr>
            <a:spLocks noGrp="1"/>
          </p:cNvSpPr>
          <p:nvPr>
            <p:ph type="title"/>
          </p:nvPr>
        </p:nvSpPr>
        <p:spPr>
          <a:xfrm>
            <a:off x="628650" y="274638"/>
            <a:ext cx="7886700" cy="993775"/>
          </a:xfrm>
          <a:prstGeom prst="rect">
            <a:avLst/>
          </a:prstGeom>
        </p:spPr>
        <p:txBody>
          <a:bodyPr/>
          <a:lstStyle/>
          <a:p>
            <a:r>
              <a:rPr lang="en-US"/>
              <a:t>Click to edit Master title style</a:t>
            </a:r>
          </a:p>
        </p:txBody>
      </p:sp>
      <p:sp>
        <p:nvSpPr>
          <p:cNvPr id="3" name="Text Placeholder 2">
            <a:extLst>
              <a:ext uri="{FF2B5EF4-FFF2-40B4-BE49-F238E27FC236}">
                <a16:creationId xmlns:a16="http://schemas.microsoft.com/office/drawing/2014/main" id="{8FBCE28A-0B8E-D0F0-F64D-80B73795B8AB}"/>
              </a:ext>
            </a:extLst>
          </p:cNvPr>
          <p:cNvSpPr>
            <a:spLocks noGrp="1"/>
          </p:cNvSpPr>
          <p:nvPr>
            <p:ph type="body" idx="1"/>
          </p:nvPr>
        </p:nvSpPr>
        <p:spPr>
          <a:xfrm>
            <a:off x="628650" y="1370013"/>
            <a:ext cx="7886700" cy="3262312"/>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Ovr>
    <a:masterClrMapping/>
  </p:clrMapOvr>
</p:sldLayout>
</file>

<file path=ppt/slideLayouts/slideLayout106.xml><?xml version="1.0" encoding="utf-8"?>
<p:sldLayout xmlns:a="http://schemas.openxmlformats.org/drawingml/2006/main" xmlns:r="http://schemas.openxmlformats.org/officeDocument/2006/relationships" xmlns:p="http://schemas.openxmlformats.org/presentationml/2006/main" type="tx">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A02466-90C8-64EC-FE69-3C9DAF6EA7C0}"/>
              </a:ext>
            </a:extLst>
          </p:cNvPr>
          <p:cNvSpPr>
            <a:spLocks noGrp="1"/>
          </p:cNvSpPr>
          <p:nvPr>
            <p:ph type="title"/>
          </p:nvPr>
        </p:nvSpPr>
        <p:spPr>
          <a:xfrm>
            <a:off x="628650" y="274638"/>
            <a:ext cx="7886700" cy="993775"/>
          </a:xfrm>
          <a:prstGeom prst="rect">
            <a:avLst/>
          </a:prstGeom>
        </p:spPr>
        <p:txBody>
          <a:bodyPr/>
          <a:lstStyle/>
          <a:p>
            <a:r>
              <a:rPr lang="en-US"/>
              <a:t>Click to edit Master title style</a:t>
            </a:r>
          </a:p>
        </p:txBody>
      </p:sp>
      <p:sp>
        <p:nvSpPr>
          <p:cNvPr id="3" name="Text Placeholder 2">
            <a:extLst>
              <a:ext uri="{FF2B5EF4-FFF2-40B4-BE49-F238E27FC236}">
                <a16:creationId xmlns:a16="http://schemas.microsoft.com/office/drawing/2014/main" id="{0E2F3600-C050-BA45-5B4E-A3E2E98A6A44}"/>
              </a:ext>
            </a:extLst>
          </p:cNvPr>
          <p:cNvSpPr>
            <a:spLocks noGrp="1"/>
          </p:cNvSpPr>
          <p:nvPr>
            <p:ph type="body" idx="1"/>
          </p:nvPr>
        </p:nvSpPr>
        <p:spPr>
          <a:xfrm>
            <a:off x="628650" y="1370013"/>
            <a:ext cx="7886700" cy="3262312"/>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Ovr>
    <a:masterClrMapping/>
  </p:clrMapOvr>
</p:sldLayout>
</file>

<file path=ppt/slideLayouts/slideLayout107.xml><?xml version="1.0" encoding="utf-8"?>
<p:sldLayout xmlns:a="http://schemas.openxmlformats.org/drawingml/2006/main" xmlns:r="http://schemas.openxmlformats.org/officeDocument/2006/relationships" xmlns:p="http://schemas.openxmlformats.org/presentationml/2006/main" type="tx">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464E34-7B03-5E11-55EF-2814CB16E47C}"/>
              </a:ext>
            </a:extLst>
          </p:cNvPr>
          <p:cNvSpPr>
            <a:spLocks noGrp="1"/>
          </p:cNvSpPr>
          <p:nvPr>
            <p:ph type="title"/>
          </p:nvPr>
        </p:nvSpPr>
        <p:spPr>
          <a:xfrm>
            <a:off x="628650" y="274638"/>
            <a:ext cx="7886700" cy="993775"/>
          </a:xfrm>
          <a:prstGeom prst="rect">
            <a:avLst/>
          </a:prstGeom>
        </p:spPr>
        <p:txBody>
          <a:bodyPr/>
          <a:lstStyle/>
          <a:p>
            <a:r>
              <a:rPr lang="en-US"/>
              <a:t>Click to edit Master title style</a:t>
            </a:r>
          </a:p>
        </p:txBody>
      </p:sp>
      <p:sp>
        <p:nvSpPr>
          <p:cNvPr id="3" name="Text Placeholder 2">
            <a:extLst>
              <a:ext uri="{FF2B5EF4-FFF2-40B4-BE49-F238E27FC236}">
                <a16:creationId xmlns:a16="http://schemas.microsoft.com/office/drawing/2014/main" id="{B908094F-50F2-4666-69E8-592668B99586}"/>
              </a:ext>
            </a:extLst>
          </p:cNvPr>
          <p:cNvSpPr>
            <a:spLocks noGrp="1"/>
          </p:cNvSpPr>
          <p:nvPr>
            <p:ph type="body" idx="1"/>
          </p:nvPr>
        </p:nvSpPr>
        <p:spPr>
          <a:xfrm>
            <a:off x="628650" y="1370013"/>
            <a:ext cx="7886700" cy="3262312"/>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Ovr>
    <a:masterClrMapping/>
  </p:clrMapOvr>
</p:sldLayout>
</file>

<file path=ppt/slideLayouts/slideLayout108.xml><?xml version="1.0" encoding="utf-8"?>
<p:sldLayout xmlns:a="http://schemas.openxmlformats.org/drawingml/2006/main" xmlns:r="http://schemas.openxmlformats.org/officeDocument/2006/relationships" xmlns:p="http://schemas.openxmlformats.org/presentationml/2006/main" type="tx">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39C3D4-E042-0351-DD95-6D07666DB114}"/>
              </a:ext>
            </a:extLst>
          </p:cNvPr>
          <p:cNvSpPr>
            <a:spLocks noGrp="1"/>
          </p:cNvSpPr>
          <p:nvPr>
            <p:ph type="title"/>
          </p:nvPr>
        </p:nvSpPr>
        <p:spPr>
          <a:xfrm>
            <a:off x="628650" y="274638"/>
            <a:ext cx="7886700" cy="993775"/>
          </a:xfrm>
          <a:prstGeom prst="rect">
            <a:avLst/>
          </a:prstGeom>
        </p:spPr>
        <p:txBody>
          <a:bodyPr/>
          <a:lstStyle/>
          <a:p>
            <a:r>
              <a:rPr lang="en-US"/>
              <a:t>Click to edit Master title style</a:t>
            </a:r>
          </a:p>
        </p:txBody>
      </p:sp>
      <p:sp>
        <p:nvSpPr>
          <p:cNvPr id="3" name="Text Placeholder 2">
            <a:extLst>
              <a:ext uri="{FF2B5EF4-FFF2-40B4-BE49-F238E27FC236}">
                <a16:creationId xmlns:a16="http://schemas.microsoft.com/office/drawing/2014/main" id="{B050A294-1ACF-A9A1-68BC-746E68DEF7B3}"/>
              </a:ext>
            </a:extLst>
          </p:cNvPr>
          <p:cNvSpPr>
            <a:spLocks noGrp="1"/>
          </p:cNvSpPr>
          <p:nvPr>
            <p:ph type="body" idx="1"/>
          </p:nvPr>
        </p:nvSpPr>
        <p:spPr>
          <a:xfrm>
            <a:off x="628650" y="1370013"/>
            <a:ext cx="7886700" cy="3262312"/>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Ovr>
    <a:masterClrMapping/>
  </p:clrMapOvr>
</p:sldLayout>
</file>

<file path=ppt/slideLayouts/slideLayout109.xml><?xml version="1.0" encoding="utf-8"?>
<p:sldLayout xmlns:a="http://schemas.openxmlformats.org/drawingml/2006/main" xmlns:r="http://schemas.openxmlformats.org/officeDocument/2006/relationships" xmlns:p="http://schemas.openxmlformats.org/presentationml/2006/main" type="tx">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F1583F-76B1-2193-97DE-36150A635331}"/>
              </a:ext>
            </a:extLst>
          </p:cNvPr>
          <p:cNvSpPr>
            <a:spLocks noGrp="1"/>
          </p:cNvSpPr>
          <p:nvPr>
            <p:ph type="title"/>
          </p:nvPr>
        </p:nvSpPr>
        <p:spPr>
          <a:xfrm>
            <a:off x="628650" y="274638"/>
            <a:ext cx="7886700" cy="993775"/>
          </a:xfrm>
          <a:prstGeom prst="rect">
            <a:avLst/>
          </a:prstGeom>
        </p:spPr>
        <p:txBody>
          <a:bodyPr/>
          <a:lstStyle/>
          <a:p>
            <a:r>
              <a:rPr lang="en-US"/>
              <a:t>Click to edit Master title style</a:t>
            </a:r>
          </a:p>
        </p:txBody>
      </p:sp>
      <p:sp>
        <p:nvSpPr>
          <p:cNvPr id="3" name="Text Placeholder 2">
            <a:extLst>
              <a:ext uri="{FF2B5EF4-FFF2-40B4-BE49-F238E27FC236}">
                <a16:creationId xmlns:a16="http://schemas.microsoft.com/office/drawing/2014/main" id="{C50A52CF-5E77-AE13-F017-F83EAF2E6715}"/>
              </a:ext>
            </a:extLst>
          </p:cNvPr>
          <p:cNvSpPr>
            <a:spLocks noGrp="1"/>
          </p:cNvSpPr>
          <p:nvPr>
            <p:ph type="body" idx="1"/>
          </p:nvPr>
        </p:nvSpPr>
        <p:spPr>
          <a:xfrm>
            <a:off x="628650" y="1370013"/>
            <a:ext cx="7886700" cy="3262312"/>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Ovr>
    <a:masterClrMapping/>
  </p:clrMapOvr>
</p:sldLayout>
</file>

<file path=ppt/slideLayouts/slideLayout110.xml><?xml version="1.0" encoding="utf-8"?>
<p:sldLayout xmlns:a="http://schemas.openxmlformats.org/drawingml/2006/main" xmlns:r="http://schemas.openxmlformats.org/officeDocument/2006/relationships" xmlns:p="http://schemas.openxmlformats.org/presentationml/2006/main" type="tx">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BF0DBD-029B-372E-18FF-5725C07E1B7D}"/>
              </a:ext>
            </a:extLst>
          </p:cNvPr>
          <p:cNvSpPr>
            <a:spLocks noGrp="1"/>
          </p:cNvSpPr>
          <p:nvPr>
            <p:ph type="title"/>
          </p:nvPr>
        </p:nvSpPr>
        <p:spPr>
          <a:xfrm>
            <a:off x="628650" y="274638"/>
            <a:ext cx="7886700" cy="993775"/>
          </a:xfrm>
          <a:prstGeom prst="rect">
            <a:avLst/>
          </a:prstGeom>
        </p:spPr>
        <p:txBody>
          <a:bodyPr/>
          <a:lstStyle/>
          <a:p>
            <a:r>
              <a:rPr lang="en-US"/>
              <a:t>Click to edit Master title style</a:t>
            </a:r>
          </a:p>
        </p:txBody>
      </p:sp>
      <p:sp>
        <p:nvSpPr>
          <p:cNvPr id="3" name="Text Placeholder 2">
            <a:extLst>
              <a:ext uri="{FF2B5EF4-FFF2-40B4-BE49-F238E27FC236}">
                <a16:creationId xmlns:a16="http://schemas.microsoft.com/office/drawing/2014/main" id="{5FC77443-9891-6EA4-73E8-95496CE03F8C}"/>
              </a:ext>
            </a:extLst>
          </p:cNvPr>
          <p:cNvSpPr>
            <a:spLocks noGrp="1"/>
          </p:cNvSpPr>
          <p:nvPr>
            <p:ph type="body" idx="1"/>
          </p:nvPr>
        </p:nvSpPr>
        <p:spPr>
          <a:xfrm>
            <a:off x="628650" y="1370013"/>
            <a:ext cx="7886700" cy="3262312"/>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Ovr>
    <a:masterClrMapping/>
  </p:clrMapOvr>
</p:sldLayout>
</file>

<file path=ppt/slideLayouts/slideLayout111.xml><?xml version="1.0" encoding="utf-8"?>
<p:sldLayout xmlns:a="http://schemas.openxmlformats.org/drawingml/2006/main" xmlns:r="http://schemas.openxmlformats.org/officeDocument/2006/relationships" xmlns:p="http://schemas.openxmlformats.org/presentationml/2006/main" type="tx">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8565D8-5B97-588C-CF8D-0560BF167254}"/>
              </a:ext>
            </a:extLst>
          </p:cNvPr>
          <p:cNvSpPr>
            <a:spLocks noGrp="1"/>
          </p:cNvSpPr>
          <p:nvPr>
            <p:ph type="title"/>
          </p:nvPr>
        </p:nvSpPr>
        <p:spPr>
          <a:xfrm>
            <a:off x="628650" y="274638"/>
            <a:ext cx="7886700" cy="993775"/>
          </a:xfrm>
          <a:prstGeom prst="rect">
            <a:avLst/>
          </a:prstGeom>
        </p:spPr>
        <p:txBody>
          <a:bodyPr/>
          <a:lstStyle/>
          <a:p>
            <a:r>
              <a:rPr lang="en-US"/>
              <a:t>Click to edit Master title style</a:t>
            </a:r>
          </a:p>
        </p:txBody>
      </p:sp>
      <p:sp>
        <p:nvSpPr>
          <p:cNvPr id="3" name="Text Placeholder 2">
            <a:extLst>
              <a:ext uri="{FF2B5EF4-FFF2-40B4-BE49-F238E27FC236}">
                <a16:creationId xmlns:a16="http://schemas.microsoft.com/office/drawing/2014/main" id="{9BA5DFCB-EC1A-EED2-09E2-B30FD1FD0296}"/>
              </a:ext>
            </a:extLst>
          </p:cNvPr>
          <p:cNvSpPr>
            <a:spLocks noGrp="1"/>
          </p:cNvSpPr>
          <p:nvPr>
            <p:ph type="body" idx="1"/>
          </p:nvPr>
        </p:nvSpPr>
        <p:spPr>
          <a:xfrm>
            <a:off x="628650" y="1370013"/>
            <a:ext cx="7886700" cy="3262312"/>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Ovr>
    <a:masterClrMapping/>
  </p:clrMapOvr>
</p:sldLayout>
</file>

<file path=ppt/slideLayouts/slideLayout112.xml><?xml version="1.0" encoding="utf-8"?>
<p:sldLayout xmlns:a="http://schemas.openxmlformats.org/drawingml/2006/main" xmlns:r="http://schemas.openxmlformats.org/officeDocument/2006/relationships" xmlns:p="http://schemas.openxmlformats.org/presentationml/2006/main" type="tx">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8C07C9-A987-3AA3-27A7-DC71109E959F}"/>
              </a:ext>
            </a:extLst>
          </p:cNvPr>
          <p:cNvSpPr>
            <a:spLocks noGrp="1"/>
          </p:cNvSpPr>
          <p:nvPr>
            <p:ph type="title"/>
          </p:nvPr>
        </p:nvSpPr>
        <p:spPr>
          <a:xfrm>
            <a:off x="628650" y="274638"/>
            <a:ext cx="7886700" cy="993775"/>
          </a:xfrm>
          <a:prstGeom prst="rect">
            <a:avLst/>
          </a:prstGeom>
        </p:spPr>
        <p:txBody>
          <a:bodyPr/>
          <a:lstStyle/>
          <a:p>
            <a:r>
              <a:rPr lang="en-US"/>
              <a:t>Click to edit Master title style</a:t>
            </a:r>
          </a:p>
        </p:txBody>
      </p:sp>
      <p:sp>
        <p:nvSpPr>
          <p:cNvPr id="3" name="Text Placeholder 2">
            <a:extLst>
              <a:ext uri="{FF2B5EF4-FFF2-40B4-BE49-F238E27FC236}">
                <a16:creationId xmlns:a16="http://schemas.microsoft.com/office/drawing/2014/main" id="{E73035A4-94AB-44D2-F091-A73D66AA9D2B}"/>
              </a:ext>
            </a:extLst>
          </p:cNvPr>
          <p:cNvSpPr>
            <a:spLocks noGrp="1"/>
          </p:cNvSpPr>
          <p:nvPr>
            <p:ph type="body" idx="1"/>
          </p:nvPr>
        </p:nvSpPr>
        <p:spPr>
          <a:xfrm>
            <a:off x="628650" y="1370013"/>
            <a:ext cx="7886700" cy="3262312"/>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Ovr>
    <a:masterClrMapping/>
  </p:clrMapOvr>
</p:sldLayout>
</file>

<file path=ppt/slideLayouts/slideLayout113.xml><?xml version="1.0" encoding="utf-8"?>
<p:sldLayout xmlns:a="http://schemas.openxmlformats.org/drawingml/2006/main" xmlns:r="http://schemas.openxmlformats.org/officeDocument/2006/relationships" xmlns:p="http://schemas.openxmlformats.org/presentationml/2006/main" type="tx">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4F8818-6EFF-B771-2806-C66BFF208501}"/>
              </a:ext>
            </a:extLst>
          </p:cNvPr>
          <p:cNvSpPr>
            <a:spLocks noGrp="1"/>
          </p:cNvSpPr>
          <p:nvPr>
            <p:ph type="title"/>
          </p:nvPr>
        </p:nvSpPr>
        <p:spPr>
          <a:xfrm>
            <a:off x="628650" y="274638"/>
            <a:ext cx="7886700" cy="993775"/>
          </a:xfrm>
          <a:prstGeom prst="rect">
            <a:avLst/>
          </a:prstGeom>
        </p:spPr>
        <p:txBody>
          <a:bodyPr/>
          <a:lstStyle/>
          <a:p>
            <a:r>
              <a:rPr lang="en-US"/>
              <a:t>Click to edit Master title style</a:t>
            </a:r>
          </a:p>
        </p:txBody>
      </p:sp>
      <p:sp>
        <p:nvSpPr>
          <p:cNvPr id="3" name="Text Placeholder 2">
            <a:extLst>
              <a:ext uri="{FF2B5EF4-FFF2-40B4-BE49-F238E27FC236}">
                <a16:creationId xmlns:a16="http://schemas.microsoft.com/office/drawing/2014/main" id="{F17200EF-9E81-9F14-80B0-01F3DFFAEA1D}"/>
              </a:ext>
            </a:extLst>
          </p:cNvPr>
          <p:cNvSpPr>
            <a:spLocks noGrp="1"/>
          </p:cNvSpPr>
          <p:nvPr>
            <p:ph type="body" idx="1"/>
          </p:nvPr>
        </p:nvSpPr>
        <p:spPr>
          <a:xfrm>
            <a:off x="628650" y="1370013"/>
            <a:ext cx="7886700" cy="3262312"/>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Ovr>
    <a:masterClrMapping/>
  </p:clrMapOvr>
</p:sldLayout>
</file>

<file path=ppt/slideLayouts/slideLayout114.xml><?xml version="1.0" encoding="utf-8"?>
<p:sldLayout xmlns:a="http://schemas.openxmlformats.org/drawingml/2006/main" xmlns:r="http://schemas.openxmlformats.org/officeDocument/2006/relationships" xmlns:p="http://schemas.openxmlformats.org/presentationml/2006/main" type="tx">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28E31A-1F00-5595-4D2B-1FEB9F876D37}"/>
              </a:ext>
            </a:extLst>
          </p:cNvPr>
          <p:cNvSpPr>
            <a:spLocks noGrp="1"/>
          </p:cNvSpPr>
          <p:nvPr>
            <p:ph type="title"/>
          </p:nvPr>
        </p:nvSpPr>
        <p:spPr>
          <a:xfrm>
            <a:off x="628650" y="274638"/>
            <a:ext cx="7886700" cy="993775"/>
          </a:xfrm>
          <a:prstGeom prst="rect">
            <a:avLst/>
          </a:prstGeom>
        </p:spPr>
        <p:txBody>
          <a:bodyPr/>
          <a:lstStyle/>
          <a:p>
            <a:r>
              <a:rPr lang="en-US"/>
              <a:t>Click to edit Master title style</a:t>
            </a:r>
          </a:p>
        </p:txBody>
      </p:sp>
      <p:sp>
        <p:nvSpPr>
          <p:cNvPr id="3" name="Text Placeholder 2">
            <a:extLst>
              <a:ext uri="{FF2B5EF4-FFF2-40B4-BE49-F238E27FC236}">
                <a16:creationId xmlns:a16="http://schemas.microsoft.com/office/drawing/2014/main" id="{B3049BEC-AF2C-23DD-CE1A-5B52E070A636}"/>
              </a:ext>
            </a:extLst>
          </p:cNvPr>
          <p:cNvSpPr>
            <a:spLocks noGrp="1"/>
          </p:cNvSpPr>
          <p:nvPr>
            <p:ph type="body" idx="1"/>
          </p:nvPr>
        </p:nvSpPr>
        <p:spPr>
          <a:xfrm>
            <a:off x="628650" y="1370013"/>
            <a:ext cx="7886700" cy="3262312"/>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Ovr>
    <a:masterClrMapping/>
  </p:clrMapOvr>
</p:sldLayout>
</file>

<file path=ppt/slideLayouts/slideLayout115.xml><?xml version="1.0" encoding="utf-8"?>
<p:sldLayout xmlns:a="http://schemas.openxmlformats.org/drawingml/2006/main" xmlns:r="http://schemas.openxmlformats.org/officeDocument/2006/relationships" xmlns:p="http://schemas.openxmlformats.org/presentationml/2006/main" type="tx">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318BB7-5ED1-D0D0-2126-8A6EBA770BEB}"/>
              </a:ext>
            </a:extLst>
          </p:cNvPr>
          <p:cNvSpPr>
            <a:spLocks noGrp="1"/>
          </p:cNvSpPr>
          <p:nvPr>
            <p:ph type="title"/>
          </p:nvPr>
        </p:nvSpPr>
        <p:spPr>
          <a:xfrm>
            <a:off x="628650" y="274638"/>
            <a:ext cx="7886700" cy="993775"/>
          </a:xfrm>
          <a:prstGeom prst="rect">
            <a:avLst/>
          </a:prstGeom>
        </p:spPr>
        <p:txBody>
          <a:bodyPr/>
          <a:lstStyle/>
          <a:p>
            <a:r>
              <a:rPr lang="en-US"/>
              <a:t>Click to edit Master title style</a:t>
            </a:r>
          </a:p>
        </p:txBody>
      </p:sp>
      <p:sp>
        <p:nvSpPr>
          <p:cNvPr id="3" name="Text Placeholder 2">
            <a:extLst>
              <a:ext uri="{FF2B5EF4-FFF2-40B4-BE49-F238E27FC236}">
                <a16:creationId xmlns:a16="http://schemas.microsoft.com/office/drawing/2014/main" id="{C95D6779-5716-875E-199C-E09BFD8E117D}"/>
              </a:ext>
            </a:extLst>
          </p:cNvPr>
          <p:cNvSpPr>
            <a:spLocks noGrp="1"/>
          </p:cNvSpPr>
          <p:nvPr>
            <p:ph type="body" idx="1"/>
          </p:nvPr>
        </p:nvSpPr>
        <p:spPr>
          <a:xfrm>
            <a:off x="628650" y="1370013"/>
            <a:ext cx="7886700" cy="3262312"/>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Ovr>
    <a:masterClrMapping/>
  </p:clrMapOvr>
</p:sldLayout>
</file>

<file path=ppt/slideLayouts/slideLayout116.xml><?xml version="1.0" encoding="utf-8"?>
<p:sldLayout xmlns:a="http://schemas.openxmlformats.org/drawingml/2006/main" xmlns:r="http://schemas.openxmlformats.org/officeDocument/2006/relationships" xmlns:p="http://schemas.openxmlformats.org/presentationml/2006/main" type="tx">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7F195A-68BB-3673-6B22-B5E821F14228}"/>
              </a:ext>
            </a:extLst>
          </p:cNvPr>
          <p:cNvSpPr>
            <a:spLocks noGrp="1"/>
          </p:cNvSpPr>
          <p:nvPr>
            <p:ph type="title"/>
          </p:nvPr>
        </p:nvSpPr>
        <p:spPr>
          <a:xfrm>
            <a:off x="628650" y="274638"/>
            <a:ext cx="7886700" cy="993775"/>
          </a:xfrm>
          <a:prstGeom prst="rect">
            <a:avLst/>
          </a:prstGeom>
        </p:spPr>
        <p:txBody>
          <a:bodyPr/>
          <a:lstStyle/>
          <a:p>
            <a:r>
              <a:rPr lang="en-US"/>
              <a:t>Click to edit Master title style</a:t>
            </a:r>
          </a:p>
        </p:txBody>
      </p:sp>
      <p:sp>
        <p:nvSpPr>
          <p:cNvPr id="3" name="Text Placeholder 2">
            <a:extLst>
              <a:ext uri="{FF2B5EF4-FFF2-40B4-BE49-F238E27FC236}">
                <a16:creationId xmlns:a16="http://schemas.microsoft.com/office/drawing/2014/main" id="{6884F455-3A70-55C1-C1A6-59068BB7D499}"/>
              </a:ext>
            </a:extLst>
          </p:cNvPr>
          <p:cNvSpPr>
            <a:spLocks noGrp="1"/>
          </p:cNvSpPr>
          <p:nvPr>
            <p:ph type="body" idx="1"/>
          </p:nvPr>
        </p:nvSpPr>
        <p:spPr>
          <a:xfrm>
            <a:off x="628650" y="1370013"/>
            <a:ext cx="7886700" cy="3262312"/>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Ovr>
    <a:masterClrMapping/>
  </p:clrMapOvr>
</p:sldLayout>
</file>

<file path=ppt/slideLayouts/slideLayout117.xml><?xml version="1.0" encoding="utf-8"?>
<p:sldLayout xmlns:a="http://schemas.openxmlformats.org/drawingml/2006/main" xmlns:r="http://schemas.openxmlformats.org/officeDocument/2006/relationships" xmlns:p="http://schemas.openxmlformats.org/presentationml/2006/main" type="tx">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4A1175-8CBB-BBE2-23C1-76C771446632}"/>
              </a:ext>
            </a:extLst>
          </p:cNvPr>
          <p:cNvSpPr>
            <a:spLocks noGrp="1"/>
          </p:cNvSpPr>
          <p:nvPr>
            <p:ph type="title"/>
          </p:nvPr>
        </p:nvSpPr>
        <p:spPr>
          <a:xfrm>
            <a:off x="628650" y="274638"/>
            <a:ext cx="7886700" cy="993775"/>
          </a:xfrm>
          <a:prstGeom prst="rect">
            <a:avLst/>
          </a:prstGeom>
        </p:spPr>
        <p:txBody>
          <a:bodyPr/>
          <a:lstStyle/>
          <a:p>
            <a:r>
              <a:rPr lang="en-US"/>
              <a:t>Click to edit Master title style</a:t>
            </a:r>
          </a:p>
        </p:txBody>
      </p:sp>
      <p:sp>
        <p:nvSpPr>
          <p:cNvPr id="3" name="Text Placeholder 2">
            <a:extLst>
              <a:ext uri="{FF2B5EF4-FFF2-40B4-BE49-F238E27FC236}">
                <a16:creationId xmlns:a16="http://schemas.microsoft.com/office/drawing/2014/main" id="{687B7643-3578-4678-BFB9-EA1F6CEA5635}"/>
              </a:ext>
            </a:extLst>
          </p:cNvPr>
          <p:cNvSpPr>
            <a:spLocks noGrp="1"/>
          </p:cNvSpPr>
          <p:nvPr>
            <p:ph type="body" idx="1"/>
          </p:nvPr>
        </p:nvSpPr>
        <p:spPr>
          <a:xfrm>
            <a:off x="628650" y="1370013"/>
            <a:ext cx="7886700" cy="3262312"/>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Ovr>
    <a:masterClrMapping/>
  </p:clrMapOvr>
</p:sldLayout>
</file>

<file path=ppt/slideLayouts/slideLayout118.xml><?xml version="1.0" encoding="utf-8"?>
<p:sldLayout xmlns:a="http://schemas.openxmlformats.org/drawingml/2006/main" xmlns:r="http://schemas.openxmlformats.org/officeDocument/2006/relationships" xmlns:p="http://schemas.openxmlformats.org/presentationml/2006/main" type="tx">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8095F5-CFEE-9B5E-7324-A53E4269A2FB}"/>
              </a:ext>
            </a:extLst>
          </p:cNvPr>
          <p:cNvSpPr>
            <a:spLocks noGrp="1"/>
          </p:cNvSpPr>
          <p:nvPr>
            <p:ph type="title"/>
          </p:nvPr>
        </p:nvSpPr>
        <p:spPr>
          <a:xfrm>
            <a:off x="628650" y="274638"/>
            <a:ext cx="7886700" cy="993775"/>
          </a:xfrm>
          <a:prstGeom prst="rect">
            <a:avLst/>
          </a:prstGeom>
        </p:spPr>
        <p:txBody>
          <a:bodyPr/>
          <a:lstStyle/>
          <a:p>
            <a:r>
              <a:rPr lang="en-US"/>
              <a:t>Click to edit Master title style</a:t>
            </a:r>
          </a:p>
        </p:txBody>
      </p:sp>
      <p:sp>
        <p:nvSpPr>
          <p:cNvPr id="3" name="Text Placeholder 2">
            <a:extLst>
              <a:ext uri="{FF2B5EF4-FFF2-40B4-BE49-F238E27FC236}">
                <a16:creationId xmlns:a16="http://schemas.microsoft.com/office/drawing/2014/main" id="{BA87476D-0D9F-EFA9-F9B0-614B3522F7E9}"/>
              </a:ext>
            </a:extLst>
          </p:cNvPr>
          <p:cNvSpPr>
            <a:spLocks noGrp="1"/>
          </p:cNvSpPr>
          <p:nvPr>
            <p:ph type="body" idx="1"/>
          </p:nvPr>
        </p:nvSpPr>
        <p:spPr>
          <a:xfrm>
            <a:off x="628650" y="1370013"/>
            <a:ext cx="7886700" cy="3262312"/>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Ovr>
    <a:masterClrMapping/>
  </p:clrMapOvr>
</p:sldLayout>
</file>

<file path=ppt/slideLayouts/slideLayout119.xml><?xml version="1.0" encoding="utf-8"?>
<p:sldLayout xmlns:a="http://schemas.openxmlformats.org/drawingml/2006/main" xmlns:r="http://schemas.openxmlformats.org/officeDocument/2006/relationships" xmlns:p="http://schemas.openxmlformats.org/presentationml/2006/main" type="tx">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38A323-5BF9-2F93-C13C-DEF1DCC35B21}"/>
              </a:ext>
            </a:extLst>
          </p:cNvPr>
          <p:cNvSpPr>
            <a:spLocks noGrp="1"/>
          </p:cNvSpPr>
          <p:nvPr>
            <p:ph type="title"/>
          </p:nvPr>
        </p:nvSpPr>
        <p:spPr>
          <a:xfrm>
            <a:off x="628650" y="274638"/>
            <a:ext cx="7886700" cy="993775"/>
          </a:xfrm>
          <a:prstGeom prst="rect">
            <a:avLst/>
          </a:prstGeom>
        </p:spPr>
        <p:txBody>
          <a:bodyPr/>
          <a:lstStyle/>
          <a:p>
            <a:r>
              <a:rPr lang="en-US"/>
              <a:t>Click to edit Master title style</a:t>
            </a:r>
          </a:p>
        </p:txBody>
      </p:sp>
      <p:sp>
        <p:nvSpPr>
          <p:cNvPr id="3" name="Text Placeholder 2">
            <a:extLst>
              <a:ext uri="{FF2B5EF4-FFF2-40B4-BE49-F238E27FC236}">
                <a16:creationId xmlns:a16="http://schemas.microsoft.com/office/drawing/2014/main" id="{0A0BF03E-311D-1083-4FA3-8F12A8F593BE}"/>
              </a:ext>
            </a:extLst>
          </p:cNvPr>
          <p:cNvSpPr>
            <a:spLocks noGrp="1"/>
          </p:cNvSpPr>
          <p:nvPr>
            <p:ph type="body" idx="1"/>
          </p:nvPr>
        </p:nvSpPr>
        <p:spPr>
          <a:xfrm>
            <a:off x="628650" y="1370013"/>
            <a:ext cx="7886700" cy="3262312"/>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Ovr>
    <a:masterClrMapping/>
  </p:clrMapOvr>
</p:sldLayout>
</file>

<file path=ppt/slideLayouts/slideLayout120.xml><?xml version="1.0" encoding="utf-8"?>
<p:sldLayout xmlns:a="http://schemas.openxmlformats.org/drawingml/2006/main" xmlns:r="http://schemas.openxmlformats.org/officeDocument/2006/relationships" xmlns:p="http://schemas.openxmlformats.org/presentationml/2006/main" type="tx">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C6565D-4618-1646-9287-D2BA97721C3A}"/>
              </a:ext>
            </a:extLst>
          </p:cNvPr>
          <p:cNvSpPr>
            <a:spLocks noGrp="1"/>
          </p:cNvSpPr>
          <p:nvPr>
            <p:ph type="title"/>
          </p:nvPr>
        </p:nvSpPr>
        <p:spPr>
          <a:xfrm>
            <a:off x="628650" y="274638"/>
            <a:ext cx="7886700" cy="993775"/>
          </a:xfrm>
          <a:prstGeom prst="rect">
            <a:avLst/>
          </a:prstGeom>
        </p:spPr>
        <p:txBody>
          <a:bodyPr/>
          <a:lstStyle/>
          <a:p>
            <a:r>
              <a:rPr lang="en-US"/>
              <a:t>Click to edit Master title style</a:t>
            </a:r>
          </a:p>
        </p:txBody>
      </p:sp>
      <p:sp>
        <p:nvSpPr>
          <p:cNvPr id="3" name="Text Placeholder 2">
            <a:extLst>
              <a:ext uri="{FF2B5EF4-FFF2-40B4-BE49-F238E27FC236}">
                <a16:creationId xmlns:a16="http://schemas.microsoft.com/office/drawing/2014/main" id="{8CD55DD8-E5BB-19BE-DAF3-FF415C3E482F}"/>
              </a:ext>
            </a:extLst>
          </p:cNvPr>
          <p:cNvSpPr>
            <a:spLocks noGrp="1"/>
          </p:cNvSpPr>
          <p:nvPr>
            <p:ph type="body" idx="1"/>
          </p:nvPr>
        </p:nvSpPr>
        <p:spPr>
          <a:xfrm>
            <a:off x="628650" y="1370013"/>
            <a:ext cx="7886700" cy="3262312"/>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Ovr>
    <a:masterClrMapping/>
  </p:clrMapOvr>
</p:sldLayout>
</file>

<file path=ppt/slideLayouts/slideLayout121.xml><?xml version="1.0" encoding="utf-8"?>
<p:sldLayout xmlns:a="http://schemas.openxmlformats.org/drawingml/2006/main" xmlns:r="http://schemas.openxmlformats.org/officeDocument/2006/relationships" xmlns:p="http://schemas.openxmlformats.org/presentationml/2006/main" type="tx">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4EFEC5-51B8-7E93-44A6-6A270633D51E}"/>
              </a:ext>
            </a:extLst>
          </p:cNvPr>
          <p:cNvSpPr>
            <a:spLocks noGrp="1"/>
          </p:cNvSpPr>
          <p:nvPr>
            <p:ph type="title"/>
          </p:nvPr>
        </p:nvSpPr>
        <p:spPr>
          <a:xfrm>
            <a:off x="628650" y="274638"/>
            <a:ext cx="7886700" cy="993775"/>
          </a:xfrm>
          <a:prstGeom prst="rect">
            <a:avLst/>
          </a:prstGeom>
        </p:spPr>
        <p:txBody>
          <a:bodyPr/>
          <a:lstStyle/>
          <a:p>
            <a:r>
              <a:rPr lang="en-US"/>
              <a:t>Click to edit Master title style</a:t>
            </a:r>
          </a:p>
        </p:txBody>
      </p:sp>
      <p:sp>
        <p:nvSpPr>
          <p:cNvPr id="3" name="Text Placeholder 2">
            <a:extLst>
              <a:ext uri="{FF2B5EF4-FFF2-40B4-BE49-F238E27FC236}">
                <a16:creationId xmlns:a16="http://schemas.microsoft.com/office/drawing/2014/main" id="{D1B29F13-9DAD-0341-C646-F5A447B18FDC}"/>
              </a:ext>
            </a:extLst>
          </p:cNvPr>
          <p:cNvSpPr>
            <a:spLocks noGrp="1"/>
          </p:cNvSpPr>
          <p:nvPr>
            <p:ph type="body" idx="1"/>
          </p:nvPr>
        </p:nvSpPr>
        <p:spPr>
          <a:xfrm>
            <a:off x="628650" y="1370013"/>
            <a:ext cx="7886700" cy="3262312"/>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Ovr>
    <a:masterClrMapping/>
  </p:clrMapOvr>
</p:sldLayout>
</file>

<file path=ppt/slideLayouts/slideLayout122.xml><?xml version="1.0" encoding="utf-8"?>
<p:sldLayout xmlns:a="http://schemas.openxmlformats.org/drawingml/2006/main" xmlns:r="http://schemas.openxmlformats.org/officeDocument/2006/relationships" xmlns:p="http://schemas.openxmlformats.org/presentationml/2006/main" type="tx">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CE7BCC-611E-4E07-D6EA-981840A39977}"/>
              </a:ext>
            </a:extLst>
          </p:cNvPr>
          <p:cNvSpPr>
            <a:spLocks noGrp="1"/>
          </p:cNvSpPr>
          <p:nvPr>
            <p:ph type="title"/>
          </p:nvPr>
        </p:nvSpPr>
        <p:spPr>
          <a:xfrm>
            <a:off x="628650" y="274638"/>
            <a:ext cx="7886700" cy="993775"/>
          </a:xfrm>
          <a:prstGeom prst="rect">
            <a:avLst/>
          </a:prstGeom>
        </p:spPr>
        <p:txBody>
          <a:bodyPr/>
          <a:lstStyle/>
          <a:p>
            <a:r>
              <a:rPr lang="en-US"/>
              <a:t>Click to edit Master title style</a:t>
            </a:r>
          </a:p>
        </p:txBody>
      </p:sp>
      <p:sp>
        <p:nvSpPr>
          <p:cNvPr id="3" name="Text Placeholder 2">
            <a:extLst>
              <a:ext uri="{FF2B5EF4-FFF2-40B4-BE49-F238E27FC236}">
                <a16:creationId xmlns:a16="http://schemas.microsoft.com/office/drawing/2014/main" id="{D128234E-9B6C-2F89-DA67-7726F3DB61A4}"/>
              </a:ext>
            </a:extLst>
          </p:cNvPr>
          <p:cNvSpPr>
            <a:spLocks noGrp="1"/>
          </p:cNvSpPr>
          <p:nvPr>
            <p:ph type="body" idx="1"/>
          </p:nvPr>
        </p:nvSpPr>
        <p:spPr>
          <a:xfrm>
            <a:off x="628650" y="1370013"/>
            <a:ext cx="7886700" cy="3262312"/>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Ovr>
    <a:masterClrMapping/>
  </p:clrMapOvr>
</p:sldLayout>
</file>

<file path=ppt/slideLayouts/slideLayout123.xml><?xml version="1.0" encoding="utf-8"?>
<p:sldLayout xmlns:a="http://schemas.openxmlformats.org/drawingml/2006/main" xmlns:r="http://schemas.openxmlformats.org/officeDocument/2006/relationships" xmlns:p="http://schemas.openxmlformats.org/presentationml/2006/main" type="tx">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990D31-41E7-58DB-8C6A-678CF37F9AB7}"/>
              </a:ext>
            </a:extLst>
          </p:cNvPr>
          <p:cNvSpPr>
            <a:spLocks noGrp="1"/>
          </p:cNvSpPr>
          <p:nvPr>
            <p:ph type="title"/>
          </p:nvPr>
        </p:nvSpPr>
        <p:spPr>
          <a:xfrm>
            <a:off x="628650" y="274638"/>
            <a:ext cx="7886700" cy="993775"/>
          </a:xfrm>
          <a:prstGeom prst="rect">
            <a:avLst/>
          </a:prstGeom>
        </p:spPr>
        <p:txBody>
          <a:bodyPr/>
          <a:lstStyle/>
          <a:p>
            <a:r>
              <a:rPr lang="en-US"/>
              <a:t>Click to edit Master title style</a:t>
            </a:r>
          </a:p>
        </p:txBody>
      </p:sp>
      <p:sp>
        <p:nvSpPr>
          <p:cNvPr id="3" name="Text Placeholder 2">
            <a:extLst>
              <a:ext uri="{FF2B5EF4-FFF2-40B4-BE49-F238E27FC236}">
                <a16:creationId xmlns:a16="http://schemas.microsoft.com/office/drawing/2014/main" id="{4773EF64-17B8-53D3-F887-E85003757343}"/>
              </a:ext>
            </a:extLst>
          </p:cNvPr>
          <p:cNvSpPr>
            <a:spLocks noGrp="1"/>
          </p:cNvSpPr>
          <p:nvPr>
            <p:ph type="body" idx="1"/>
          </p:nvPr>
        </p:nvSpPr>
        <p:spPr>
          <a:xfrm>
            <a:off x="628650" y="1370013"/>
            <a:ext cx="7886700" cy="3262312"/>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Ovr>
    <a:masterClrMapping/>
  </p:clrMapOvr>
</p:sldLayout>
</file>

<file path=ppt/slideLayouts/slideLayout124.xml><?xml version="1.0" encoding="utf-8"?>
<p:sldLayout xmlns:a="http://schemas.openxmlformats.org/drawingml/2006/main" xmlns:r="http://schemas.openxmlformats.org/officeDocument/2006/relationships" xmlns:p="http://schemas.openxmlformats.org/presentationml/2006/main" type="tx">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6292E9-CB25-B87C-8139-4D6B69EFC396}"/>
              </a:ext>
            </a:extLst>
          </p:cNvPr>
          <p:cNvSpPr>
            <a:spLocks noGrp="1"/>
          </p:cNvSpPr>
          <p:nvPr>
            <p:ph type="title"/>
          </p:nvPr>
        </p:nvSpPr>
        <p:spPr>
          <a:xfrm>
            <a:off x="628650" y="274638"/>
            <a:ext cx="7886700" cy="993775"/>
          </a:xfrm>
          <a:prstGeom prst="rect">
            <a:avLst/>
          </a:prstGeom>
        </p:spPr>
        <p:txBody>
          <a:bodyPr/>
          <a:lstStyle/>
          <a:p>
            <a:r>
              <a:rPr lang="en-US"/>
              <a:t>Click to edit Master title style</a:t>
            </a:r>
          </a:p>
        </p:txBody>
      </p:sp>
      <p:sp>
        <p:nvSpPr>
          <p:cNvPr id="3" name="Text Placeholder 2">
            <a:extLst>
              <a:ext uri="{FF2B5EF4-FFF2-40B4-BE49-F238E27FC236}">
                <a16:creationId xmlns:a16="http://schemas.microsoft.com/office/drawing/2014/main" id="{263C0146-154A-6E62-9397-5C2FB4048BDB}"/>
              </a:ext>
            </a:extLst>
          </p:cNvPr>
          <p:cNvSpPr>
            <a:spLocks noGrp="1"/>
          </p:cNvSpPr>
          <p:nvPr>
            <p:ph type="body" idx="1"/>
          </p:nvPr>
        </p:nvSpPr>
        <p:spPr>
          <a:xfrm>
            <a:off x="628650" y="1370013"/>
            <a:ext cx="7886700" cy="3262312"/>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Ovr>
    <a:masterClrMapping/>
  </p:clrMapOvr>
</p:sldLayout>
</file>

<file path=ppt/slideLayouts/slideLayout125.xml><?xml version="1.0" encoding="utf-8"?>
<p:sldLayout xmlns:a="http://schemas.openxmlformats.org/drawingml/2006/main" xmlns:r="http://schemas.openxmlformats.org/officeDocument/2006/relationships" xmlns:p="http://schemas.openxmlformats.org/presentationml/2006/main" type="tx">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F98C5F-7516-8BAB-7893-AA65F1D274E7}"/>
              </a:ext>
            </a:extLst>
          </p:cNvPr>
          <p:cNvSpPr>
            <a:spLocks noGrp="1"/>
          </p:cNvSpPr>
          <p:nvPr>
            <p:ph type="title"/>
          </p:nvPr>
        </p:nvSpPr>
        <p:spPr>
          <a:xfrm>
            <a:off x="628650" y="274638"/>
            <a:ext cx="7886700" cy="993775"/>
          </a:xfrm>
          <a:prstGeom prst="rect">
            <a:avLst/>
          </a:prstGeom>
        </p:spPr>
        <p:txBody>
          <a:bodyPr/>
          <a:lstStyle/>
          <a:p>
            <a:r>
              <a:rPr lang="en-US"/>
              <a:t>Click to edit Master title style</a:t>
            </a:r>
          </a:p>
        </p:txBody>
      </p:sp>
      <p:sp>
        <p:nvSpPr>
          <p:cNvPr id="3" name="Text Placeholder 2">
            <a:extLst>
              <a:ext uri="{FF2B5EF4-FFF2-40B4-BE49-F238E27FC236}">
                <a16:creationId xmlns:a16="http://schemas.microsoft.com/office/drawing/2014/main" id="{FED0AD8E-A921-AD1E-8D2E-EDA6FB6527B7}"/>
              </a:ext>
            </a:extLst>
          </p:cNvPr>
          <p:cNvSpPr>
            <a:spLocks noGrp="1"/>
          </p:cNvSpPr>
          <p:nvPr>
            <p:ph type="body" idx="1"/>
          </p:nvPr>
        </p:nvSpPr>
        <p:spPr>
          <a:xfrm>
            <a:off x="628650" y="1370013"/>
            <a:ext cx="7886700" cy="3262312"/>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Ovr>
    <a:masterClrMapping/>
  </p:clrMapOvr>
</p:sldLayout>
</file>

<file path=ppt/slideLayouts/slideLayout126.xml><?xml version="1.0" encoding="utf-8"?>
<p:sldLayout xmlns:a="http://schemas.openxmlformats.org/drawingml/2006/main" xmlns:r="http://schemas.openxmlformats.org/officeDocument/2006/relationships" xmlns:p="http://schemas.openxmlformats.org/presentationml/2006/main" type="tx">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6DC773-3FD1-71B3-CD90-F9462B8981EB}"/>
              </a:ext>
            </a:extLst>
          </p:cNvPr>
          <p:cNvSpPr>
            <a:spLocks noGrp="1"/>
          </p:cNvSpPr>
          <p:nvPr>
            <p:ph type="title"/>
          </p:nvPr>
        </p:nvSpPr>
        <p:spPr>
          <a:xfrm>
            <a:off x="628650" y="274638"/>
            <a:ext cx="7886700" cy="993775"/>
          </a:xfrm>
          <a:prstGeom prst="rect">
            <a:avLst/>
          </a:prstGeom>
        </p:spPr>
        <p:txBody>
          <a:bodyPr/>
          <a:lstStyle/>
          <a:p>
            <a:r>
              <a:rPr lang="en-US"/>
              <a:t>Click to edit Master title style</a:t>
            </a:r>
          </a:p>
        </p:txBody>
      </p:sp>
      <p:sp>
        <p:nvSpPr>
          <p:cNvPr id="3" name="Text Placeholder 2">
            <a:extLst>
              <a:ext uri="{FF2B5EF4-FFF2-40B4-BE49-F238E27FC236}">
                <a16:creationId xmlns:a16="http://schemas.microsoft.com/office/drawing/2014/main" id="{3D26F5EF-29C7-87F2-9414-7E2CE913D6C8}"/>
              </a:ext>
            </a:extLst>
          </p:cNvPr>
          <p:cNvSpPr>
            <a:spLocks noGrp="1"/>
          </p:cNvSpPr>
          <p:nvPr>
            <p:ph type="body" idx="1"/>
          </p:nvPr>
        </p:nvSpPr>
        <p:spPr>
          <a:xfrm>
            <a:off x="628650" y="1370013"/>
            <a:ext cx="7886700" cy="3262312"/>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Ovr>
    <a:masterClrMapping/>
  </p:clrMapOvr>
</p:sldLayout>
</file>

<file path=ppt/slideLayouts/slideLayout127.xml><?xml version="1.0" encoding="utf-8"?>
<p:sldLayout xmlns:a="http://schemas.openxmlformats.org/drawingml/2006/main" xmlns:r="http://schemas.openxmlformats.org/officeDocument/2006/relationships" xmlns:p="http://schemas.openxmlformats.org/presentationml/2006/main" type="tx">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D629EF-5AFD-236B-8B82-66A1292220AD}"/>
              </a:ext>
            </a:extLst>
          </p:cNvPr>
          <p:cNvSpPr>
            <a:spLocks noGrp="1"/>
          </p:cNvSpPr>
          <p:nvPr>
            <p:ph type="title"/>
          </p:nvPr>
        </p:nvSpPr>
        <p:spPr>
          <a:xfrm>
            <a:off x="628650" y="274638"/>
            <a:ext cx="7886700" cy="993775"/>
          </a:xfrm>
          <a:prstGeom prst="rect">
            <a:avLst/>
          </a:prstGeom>
        </p:spPr>
        <p:txBody>
          <a:bodyPr/>
          <a:lstStyle/>
          <a:p>
            <a:r>
              <a:rPr lang="en-US"/>
              <a:t>Click to edit Master title style</a:t>
            </a:r>
          </a:p>
        </p:txBody>
      </p:sp>
      <p:sp>
        <p:nvSpPr>
          <p:cNvPr id="3" name="Text Placeholder 2">
            <a:extLst>
              <a:ext uri="{FF2B5EF4-FFF2-40B4-BE49-F238E27FC236}">
                <a16:creationId xmlns:a16="http://schemas.microsoft.com/office/drawing/2014/main" id="{3195C0D8-EA9D-981D-B441-5CFA223E9FE3}"/>
              </a:ext>
            </a:extLst>
          </p:cNvPr>
          <p:cNvSpPr>
            <a:spLocks noGrp="1"/>
          </p:cNvSpPr>
          <p:nvPr>
            <p:ph type="body" idx="1"/>
          </p:nvPr>
        </p:nvSpPr>
        <p:spPr>
          <a:xfrm>
            <a:off x="628650" y="1370013"/>
            <a:ext cx="7886700" cy="3262312"/>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Ovr>
    <a:masterClrMapping/>
  </p:clrMapOvr>
</p:sldLayout>
</file>

<file path=ppt/slideLayouts/slideLayout128.xml><?xml version="1.0" encoding="utf-8"?>
<p:sldLayout xmlns:a="http://schemas.openxmlformats.org/drawingml/2006/main" xmlns:r="http://schemas.openxmlformats.org/officeDocument/2006/relationships" xmlns:p="http://schemas.openxmlformats.org/presentationml/2006/main" type="tx">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736710-ABE8-680A-8D0B-CBE457903AEF}"/>
              </a:ext>
            </a:extLst>
          </p:cNvPr>
          <p:cNvSpPr>
            <a:spLocks noGrp="1"/>
          </p:cNvSpPr>
          <p:nvPr>
            <p:ph type="title"/>
          </p:nvPr>
        </p:nvSpPr>
        <p:spPr>
          <a:xfrm>
            <a:off x="628650" y="274638"/>
            <a:ext cx="7886700" cy="993775"/>
          </a:xfrm>
          <a:prstGeom prst="rect">
            <a:avLst/>
          </a:prstGeom>
        </p:spPr>
        <p:txBody>
          <a:bodyPr/>
          <a:lstStyle/>
          <a:p>
            <a:r>
              <a:rPr lang="en-US"/>
              <a:t>Click to edit Master title style</a:t>
            </a:r>
          </a:p>
        </p:txBody>
      </p:sp>
      <p:sp>
        <p:nvSpPr>
          <p:cNvPr id="3" name="Text Placeholder 2">
            <a:extLst>
              <a:ext uri="{FF2B5EF4-FFF2-40B4-BE49-F238E27FC236}">
                <a16:creationId xmlns:a16="http://schemas.microsoft.com/office/drawing/2014/main" id="{63CFDB2A-7A94-35E6-D715-2E47E4F50741}"/>
              </a:ext>
            </a:extLst>
          </p:cNvPr>
          <p:cNvSpPr>
            <a:spLocks noGrp="1"/>
          </p:cNvSpPr>
          <p:nvPr>
            <p:ph type="body" idx="1"/>
          </p:nvPr>
        </p:nvSpPr>
        <p:spPr>
          <a:xfrm>
            <a:off x="628650" y="1370013"/>
            <a:ext cx="7886700" cy="3262312"/>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Ovr>
    <a:masterClrMapping/>
  </p:clrMapOvr>
</p:sldLayout>
</file>

<file path=ppt/slideLayouts/slideLayout129.xml><?xml version="1.0" encoding="utf-8"?>
<p:sldLayout xmlns:a="http://schemas.openxmlformats.org/drawingml/2006/main" xmlns:r="http://schemas.openxmlformats.org/officeDocument/2006/relationships" xmlns:p="http://schemas.openxmlformats.org/presentationml/2006/main" type="tx">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9BB4F5-D6A5-3A00-A9AF-3B7C427CC829}"/>
              </a:ext>
            </a:extLst>
          </p:cNvPr>
          <p:cNvSpPr>
            <a:spLocks noGrp="1"/>
          </p:cNvSpPr>
          <p:nvPr>
            <p:ph type="title"/>
          </p:nvPr>
        </p:nvSpPr>
        <p:spPr>
          <a:xfrm>
            <a:off x="628650" y="274638"/>
            <a:ext cx="7886700" cy="993775"/>
          </a:xfrm>
          <a:prstGeom prst="rect">
            <a:avLst/>
          </a:prstGeom>
        </p:spPr>
        <p:txBody>
          <a:bodyPr/>
          <a:lstStyle/>
          <a:p>
            <a:r>
              <a:rPr lang="en-US"/>
              <a:t>Click to edit Master title style</a:t>
            </a:r>
          </a:p>
        </p:txBody>
      </p:sp>
      <p:sp>
        <p:nvSpPr>
          <p:cNvPr id="3" name="Text Placeholder 2">
            <a:extLst>
              <a:ext uri="{FF2B5EF4-FFF2-40B4-BE49-F238E27FC236}">
                <a16:creationId xmlns:a16="http://schemas.microsoft.com/office/drawing/2014/main" id="{EB5EA7A6-11E4-2D07-AF53-4F7512CD8FDB}"/>
              </a:ext>
            </a:extLst>
          </p:cNvPr>
          <p:cNvSpPr>
            <a:spLocks noGrp="1"/>
          </p:cNvSpPr>
          <p:nvPr>
            <p:ph type="body" idx="1"/>
          </p:nvPr>
        </p:nvSpPr>
        <p:spPr>
          <a:xfrm>
            <a:off x="628650" y="1370013"/>
            <a:ext cx="7886700" cy="3262312"/>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Ovr>
    <a:masterClrMapping/>
  </p:clrMapOvr>
</p:sldLayout>
</file>

<file path=ppt/slideLayouts/slideLayout130.xml><?xml version="1.0" encoding="utf-8"?>
<p:sldLayout xmlns:a="http://schemas.openxmlformats.org/drawingml/2006/main" xmlns:r="http://schemas.openxmlformats.org/officeDocument/2006/relationships" xmlns:p="http://schemas.openxmlformats.org/presentationml/2006/main" type="tx">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5A0A2C-DC55-694D-366C-97B1943402A0}"/>
              </a:ext>
            </a:extLst>
          </p:cNvPr>
          <p:cNvSpPr>
            <a:spLocks noGrp="1"/>
          </p:cNvSpPr>
          <p:nvPr>
            <p:ph type="title"/>
          </p:nvPr>
        </p:nvSpPr>
        <p:spPr>
          <a:xfrm>
            <a:off x="628650" y="274638"/>
            <a:ext cx="7886700" cy="993775"/>
          </a:xfrm>
          <a:prstGeom prst="rect">
            <a:avLst/>
          </a:prstGeom>
        </p:spPr>
        <p:txBody>
          <a:bodyPr/>
          <a:lstStyle/>
          <a:p>
            <a:r>
              <a:rPr lang="en-US"/>
              <a:t>Click to edit Master title style</a:t>
            </a:r>
          </a:p>
        </p:txBody>
      </p:sp>
      <p:sp>
        <p:nvSpPr>
          <p:cNvPr id="3" name="Text Placeholder 2">
            <a:extLst>
              <a:ext uri="{FF2B5EF4-FFF2-40B4-BE49-F238E27FC236}">
                <a16:creationId xmlns:a16="http://schemas.microsoft.com/office/drawing/2014/main" id="{15D27B2E-4E94-AD27-C51F-7D22E60D07E8}"/>
              </a:ext>
            </a:extLst>
          </p:cNvPr>
          <p:cNvSpPr>
            <a:spLocks noGrp="1"/>
          </p:cNvSpPr>
          <p:nvPr>
            <p:ph type="body" idx="1"/>
          </p:nvPr>
        </p:nvSpPr>
        <p:spPr>
          <a:xfrm>
            <a:off x="628650" y="1370013"/>
            <a:ext cx="7886700" cy="3262312"/>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Ovr>
    <a:masterClrMapping/>
  </p:clrMapOvr>
</p:sldLayout>
</file>

<file path=ppt/slideLayouts/slideLayout131.xml><?xml version="1.0" encoding="utf-8"?>
<p:sldLayout xmlns:a="http://schemas.openxmlformats.org/drawingml/2006/main" xmlns:r="http://schemas.openxmlformats.org/officeDocument/2006/relationships" xmlns:p="http://schemas.openxmlformats.org/presentationml/2006/main" type="tx">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DE3849-9B25-1D73-D838-63A87550D5E7}"/>
              </a:ext>
            </a:extLst>
          </p:cNvPr>
          <p:cNvSpPr>
            <a:spLocks noGrp="1"/>
          </p:cNvSpPr>
          <p:nvPr>
            <p:ph type="title"/>
          </p:nvPr>
        </p:nvSpPr>
        <p:spPr>
          <a:xfrm>
            <a:off x="628650" y="274638"/>
            <a:ext cx="7886700" cy="993775"/>
          </a:xfrm>
          <a:prstGeom prst="rect">
            <a:avLst/>
          </a:prstGeom>
        </p:spPr>
        <p:txBody>
          <a:bodyPr/>
          <a:lstStyle/>
          <a:p>
            <a:r>
              <a:rPr lang="en-US"/>
              <a:t>Click to edit Master title style</a:t>
            </a:r>
          </a:p>
        </p:txBody>
      </p:sp>
      <p:sp>
        <p:nvSpPr>
          <p:cNvPr id="3" name="Text Placeholder 2">
            <a:extLst>
              <a:ext uri="{FF2B5EF4-FFF2-40B4-BE49-F238E27FC236}">
                <a16:creationId xmlns:a16="http://schemas.microsoft.com/office/drawing/2014/main" id="{E0F077A1-128D-B3E8-C002-F31460A71DB8}"/>
              </a:ext>
            </a:extLst>
          </p:cNvPr>
          <p:cNvSpPr>
            <a:spLocks noGrp="1"/>
          </p:cNvSpPr>
          <p:nvPr>
            <p:ph type="body" idx="1"/>
          </p:nvPr>
        </p:nvSpPr>
        <p:spPr>
          <a:xfrm>
            <a:off x="628650" y="1370013"/>
            <a:ext cx="7886700" cy="3262312"/>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Ovr>
    <a:masterClrMapping/>
  </p:clrMapOvr>
</p:sldLayout>
</file>

<file path=ppt/slideLayouts/slideLayout132.xml><?xml version="1.0" encoding="utf-8"?>
<p:sldLayout xmlns:a="http://schemas.openxmlformats.org/drawingml/2006/main" xmlns:r="http://schemas.openxmlformats.org/officeDocument/2006/relationships" xmlns:p="http://schemas.openxmlformats.org/presentationml/2006/main" type="tx">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F9A0EF-1E19-D9C7-0A8A-9CF823EB24E2}"/>
              </a:ext>
            </a:extLst>
          </p:cNvPr>
          <p:cNvSpPr>
            <a:spLocks noGrp="1"/>
          </p:cNvSpPr>
          <p:nvPr>
            <p:ph type="title"/>
          </p:nvPr>
        </p:nvSpPr>
        <p:spPr>
          <a:xfrm>
            <a:off x="628650" y="274638"/>
            <a:ext cx="7886700" cy="993775"/>
          </a:xfrm>
          <a:prstGeom prst="rect">
            <a:avLst/>
          </a:prstGeom>
        </p:spPr>
        <p:txBody>
          <a:bodyPr/>
          <a:lstStyle/>
          <a:p>
            <a:r>
              <a:rPr lang="en-US"/>
              <a:t>Click to edit Master title style</a:t>
            </a:r>
          </a:p>
        </p:txBody>
      </p:sp>
      <p:sp>
        <p:nvSpPr>
          <p:cNvPr id="3" name="Text Placeholder 2">
            <a:extLst>
              <a:ext uri="{FF2B5EF4-FFF2-40B4-BE49-F238E27FC236}">
                <a16:creationId xmlns:a16="http://schemas.microsoft.com/office/drawing/2014/main" id="{BDC6C88A-5812-4D5D-BAC3-1080A667F6CC}"/>
              </a:ext>
            </a:extLst>
          </p:cNvPr>
          <p:cNvSpPr>
            <a:spLocks noGrp="1"/>
          </p:cNvSpPr>
          <p:nvPr>
            <p:ph type="body" idx="1"/>
          </p:nvPr>
        </p:nvSpPr>
        <p:spPr>
          <a:xfrm>
            <a:off x="628650" y="1370013"/>
            <a:ext cx="7886700" cy="3262312"/>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Ovr>
    <a:masterClrMapping/>
  </p:clrMapOvr>
</p:sldLayout>
</file>

<file path=ppt/slideLayouts/slideLayout133.xml><?xml version="1.0" encoding="utf-8"?>
<p:sldLayout xmlns:a="http://schemas.openxmlformats.org/drawingml/2006/main" xmlns:r="http://schemas.openxmlformats.org/officeDocument/2006/relationships" xmlns:p="http://schemas.openxmlformats.org/presentationml/2006/main" type="tx">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8FF637-210F-B81E-F5EE-2614F9B8206C}"/>
              </a:ext>
            </a:extLst>
          </p:cNvPr>
          <p:cNvSpPr>
            <a:spLocks noGrp="1"/>
          </p:cNvSpPr>
          <p:nvPr>
            <p:ph type="title"/>
          </p:nvPr>
        </p:nvSpPr>
        <p:spPr>
          <a:xfrm>
            <a:off x="628650" y="274638"/>
            <a:ext cx="7886700" cy="993775"/>
          </a:xfrm>
          <a:prstGeom prst="rect">
            <a:avLst/>
          </a:prstGeom>
        </p:spPr>
        <p:txBody>
          <a:bodyPr/>
          <a:lstStyle/>
          <a:p>
            <a:r>
              <a:rPr lang="en-US"/>
              <a:t>Click to edit Master title style</a:t>
            </a:r>
          </a:p>
        </p:txBody>
      </p:sp>
      <p:sp>
        <p:nvSpPr>
          <p:cNvPr id="3" name="Text Placeholder 2">
            <a:extLst>
              <a:ext uri="{FF2B5EF4-FFF2-40B4-BE49-F238E27FC236}">
                <a16:creationId xmlns:a16="http://schemas.microsoft.com/office/drawing/2014/main" id="{A62D98C4-E2D0-F476-6823-58EFC17B0B77}"/>
              </a:ext>
            </a:extLst>
          </p:cNvPr>
          <p:cNvSpPr>
            <a:spLocks noGrp="1"/>
          </p:cNvSpPr>
          <p:nvPr>
            <p:ph type="body" idx="1"/>
          </p:nvPr>
        </p:nvSpPr>
        <p:spPr>
          <a:xfrm>
            <a:off x="628650" y="1370013"/>
            <a:ext cx="7886700" cy="3262312"/>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Ovr>
    <a:masterClrMapping/>
  </p:clrMapOvr>
</p:sldLayout>
</file>

<file path=ppt/slideLayouts/slideLayout134.xml><?xml version="1.0" encoding="utf-8"?>
<p:sldLayout xmlns:a="http://schemas.openxmlformats.org/drawingml/2006/main" xmlns:r="http://schemas.openxmlformats.org/officeDocument/2006/relationships" xmlns:p="http://schemas.openxmlformats.org/presentationml/2006/main" type="tx">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46723C-51CC-39B9-EC5F-2CD01C096E6E}"/>
              </a:ext>
            </a:extLst>
          </p:cNvPr>
          <p:cNvSpPr>
            <a:spLocks noGrp="1"/>
          </p:cNvSpPr>
          <p:nvPr>
            <p:ph type="title"/>
          </p:nvPr>
        </p:nvSpPr>
        <p:spPr>
          <a:xfrm>
            <a:off x="628650" y="274638"/>
            <a:ext cx="7886700" cy="993775"/>
          </a:xfrm>
          <a:prstGeom prst="rect">
            <a:avLst/>
          </a:prstGeom>
        </p:spPr>
        <p:txBody>
          <a:bodyPr/>
          <a:lstStyle/>
          <a:p>
            <a:r>
              <a:rPr lang="en-US"/>
              <a:t>Click to edit Master title style</a:t>
            </a:r>
          </a:p>
        </p:txBody>
      </p:sp>
      <p:sp>
        <p:nvSpPr>
          <p:cNvPr id="3" name="Text Placeholder 2">
            <a:extLst>
              <a:ext uri="{FF2B5EF4-FFF2-40B4-BE49-F238E27FC236}">
                <a16:creationId xmlns:a16="http://schemas.microsoft.com/office/drawing/2014/main" id="{B2B027C8-1833-394C-95C7-F8232DF6D728}"/>
              </a:ext>
            </a:extLst>
          </p:cNvPr>
          <p:cNvSpPr>
            <a:spLocks noGrp="1"/>
          </p:cNvSpPr>
          <p:nvPr>
            <p:ph type="body" idx="1"/>
          </p:nvPr>
        </p:nvSpPr>
        <p:spPr>
          <a:xfrm>
            <a:off x="628650" y="1370013"/>
            <a:ext cx="7886700" cy="3262312"/>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Ovr>
    <a:masterClrMapping/>
  </p:clrMapOvr>
</p:sldLayout>
</file>

<file path=ppt/slideLayouts/slideLayout135.xml><?xml version="1.0" encoding="utf-8"?>
<p:sldLayout xmlns:a="http://schemas.openxmlformats.org/drawingml/2006/main" xmlns:r="http://schemas.openxmlformats.org/officeDocument/2006/relationships" xmlns:p="http://schemas.openxmlformats.org/presentationml/2006/main" type="tx">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D78F73-02B9-20D8-3C64-84DC37BFDA66}"/>
              </a:ext>
            </a:extLst>
          </p:cNvPr>
          <p:cNvSpPr>
            <a:spLocks noGrp="1"/>
          </p:cNvSpPr>
          <p:nvPr>
            <p:ph type="title"/>
          </p:nvPr>
        </p:nvSpPr>
        <p:spPr>
          <a:xfrm>
            <a:off x="628650" y="274638"/>
            <a:ext cx="7886700" cy="993775"/>
          </a:xfrm>
          <a:prstGeom prst="rect">
            <a:avLst/>
          </a:prstGeom>
        </p:spPr>
        <p:txBody>
          <a:bodyPr/>
          <a:lstStyle/>
          <a:p>
            <a:r>
              <a:rPr lang="en-US"/>
              <a:t>Click to edit Master title style</a:t>
            </a:r>
          </a:p>
        </p:txBody>
      </p:sp>
      <p:sp>
        <p:nvSpPr>
          <p:cNvPr id="3" name="Text Placeholder 2">
            <a:extLst>
              <a:ext uri="{FF2B5EF4-FFF2-40B4-BE49-F238E27FC236}">
                <a16:creationId xmlns:a16="http://schemas.microsoft.com/office/drawing/2014/main" id="{83D92484-9CC6-056D-09E5-930C429FC1BF}"/>
              </a:ext>
            </a:extLst>
          </p:cNvPr>
          <p:cNvSpPr>
            <a:spLocks noGrp="1"/>
          </p:cNvSpPr>
          <p:nvPr>
            <p:ph type="body" idx="1"/>
          </p:nvPr>
        </p:nvSpPr>
        <p:spPr>
          <a:xfrm>
            <a:off x="628650" y="1370013"/>
            <a:ext cx="7886700" cy="3262312"/>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Ovr>
    <a:masterClrMapping/>
  </p:clrMapOvr>
</p:sldLayout>
</file>

<file path=ppt/slideLayouts/slideLayout136.xml><?xml version="1.0" encoding="utf-8"?>
<p:sldLayout xmlns:a="http://schemas.openxmlformats.org/drawingml/2006/main" xmlns:r="http://schemas.openxmlformats.org/officeDocument/2006/relationships" xmlns:p="http://schemas.openxmlformats.org/presentationml/2006/main" type="tx">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35D9A7-8F5F-F120-0E79-A638EA9AD07B}"/>
              </a:ext>
            </a:extLst>
          </p:cNvPr>
          <p:cNvSpPr>
            <a:spLocks noGrp="1"/>
          </p:cNvSpPr>
          <p:nvPr>
            <p:ph type="title"/>
          </p:nvPr>
        </p:nvSpPr>
        <p:spPr>
          <a:xfrm>
            <a:off x="628650" y="274638"/>
            <a:ext cx="7886700" cy="993775"/>
          </a:xfrm>
          <a:prstGeom prst="rect">
            <a:avLst/>
          </a:prstGeom>
        </p:spPr>
        <p:txBody>
          <a:bodyPr/>
          <a:lstStyle/>
          <a:p>
            <a:r>
              <a:rPr lang="en-US"/>
              <a:t>Click to edit Master title style</a:t>
            </a:r>
          </a:p>
        </p:txBody>
      </p:sp>
      <p:sp>
        <p:nvSpPr>
          <p:cNvPr id="3" name="Text Placeholder 2">
            <a:extLst>
              <a:ext uri="{FF2B5EF4-FFF2-40B4-BE49-F238E27FC236}">
                <a16:creationId xmlns:a16="http://schemas.microsoft.com/office/drawing/2014/main" id="{D63DBAB2-B79A-4367-28F3-E57AEC0A170D}"/>
              </a:ext>
            </a:extLst>
          </p:cNvPr>
          <p:cNvSpPr>
            <a:spLocks noGrp="1"/>
          </p:cNvSpPr>
          <p:nvPr>
            <p:ph type="body" idx="1"/>
          </p:nvPr>
        </p:nvSpPr>
        <p:spPr>
          <a:xfrm>
            <a:off x="628650" y="1370013"/>
            <a:ext cx="7886700" cy="3262312"/>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Ovr>
    <a:masterClrMapping/>
  </p:clrMapOvr>
</p:sldLayout>
</file>

<file path=ppt/slideLayouts/slideLayout137.xml><?xml version="1.0" encoding="utf-8"?>
<p:sldLayout xmlns:a="http://schemas.openxmlformats.org/drawingml/2006/main" xmlns:r="http://schemas.openxmlformats.org/officeDocument/2006/relationships" xmlns:p="http://schemas.openxmlformats.org/presentationml/2006/main" type="tx">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D76E83-1617-3C85-2117-E02DF274772B}"/>
              </a:ext>
            </a:extLst>
          </p:cNvPr>
          <p:cNvSpPr>
            <a:spLocks noGrp="1"/>
          </p:cNvSpPr>
          <p:nvPr>
            <p:ph type="title"/>
          </p:nvPr>
        </p:nvSpPr>
        <p:spPr>
          <a:xfrm>
            <a:off x="628650" y="274638"/>
            <a:ext cx="7886700" cy="993775"/>
          </a:xfrm>
          <a:prstGeom prst="rect">
            <a:avLst/>
          </a:prstGeom>
        </p:spPr>
        <p:txBody>
          <a:bodyPr/>
          <a:lstStyle/>
          <a:p>
            <a:r>
              <a:rPr lang="en-US"/>
              <a:t>Click to edit Master title style</a:t>
            </a:r>
          </a:p>
        </p:txBody>
      </p:sp>
      <p:sp>
        <p:nvSpPr>
          <p:cNvPr id="3" name="Text Placeholder 2">
            <a:extLst>
              <a:ext uri="{FF2B5EF4-FFF2-40B4-BE49-F238E27FC236}">
                <a16:creationId xmlns:a16="http://schemas.microsoft.com/office/drawing/2014/main" id="{27A26377-4C2C-417C-DFC8-002A410BCAD8}"/>
              </a:ext>
            </a:extLst>
          </p:cNvPr>
          <p:cNvSpPr>
            <a:spLocks noGrp="1"/>
          </p:cNvSpPr>
          <p:nvPr>
            <p:ph type="body" idx="1"/>
          </p:nvPr>
        </p:nvSpPr>
        <p:spPr>
          <a:xfrm>
            <a:off x="628650" y="1370013"/>
            <a:ext cx="7886700" cy="3262312"/>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Ovr>
    <a:masterClrMapping/>
  </p:clrMapOvr>
</p:sldLayout>
</file>

<file path=ppt/slideLayouts/slideLayout138.xml><?xml version="1.0" encoding="utf-8"?>
<p:sldLayout xmlns:a="http://schemas.openxmlformats.org/drawingml/2006/main" xmlns:r="http://schemas.openxmlformats.org/officeDocument/2006/relationships" xmlns:p="http://schemas.openxmlformats.org/presentationml/2006/main" type="tx">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523AB5-5C62-7980-8A99-9C5B1D981CCB}"/>
              </a:ext>
            </a:extLst>
          </p:cNvPr>
          <p:cNvSpPr>
            <a:spLocks noGrp="1"/>
          </p:cNvSpPr>
          <p:nvPr>
            <p:ph type="title"/>
          </p:nvPr>
        </p:nvSpPr>
        <p:spPr>
          <a:xfrm>
            <a:off x="628650" y="274638"/>
            <a:ext cx="7886700" cy="993775"/>
          </a:xfrm>
          <a:prstGeom prst="rect">
            <a:avLst/>
          </a:prstGeom>
        </p:spPr>
        <p:txBody>
          <a:bodyPr/>
          <a:lstStyle/>
          <a:p>
            <a:r>
              <a:rPr lang="en-US"/>
              <a:t>Click to edit Master title style</a:t>
            </a:r>
          </a:p>
        </p:txBody>
      </p:sp>
      <p:sp>
        <p:nvSpPr>
          <p:cNvPr id="3" name="Text Placeholder 2">
            <a:extLst>
              <a:ext uri="{FF2B5EF4-FFF2-40B4-BE49-F238E27FC236}">
                <a16:creationId xmlns:a16="http://schemas.microsoft.com/office/drawing/2014/main" id="{22F08CB4-50E8-D35C-D86C-43867D1CB3DA}"/>
              </a:ext>
            </a:extLst>
          </p:cNvPr>
          <p:cNvSpPr>
            <a:spLocks noGrp="1"/>
          </p:cNvSpPr>
          <p:nvPr>
            <p:ph type="body" idx="1"/>
          </p:nvPr>
        </p:nvSpPr>
        <p:spPr>
          <a:xfrm>
            <a:off x="628650" y="1370013"/>
            <a:ext cx="7886700" cy="3262312"/>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Ovr>
    <a:masterClrMapping/>
  </p:clrMapOvr>
</p:sldLayout>
</file>

<file path=ppt/slideLayouts/slideLayout139.xml><?xml version="1.0" encoding="utf-8"?>
<p:sldLayout xmlns:a="http://schemas.openxmlformats.org/drawingml/2006/main" xmlns:r="http://schemas.openxmlformats.org/officeDocument/2006/relationships" xmlns:p="http://schemas.openxmlformats.org/presentationml/2006/main" type="tx">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B7B9AE-238B-A543-9BE0-53B5A605BF91}"/>
              </a:ext>
            </a:extLst>
          </p:cNvPr>
          <p:cNvSpPr>
            <a:spLocks noGrp="1"/>
          </p:cNvSpPr>
          <p:nvPr>
            <p:ph type="title"/>
          </p:nvPr>
        </p:nvSpPr>
        <p:spPr>
          <a:xfrm>
            <a:off x="628650" y="274638"/>
            <a:ext cx="7886700" cy="993775"/>
          </a:xfrm>
          <a:prstGeom prst="rect">
            <a:avLst/>
          </a:prstGeom>
        </p:spPr>
        <p:txBody>
          <a:bodyPr/>
          <a:lstStyle/>
          <a:p>
            <a:r>
              <a:rPr lang="en-US"/>
              <a:t>Click to edit Master title style</a:t>
            </a:r>
          </a:p>
        </p:txBody>
      </p:sp>
      <p:sp>
        <p:nvSpPr>
          <p:cNvPr id="3" name="Text Placeholder 2">
            <a:extLst>
              <a:ext uri="{FF2B5EF4-FFF2-40B4-BE49-F238E27FC236}">
                <a16:creationId xmlns:a16="http://schemas.microsoft.com/office/drawing/2014/main" id="{79A25415-EFA8-3399-E5B3-D79A63625352}"/>
              </a:ext>
            </a:extLst>
          </p:cNvPr>
          <p:cNvSpPr>
            <a:spLocks noGrp="1"/>
          </p:cNvSpPr>
          <p:nvPr>
            <p:ph type="body" idx="1"/>
          </p:nvPr>
        </p:nvSpPr>
        <p:spPr>
          <a:xfrm>
            <a:off x="628650" y="1370013"/>
            <a:ext cx="7886700" cy="3262312"/>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Ovr>
    <a:masterClrMapping/>
  </p:clrMapOvr>
</p:sldLayout>
</file>

<file path=ppt/slideLayouts/slideLayout140.xml><?xml version="1.0" encoding="utf-8"?>
<p:sldLayout xmlns:a="http://schemas.openxmlformats.org/drawingml/2006/main" xmlns:r="http://schemas.openxmlformats.org/officeDocument/2006/relationships" xmlns:p="http://schemas.openxmlformats.org/presentationml/2006/main" type="tx">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D6959B-D560-76C6-9ECD-5C3971DDFA09}"/>
              </a:ext>
            </a:extLst>
          </p:cNvPr>
          <p:cNvSpPr>
            <a:spLocks noGrp="1"/>
          </p:cNvSpPr>
          <p:nvPr>
            <p:ph type="title"/>
          </p:nvPr>
        </p:nvSpPr>
        <p:spPr>
          <a:xfrm>
            <a:off x="628650" y="274638"/>
            <a:ext cx="7886700" cy="993775"/>
          </a:xfrm>
          <a:prstGeom prst="rect">
            <a:avLst/>
          </a:prstGeom>
        </p:spPr>
        <p:txBody>
          <a:bodyPr/>
          <a:lstStyle/>
          <a:p>
            <a:r>
              <a:rPr lang="en-US"/>
              <a:t>Click to edit Master title style</a:t>
            </a:r>
          </a:p>
        </p:txBody>
      </p:sp>
      <p:sp>
        <p:nvSpPr>
          <p:cNvPr id="3" name="Text Placeholder 2">
            <a:extLst>
              <a:ext uri="{FF2B5EF4-FFF2-40B4-BE49-F238E27FC236}">
                <a16:creationId xmlns:a16="http://schemas.microsoft.com/office/drawing/2014/main" id="{C1A17139-A0BE-A573-52A8-145CE566D935}"/>
              </a:ext>
            </a:extLst>
          </p:cNvPr>
          <p:cNvSpPr>
            <a:spLocks noGrp="1"/>
          </p:cNvSpPr>
          <p:nvPr>
            <p:ph type="body" idx="1"/>
          </p:nvPr>
        </p:nvSpPr>
        <p:spPr>
          <a:xfrm>
            <a:off x="628650" y="1370013"/>
            <a:ext cx="7886700" cy="3262312"/>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Ovr>
    <a:masterClrMapping/>
  </p:clrMapOvr>
</p:sldLayout>
</file>

<file path=ppt/slideLayouts/slideLayout14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2DFEFCEA-2D6F-C374-A971-93E7382F69EF}"/>
              </a:ext>
            </a:extLst>
          </p:cNvPr>
          <p:cNvSpPr>
            <a:spLocks noChangeArrowheads="1"/>
          </p:cNvSpPr>
          <p:nvPr userDrawn="1"/>
        </p:nvSpPr>
        <p:spPr bwMode="auto">
          <a:xfrm>
            <a:off x="1" y="1059656"/>
            <a:ext cx="6891704" cy="3638550"/>
          </a:xfrm>
          <a:prstGeom prst="rect">
            <a:avLst/>
          </a:prstGeom>
          <a:gradFill rotWithShape="0">
            <a:gsLst>
              <a:gs pos="10000">
                <a:srgbClr val="073775"/>
              </a:gs>
              <a:gs pos="90000">
                <a:srgbClr val="0A1C42"/>
              </a:gs>
            </a:gsLst>
            <a:lin ang="5400000"/>
          </a:gradFill>
          <a:ln w="12700" algn="ctr">
            <a:noFill/>
            <a:round/>
            <a:headEnd/>
            <a:tailEnd/>
          </a:ln>
        </p:spPr>
        <p:txBody>
          <a:bodyPr wrap="none" lIns="54000" tIns="54000" rIns="54000" bIns="54000" anchor="ctr"/>
          <a:lstStyle/>
          <a:p>
            <a:pPr>
              <a:defRPr/>
            </a:pPr>
            <a:endParaRPr lang="en-US" sz="1350">
              <a:latin typeface="Arial" charset="0"/>
            </a:endParaRPr>
          </a:p>
        </p:txBody>
      </p:sp>
      <p:sp>
        <p:nvSpPr>
          <p:cNvPr id="5" name="Line 15">
            <a:extLst>
              <a:ext uri="{FF2B5EF4-FFF2-40B4-BE49-F238E27FC236}">
                <a16:creationId xmlns:a16="http://schemas.microsoft.com/office/drawing/2014/main" id="{D8326050-9ACD-A290-BE40-A19D02DAA3B9}"/>
              </a:ext>
            </a:extLst>
          </p:cNvPr>
          <p:cNvSpPr>
            <a:spLocks noChangeShapeType="1"/>
          </p:cNvSpPr>
          <p:nvPr userDrawn="1"/>
        </p:nvSpPr>
        <p:spPr bwMode="auto">
          <a:xfrm>
            <a:off x="703385" y="1059656"/>
            <a:ext cx="0" cy="2057400"/>
          </a:xfrm>
          <a:prstGeom prst="line">
            <a:avLst/>
          </a:prstGeom>
          <a:noFill/>
          <a:ln w="6350">
            <a:solidFill>
              <a:schemeClr val="bg1"/>
            </a:solidFill>
            <a:round/>
            <a:headEnd/>
            <a:tailEnd/>
          </a:ln>
        </p:spPr>
        <p:txBody>
          <a:bodyPr/>
          <a:lstStyle/>
          <a:p>
            <a:pPr>
              <a:defRPr/>
            </a:pPr>
            <a:endParaRPr lang="en-NZ" sz="1350">
              <a:latin typeface="Arial" charset="0"/>
            </a:endParaRPr>
          </a:p>
        </p:txBody>
      </p:sp>
      <p:sp>
        <p:nvSpPr>
          <p:cNvPr id="2" name="Title 1"/>
          <p:cNvSpPr>
            <a:spLocks noGrp="1"/>
          </p:cNvSpPr>
          <p:nvPr>
            <p:ph type="ctrTitle"/>
          </p:nvPr>
        </p:nvSpPr>
        <p:spPr>
          <a:xfrm>
            <a:off x="774277" y="1409400"/>
            <a:ext cx="5459815" cy="2459700"/>
          </a:xfrm>
        </p:spPr>
        <p:txBody>
          <a:bodyPr anchor="t">
            <a:normAutofit/>
          </a:bodyPr>
          <a:lstStyle>
            <a:lvl1pPr>
              <a:defRPr sz="4050">
                <a:solidFill>
                  <a:schemeClr val="bg1"/>
                </a:solidFill>
              </a:defRPr>
            </a:lvl1pPr>
          </a:lstStyle>
          <a:p>
            <a:r>
              <a:rPr lang="en-US" dirty="0"/>
              <a:t>Click to edit Master title style</a:t>
            </a:r>
            <a:endParaRPr lang="en-NZ" dirty="0"/>
          </a:p>
        </p:txBody>
      </p:sp>
      <p:sp>
        <p:nvSpPr>
          <p:cNvPr id="3" name="Subtitle 2"/>
          <p:cNvSpPr>
            <a:spLocks noGrp="1"/>
          </p:cNvSpPr>
          <p:nvPr>
            <p:ph type="subTitle" idx="1"/>
          </p:nvPr>
        </p:nvSpPr>
        <p:spPr>
          <a:xfrm>
            <a:off x="774277" y="4114800"/>
            <a:ext cx="5459815" cy="564300"/>
          </a:xfrm>
        </p:spPr>
        <p:txBody>
          <a:bodyPr>
            <a:normAutofit/>
          </a:bodyPr>
          <a:lstStyle>
            <a:lvl1pPr marL="0" indent="0" algn="l" defTabSz="685800" rtl="0" eaLnBrk="1" latinLnBrk="0" hangingPunct="1">
              <a:spcBef>
                <a:spcPct val="0"/>
              </a:spcBef>
              <a:buNone/>
              <a:defRPr lang="en-NZ" sz="1200" b="0" kern="1200" dirty="0" smtClean="0">
                <a:solidFill>
                  <a:schemeClr val="bg1"/>
                </a:solidFill>
                <a:latin typeface="Arial" pitchFamily="34" charset="0"/>
                <a:ea typeface="+mj-ea"/>
                <a:cs typeface="Arial" pitchFamily="34" charset="0"/>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en-NZ" noProof="0" dirty="0"/>
              <a:t>Click to edit Master subtitle style</a:t>
            </a:r>
          </a:p>
        </p:txBody>
      </p:sp>
      <p:sp>
        <p:nvSpPr>
          <p:cNvPr id="6" name="Footer Placeholder 4">
            <a:extLst>
              <a:ext uri="{FF2B5EF4-FFF2-40B4-BE49-F238E27FC236}">
                <a16:creationId xmlns:a16="http://schemas.microsoft.com/office/drawing/2014/main" id="{BAB83D8F-5472-F752-5845-E517B1D7BC7F}"/>
              </a:ext>
            </a:extLst>
          </p:cNvPr>
          <p:cNvSpPr>
            <a:spLocks noGrp="1"/>
          </p:cNvSpPr>
          <p:nvPr>
            <p:ph type="ftr" sz="quarter" idx="10"/>
          </p:nvPr>
        </p:nvSpPr>
        <p:spPr/>
        <p:txBody>
          <a:bodyPr/>
          <a:lstStyle>
            <a:lvl1pPr>
              <a:defRPr b="1">
                <a:solidFill>
                  <a:schemeClr val="tx1">
                    <a:lumMod val="50000"/>
                    <a:lumOff val="50000"/>
                  </a:schemeClr>
                </a:solidFill>
              </a:defRPr>
            </a:lvl1pPr>
          </a:lstStyle>
          <a:p>
            <a:pPr>
              <a:defRPr/>
            </a:pPr>
            <a:r>
              <a:t>Confidential – Internal BNZ Discussion Only</a:t>
            </a:r>
          </a:p>
        </p:txBody>
      </p:sp>
    </p:spTree>
    <p:extLst>
      <p:ext uri="{BB962C8B-B14F-4D97-AF65-F5344CB8AC3E}">
        <p14:creationId xmlns:p14="http://schemas.microsoft.com/office/powerpoint/2010/main" val="2705662464"/>
      </p:ext>
    </p:extLst>
  </p:cSld>
  <p:clrMapOvr>
    <a:masterClrMapping/>
  </p:clrMapOvr>
</p:sldLayout>
</file>

<file path=ppt/slideLayouts/slideLayout142.xml><?xml version="1.0" encoding="utf-8"?>
<p:sldLayout xmlns:a="http://schemas.openxmlformats.org/drawingml/2006/main" xmlns:r="http://schemas.openxmlformats.org/officeDocument/2006/relationships" xmlns:p="http://schemas.openxmlformats.org/presentationml/2006/main" preserve="1" userDrawn="1">
  <p:cSld name="Presentation_Planner">
    <p:bg>
      <p:bgPr>
        <a:gradFill rotWithShape="0">
          <a:gsLst>
            <a:gs pos="0">
              <a:srgbClr val="073775"/>
            </a:gs>
            <a:gs pos="10001">
              <a:srgbClr val="073775"/>
            </a:gs>
            <a:gs pos="100000">
              <a:srgbClr val="0A1C42"/>
            </a:gs>
          </a:gsLst>
          <a:lin ang="5400000"/>
        </a:gra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F0CC96B4-7B3E-0AF4-D062-0609B1AAA20D}"/>
              </a:ext>
            </a:extLst>
          </p:cNvPr>
          <p:cNvSpPr txBox="1"/>
          <p:nvPr userDrawn="1"/>
        </p:nvSpPr>
        <p:spPr>
          <a:xfrm>
            <a:off x="4645269" y="844154"/>
            <a:ext cx="4246685" cy="269081"/>
          </a:xfrm>
          <a:prstGeom prst="rect">
            <a:avLst/>
          </a:prstGeom>
          <a:noFill/>
          <a:ln>
            <a:noFill/>
          </a:ln>
        </p:spPr>
        <p:txBody>
          <a:bodyPr/>
          <a:lstStyle/>
          <a:p>
            <a:pPr>
              <a:defRPr/>
            </a:pPr>
            <a:r>
              <a:rPr lang="en-NZ" sz="1200" dirty="0">
                <a:solidFill>
                  <a:schemeClr val="bg2"/>
                </a:solidFill>
                <a:latin typeface="Arial" charset="0"/>
              </a:rPr>
              <a:t>For each slide</a:t>
            </a:r>
          </a:p>
        </p:txBody>
      </p:sp>
      <p:sp>
        <p:nvSpPr>
          <p:cNvPr id="3" name="TextBox 2">
            <a:extLst>
              <a:ext uri="{FF2B5EF4-FFF2-40B4-BE49-F238E27FC236}">
                <a16:creationId xmlns:a16="http://schemas.microsoft.com/office/drawing/2014/main" id="{6CDCF374-34B4-4DCF-880F-2C750E063D54}"/>
              </a:ext>
            </a:extLst>
          </p:cNvPr>
          <p:cNvSpPr txBox="1"/>
          <p:nvPr userDrawn="1"/>
        </p:nvSpPr>
        <p:spPr>
          <a:xfrm>
            <a:off x="252046" y="842963"/>
            <a:ext cx="4246685" cy="269081"/>
          </a:xfrm>
          <a:prstGeom prst="rect">
            <a:avLst/>
          </a:prstGeom>
          <a:noFill/>
          <a:ln>
            <a:noFill/>
          </a:ln>
        </p:spPr>
        <p:txBody>
          <a:bodyPr/>
          <a:lstStyle/>
          <a:p>
            <a:pPr>
              <a:defRPr/>
            </a:pPr>
            <a:r>
              <a:rPr lang="en-NZ" sz="1200" dirty="0">
                <a:solidFill>
                  <a:schemeClr val="bg2"/>
                </a:solidFill>
                <a:latin typeface="Arial" charset="0"/>
              </a:rPr>
              <a:t>For the presentation as a whole:</a:t>
            </a:r>
          </a:p>
        </p:txBody>
      </p:sp>
      <p:grpSp>
        <p:nvGrpSpPr>
          <p:cNvPr id="4" name="Group 56">
            <a:extLst>
              <a:ext uri="{FF2B5EF4-FFF2-40B4-BE49-F238E27FC236}">
                <a16:creationId xmlns:a16="http://schemas.microsoft.com/office/drawing/2014/main" id="{452B4793-D9ED-F8EF-A471-408A7DD33B9C}"/>
              </a:ext>
            </a:extLst>
          </p:cNvPr>
          <p:cNvGrpSpPr>
            <a:grpSpLocks/>
          </p:cNvGrpSpPr>
          <p:nvPr userDrawn="1"/>
        </p:nvGrpSpPr>
        <p:grpSpPr bwMode="auto">
          <a:xfrm>
            <a:off x="7589228" y="135732"/>
            <a:ext cx="1362808" cy="540544"/>
            <a:chOff x="4923" y="111"/>
            <a:chExt cx="930" cy="454"/>
          </a:xfrm>
        </p:grpSpPr>
        <p:sp>
          <p:nvSpPr>
            <p:cNvPr id="5" name="Freeform 57">
              <a:extLst>
                <a:ext uri="{FF2B5EF4-FFF2-40B4-BE49-F238E27FC236}">
                  <a16:creationId xmlns:a16="http://schemas.microsoft.com/office/drawing/2014/main" id="{6DF58FA4-6675-C4CE-A825-20EC64F1A143}"/>
                </a:ext>
              </a:extLst>
            </p:cNvPr>
            <p:cNvSpPr>
              <a:spLocks noEditPoints="1"/>
            </p:cNvSpPr>
            <p:nvPr userDrawn="1"/>
          </p:nvSpPr>
          <p:spPr bwMode="auto">
            <a:xfrm>
              <a:off x="4923" y="262"/>
              <a:ext cx="224" cy="303"/>
            </a:xfrm>
            <a:custGeom>
              <a:avLst/>
              <a:gdLst/>
              <a:ahLst/>
              <a:cxnLst>
                <a:cxn ang="0">
                  <a:pos x="42" y="46"/>
                </a:cxn>
                <a:cxn ang="0">
                  <a:pos x="63" y="38"/>
                </a:cxn>
                <a:cxn ang="0">
                  <a:pos x="92" y="67"/>
                </a:cxn>
                <a:cxn ang="0">
                  <a:pos x="38" y="124"/>
                </a:cxn>
                <a:cxn ang="0">
                  <a:pos x="0" y="117"/>
                </a:cxn>
                <a:cxn ang="0">
                  <a:pos x="19" y="12"/>
                </a:cxn>
                <a:cxn ang="0">
                  <a:pos x="34" y="0"/>
                </a:cxn>
                <a:cxn ang="0">
                  <a:pos x="50" y="0"/>
                </a:cxn>
                <a:cxn ang="0">
                  <a:pos x="42" y="46"/>
                </a:cxn>
                <a:cxn ang="0">
                  <a:pos x="32" y="100"/>
                </a:cxn>
                <a:cxn ang="0">
                  <a:pos x="39" y="101"/>
                </a:cxn>
                <a:cxn ang="0">
                  <a:pos x="62" y="71"/>
                </a:cxn>
                <a:cxn ang="0">
                  <a:pos x="52" y="60"/>
                </a:cxn>
                <a:cxn ang="0">
                  <a:pos x="38" y="67"/>
                </a:cxn>
                <a:cxn ang="0">
                  <a:pos x="32" y="100"/>
                </a:cxn>
              </a:cxnLst>
              <a:rect l="0" t="0" r="r" b="b"/>
              <a:pathLst>
                <a:path w="92" h="124">
                  <a:moveTo>
                    <a:pt x="42" y="46"/>
                  </a:moveTo>
                  <a:cubicBezTo>
                    <a:pt x="46" y="41"/>
                    <a:pt x="55" y="37"/>
                    <a:pt x="63" y="38"/>
                  </a:cubicBezTo>
                  <a:cubicBezTo>
                    <a:pt x="81" y="38"/>
                    <a:pt x="92" y="48"/>
                    <a:pt x="92" y="67"/>
                  </a:cubicBezTo>
                  <a:cubicBezTo>
                    <a:pt x="92" y="103"/>
                    <a:pt x="70" y="124"/>
                    <a:pt x="38" y="124"/>
                  </a:cubicBezTo>
                  <a:cubicBezTo>
                    <a:pt x="26" y="124"/>
                    <a:pt x="11" y="121"/>
                    <a:pt x="0" y="117"/>
                  </a:cubicBezTo>
                  <a:cubicBezTo>
                    <a:pt x="19" y="12"/>
                    <a:pt x="19" y="12"/>
                    <a:pt x="19" y="12"/>
                  </a:cubicBezTo>
                  <a:cubicBezTo>
                    <a:pt x="20" y="3"/>
                    <a:pt x="24" y="0"/>
                    <a:pt x="34" y="0"/>
                  </a:cubicBezTo>
                  <a:cubicBezTo>
                    <a:pt x="41" y="0"/>
                    <a:pt x="46" y="0"/>
                    <a:pt x="50" y="0"/>
                  </a:cubicBezTo>
                  <a:lnTo>
                    <a:pt x="42" y="46"/>
                  </a:lnTo>
                  <a:close/>
                  <a:moveTo>
                    <a:pt x="32" y="100"/>
                  </a:moveTo>
                  <a:cubicBezTo>
                    <a:pt x="35" y="101"/>
                    <a:pt x="36" y="101"/>
                    <a:pt x="39" y="101"/>
                  </a:cubicBezTo>
                  <a:cubicBezTo>
                    <a:pt x="53" y="101"/>
                    <a:pt x="62" y="89"/>
                    <a:pt x="62" y="71"/>
                  </a:cubicBezTo>
                  <a:cubicBezTo>
                    <a:pt x="62" y="63"/>
                    <a:pt x="58" y="60"/>
                    <a:pt x="52" y="60"/>
                  </a:cubicBezTo>
                  <a:cubicBezTo>
                    <a:pt x="46" y="60"/>
                    <a:pt x="39" y="65"/>
                    <a:pt x="38" y="67"/>
                  </a:cubicBezTo>
                  <a:lnTo>
                    <a:pt x="32" y="100"/>
                  </a:lnTo>
                  <a:close/>
                </a:path>
              </a:pathLst>
            </a:custGeom>
            <a:solidFill>
              <a:schemeClr val="bg1"/>
            </a:solidFill>
            <a:ln w="9525">
              <a:noFill/>
              <a:round/>
              <a:headEnd/>
              <a:tailEnd/>
            </a:ln>
          </p:spPr>
          <p:txBody>
            <a:bodyPr/>
            <a:lstStyle/>
            <a:p>
              <a:pPr>
                <a:defRPr/>
              </a:pPr>
              <a:endParaRPr lang="en-US" sz="1350">
                <a:latin typeface="Arial" charset="0"/>
              </a:endParaRPr>
            </a:p>
          </p:txBody>
        </p:sp>
        <p:sp>
          <p:nvSpPr>
            <p:cNvPr id="6" name="Freeform 58">
              <a:extLst>
                <a:ext uri="{FF2B5EF4-FFF2-40B4-BE49-F238E27FC236}">
                  <a16:creationId xmlns:a16="http://schemas.microsoft.com/office/drawing/2014/main" id="{5743B6F4-BE85-175D-CBA5-40369E41F142}"/>
                </a:ext>
              </a:extLst>
            </p:cNvPr>
            <p:cNvSpPr>
              <a:spLocks/>
            </p:cNvSpPr>
            <p:nvPr userDrawn="1"/>
          </p:nvSpPr>
          <p:spPr bwMode="auto">
            <a:xfrm>
              <a:off x="5142" y="353"/>
              <a:ext cx="436" cy="212"/>
            </a:xfrm>
            <a:custGeom>
              <a:avLst/>
              <a:gdLst/>
              <a:ahLst/>
              <a:cxnLst>
                <a:cxn ang="0">
                  <a:pos x="94" y="83"/>
                </a:cxn>
                <a:cxn ang="0">
                  <a:pos x="103" y="87"/>
                </a:cxn>
                <a:cxn ang="0">
                  <a:pos x="125" y="86"/>
                </a:cxn>
                <a:cxn ang="0">
                  <a:pos x="157" y="87"/>
                </a:cxn>
                <a:cxn ang="0">
                  <a:pos x="168" y="78"/>
                </a:cxn>
                <a:cxn ang="0">
                  <a:pos x="171" y="63"/>
                </a:cxn>
                <a:cxn ang="0">
                  <a:pos x="153" y="63"/>
                </a:cxn>
                <a:cxn ang="0">
                  <a:pos x="131" y="63"/>
                </a:cxn>
                <a:cxn ang="0">
                  <a:pos x="147" y="45"/>
                </a:cxn>
                <a:cxn ang="0">
                  <a:pos x="164" y="29"/>
                </a:cxn>
                <a:cxn ang="0">
                  <a:pos x="177" y="1"/>
                </a:cxn>
                <a:cxn ang="0">
                  <a:pos x="153" y="1"/>
                </a:cxn>
                <a:cxn ang="0">
                  <a:pos x="116" y="1"/>
                </a:cxn>
                <a:cxn ang="0">
                  <a:pos x="104" y="9"/>
                </a:cxn>
                <a:cxn ang="0">
                  <a:pos x="101" y="25"/>
                </a:cxn>
                <a:cxn ang="0">
                  <a:pos x="113" y="24"/>
                </a:cxn>
                <a:cxn ang="0">
                  <a:pos x="133" y="25"/>
                </a:cxn>
                <a:cxn ang="0">
                  <a:pos x="113" y="45"/>
                </a:cxn>
                <a:cxn ang="0">
                  <a:pos x="98" y="64"/>
                </a:cxn>
                <a:cxn ang="0">
                  <a:pos x="83" y="60"/>
                </a:cxn>
                <a:cxn ang="0">
                  <a:pos x="87" y="38"/>
                </a:cxn>
                <a:cxn ang="0">
                  <a:pos x="89" y="24"/>
                </a:cxn>
                <a:cxn ang="0">
                  <a:pos x="62" y="0"/>
                </a:cxn>
                <a:cxn ang="0">
                  <a:pos x="41" y="9"/>
                </a:cxn>
                <a:cxn ang="0">
                  <a:pos x="31" y="2"/>
                </a:cxn>
                <a:cxn ang="0">
                  <a:pos x="15" y="2"/>
                </a:cxn>
                <a:cxn ang="0">
                  <a:pos x="2" y="75"/>
                </a:cxn>
                <a:cxn ang="0">
                  <a:pos x="12" y="85"/>
                </a:cxn>
                <a:cxn ang="0">
                  <a:pos x="28" y="86"/>
                </a:cxn>
                <a:cxn ang="0">
                  <a:pos x="38" y="31"/>
                </a:cxn>
                <a:cxn ang="0">
                  <a:pos x="52" y="22"/>
                </a:cxn>
                <a:cxn ang="0">
                  <a:pos x="60" y="31"/>
                </a:cxn>
                <a:cxn ang="0">
                  <a:pos x="55" y="60"/>
                </a:cxn>
                <a:cxn ang="0">
                  <a:pos x="60" y="80"/>
                </a:cxn>
                <a:cxn ang="0">
                  <a:pos x="76" y="87"/>
                </a:cxn>
                <a:cxn ang="0">
                  <a:pos x="94" y="83"/>
                </a:cxn>
              </a:cxnLst>
              <a:rect l="0" t="0" r="r" b="b"/>
              <a:pathLst>
                <a:path w="179" h="87">
                  <a:moveTo>
                    <a:pt x="94" y="83"/>
                  </a:moveTo>
                  <a:cubicBezTo>
                    <a:pt x="95" y="85"/>
                    <a:pt x="98" y="87"/>
                    <a:pt x="103" y="87"/>
                  </a:cubicBezTo>
                  <a:cubicBezTo>
                    <a:pt x="110" y="87"/>
                    <a:pt x="117" y="86"/>
                    <a:pt x="125" y="86"/>
                  </a:cubicBezTo>
                  <a:cubicBezTo>
                    <a:pt x="137" y="86"/>
                    <a:pt x="141" y="86"/>
                    <a:pt x="157" y="87"/>
                  </a:cubicBezTo>
                  <a:cubicBezTo>
                    <a:pt x="164" y="87"/>
                    <a:pt x="167" y="85"/>
                    <a:pt x="168" y="78"/>
                  </a:cubicBezTo>
                  <a:cubicBezTo>
                    <a:pt x="169" y="74"/>
                    <a:pt x="170" y="70"/>
                    <a:pt x="171" y="63"/>
                  </a:cubicBezTo>
                  <a:cubicBezTo>
                    <a:pt x="164" y="64"/>
                    <a:pt x="158" y="63"/>
                    <a:pt x="153" y="63"/>
                  </a:cubicBezTo>
                  <a:cubicBezTo>
                    <a:pt x="146" y="63"/>
                    <a:pt x="138" y="62"/>
                    <a:pt x="131" y="63"/>
                  </a:cubicBezTo>
                  <a:cubicBezTo>
                    <a:pt x="134" y="58"/>
                    <a:pt x="139" y="52"/>
                    <a:pt x="147" y="45"/>
                  </a:cubicBezTo>
                  <a:cubicBezTo>
                    <a:pt x="150" y="42"/>
                    <a:pt x="157" y="36"/>
                    <a:pt x="164" y="29"/>
                  </a:cubicBezTo>
                  <a:cubicBezTo>
                    <a:pt x="171" y="21"/>
                    <a:pt x="179" y="12"/>
                    <a:pt x="177" y="1"/>
                  </a:cubicBezTo>
                  <a:cubicBezTo>
                    <a:pt x="169" y="1"/>
                    <a:pt x="163" y="1"/>
                    <a:pt x="153" y="1"/>
                  </a:cubicBezTo>
                  <a:cubicBezTo>
                    <a:pt x="140" y="1"/>
                    <a:pt x="125" y="1"/>
                    <a:pt x="116" y="1"/>
                  </a:cubicBezTo>
                  <a:cubicBezTo>
                    <a:pt x="109" y="1"/>
                    <a:pt x="105" y="3"/>
                    <a:pt x="104" y="9"/>
                  </a:cubicBezTo>
                  <a:cubicBezTo>
                    <a:pt x="103" y="14"/>
                    <a:pt x="101" y="25"/>
                    <a:pt x="101" y="25"/>
                  </a:cubicBezTo>
                  <a:cubicBezTo>
                    <a:pt x="102" y="24"/>
                    <a:pt x="108" y="24"/>
                    <a:pt x="113" y="24"/>
                  </a:cubicBezTo>
                  <a:cubicBezTo>
                    <a:pt x="117" y="24"/>
                    <a:pt x="130" y="24"/>
                    <a:pt x="133" y="25"/>
                  </a:cubicBezTo>
                  <a:cubicBezTo>
                    <a:pt x="132" y="28"/>
                    <a:pt x="121" y="37"/>
                    <a:pt x="113" y="45"/>
                  </a:cubicBezTo>
                  <a:cubicBezTo>
                    <a:pt x="109" y="50"/>
                    <a:pt x="101" y="58"/>
                    <a:pt x="98" y="64"/>
                  </a:cubicBezTo>
                  <a:cubicBezTo>
                    <a:pt x="88" y="70"/>
                    <a:pt x="82" y="68"/>
                    <a:pt x="83" y="60"/>
                  </a:cubicBezTo>
                  <a:cubicBezTo>
                    <a:pt x="87" y="38"/>
                    <a:pt x="87" y="38"/>
                    <a:pt x="87" y="38"/>
                  </a:cubicBezTo>
                  <a:cubicBezTo>
                    <a:pt x="88" y="33"/>
                    <a:pt x="89" y="28"/>
                    <a:pt x="89" y="24"/>
                  </a:cubicBezTo>
                  <a:cubicBezTo>
                    <a:pt x="88" y="9"/>
                    <a:pt x="78" y="0"/>
                    <a:pt x="62" y="0"/>
                  </a:cubicBezTo>
                  <a:cubicBezTo>
                    <a:pt x="53" y="0"/>
                    <a:pt x="46" y="5"/>
                    <a:pt x="41" y="9"/>
                  </a:cubicBezTo>
                  <a:cubicBezTo>
                    <a:pt x="41" y="9"/>
                    <a:pt x="40" y="2"/>
                    <a:pt x="31" y="2"/>
                  </a:cubicBezTo>
                  <a:cubicBezTo>
                    <a:pt x="31" y="2"/>
                    <a:pt x="15" y="2"/>
                    <a:pt x="15" y="2"/>
                  </a:cubicBezTo>
                  <a:cubicBezTo>
                    <a:pt x="2" y="75"/>
                    <a:pt x="2" y="75"/>
                    <a:pt x="2" y="75"/>
                  </a:cubicBezTo>
                  <a:cubicBezTo>
                    <a:pt x="0" y="84"/>
                    <a:pt x="4" y="85"/>
                    <a:pt x="12" y="85"/>
                  </a:cubicBezTo>
                  <a:cubicBezTo>
                    <a:pt x="12" y="85"/>
                    <a:pt x="28" y="86"/>
                    <a:pt x="28" y="86"/>
                  </a:cubicBezTo>
                  <a:cubicBezTo>
                    <a:pt x="38" y="31"/>
                    <a:pt x="38" y="31"/>
                    <a:pt x="38" y="31"/>
                  </a:cubicBezTo>
                  <a:cubicBezTo>
                    <a:pt x="39" y="28"/>
                    <a:pt x="45" y="22"/>
                    <a:pt x="52" y="22"/>
                  </a:cubicBezTo>
                  <a:cubicBezTo>
                    <a:pt x="57" y="22"/>
                    <a:pt x="61" y="25"/>
                    <a:pt x="60" y="31"/>
                  </a:cubicBezTo>
                  <a:cubicBezTo>
                    <a:pt x="60" y="33"/>
                    <a:pt x="55" y="60"/>
                    <a:pt x="55" y="60"/>
                  </a:cubicBezTo>
                  <a:cubicBezTo>
                    <a:pt x="54" y="70"/>
                    <a:pt x="57" y="77"/>
                    <a:pt x="60" y="80"/>
                  </a:cubicBezTo>
                  <a:cubicBezTo>
                    <a:pt x="64" y="85"/>
                    <a:pt x="70" y="87"/>
                    <a:pt x="76" y="87"/>
                  </a:cubicBezTo>
                  <a:cubicBezTo>
                    <a:pt x="83" y="87"/>
                    <a:pt x="91" y="85"/>
                    <a:pt x="94" y="83"/>
                  </a:cubicBezTo>
                  <a:close/>
                </a:path>
              </a:pathLst>
            </a:custGeom>
            <a:solidFill>
              <a:schemeClr val="bg1"/>
            </a:solidFill>
            <a:ln w="9525">
              <a:noFill/>
              <a:round/>
              <a:headEnd/>
              <a:tailEnd/>
            </a:ln>
          </p:spPr>
          <p:txBody>
            <a:bodyPr/>
            <a:lstStyle/>
            <a:p>
              <a:pPr>
                <a:defRPr/>
              </a:pPr>
              <a:endParaRPr lang="en-US" sz="1350">
                <a:latin typeface="Arial" charset="0"/>
              </a:endParaRPr>
            </a:p>
          </p:txBody>
        </p:sp>
        <p:sp>
          <p:nvSpPr>
            <p:cNvPr id="7" name="Freeform 59">
              <a:extLst>
                <a:ext uri="{FF2B5EF4-FFF2-40B4-BE49-F238E27FC236}">
                  <a16:creationId xmlns:a16="http://schemas.microsoft.com/office/drawing/2014/main" id="{FFD26442-838B-AB96-A9B3-9E0AF9D07791}"/>
                </a:ext>
              </a:extLst>
            </p:cNvPr>
            <p:cNvSpPr>
              <a:spLocks/>
            </p:cNvSpPr>
            <p:nvPr userDrawn="1"/>
          </p:nvSpPr>
          <p:spPr bwMode="auto">
            <a:xfrm>
              <a:off x="5671" y="111"/>
              <a:ext cx="102" cy="98"/>
            </a:xfrm>
            <a:custGeom>
              <a:avLst/>
              <a:gdLst/>
              <a:ahLst/>
              <a:cxnLst>
                <a:cxn ang="0">
                  <a:pos x="24" y="0"/>
                </a:cxn>
                <a:cxn ang="0">
                  <a:pos x="26" y="13"/>
                </a:cxn>
                <a:cxn ang="0">
                  <a:pos x="28" y="15"/>
                </a:cxn>
                <a:cxn ang="0">
                  <a:pos x="42" y="15"/>
                </a:cxn>
                <a:cxn ang="0">
                  <a:pos x="30" y="23"/>
                </a:cxn>
                <a:cxn ang="0">
                  <a:pos x="28" y="27"/>
                </a:cxn>
                <a:cxn ang="0">
                  <a:pos x="30" y="40"/>
                </a:cxn>
                <a:cxn ang="0">
                  <a:pos x="30" y="40"/>
                </a:cxn>
                <a:cxn ang="0">
                  <a:pos x="20" y="32"/>
                </a:cxn>
                <a:cxn ang="0">
                  <a:pos x="17" y="32"/>
                </a:cxn>
                <a:cxn ang="0">
                  <a:pos x="4" y="40"/>
                </a:cxn>
                <a:cxn ang="0">
                  <a:pos x="10" y="27"/>
                </a:cxn>
                <a:cxn ang="0">
                  <a:pos x="10" y="23"/>
                </a:cxn>
                <a:cxn ang="0">
                  <a:pos x="0" y="15"/>
                </a:cxn>
                <a:cxn ang="0">
                  <a:pos x="0" y="15"/>
                </a:cxn>
                <a:cxn ang="0">
                  <a:pos x="14" y="15"/>
                </a:cxn>
                <a:cxn ang="0">
                  <a:pos x="17" y="13"/>
                </a:cxn>
                <a:cxn ang="0">
                  <a:pos x="24" y="0"/>
                </a:cxn>
              </a:cxnLst>
              <a:rect l="0" t="0" r="r" b="b"/>
              <a:pathLst>
                <a:path w="42" h="40">
                  <a:moveTo>
                    <a:pt x="24" y="0"/>
                  </a:moveTo>
                  <a:cubicBezTo>
                    <a:pt x="26" y="13"/>
                    <a:pt x="26" y="13"/>
                    <a:pt x="26" y="13"/>
                  </a:cubicBezTo>
                  <a:cubicBezTo>
                    <a:pt x="26" y="14"/>
                    <a:pt x="27" y="15"/>
                    <a:pt x="28" y="15"/>
                  </a:cubicBezTo>
                  <a:cubicBezTo>
                    <a:pt x="28" y="15"/>
                    <a:pt x="42" y="15"/>
                    <a:pt x="42" y="15"/>
                  </a:cubicBezTo>
                  <a:cubicBezTo>
                    <a:pt x="30" y="23"/>
                    <a:pt x="30" y="23"/>
                    <a:pt x="30" y="23"/>
                  </a:cubicBezTo>
                  <a:cubicBezTo>
                    <a:pt x="29" y="24"/>
                    <a:pt x="28" y="25"/>
                    <a:pt x="28" y="27"/>
                  </a:cubicBezTo>
                  <a:cubicBezTo>
                    <a:pt x="28" y="27"/>
                    <a:pt x="30" y="40"/>
                    <a:pt x="30" y="40"/>
                  </a:cubicBezTo>
                  <a:cubicBezTo>
                    <a:pt x="30" y="40"/>
                    <a:pt x="30" y="40"/>
                    <a:pt x="30" y="40"/>
                  </a:cubicBezTo>
                  <a:cubicBezTo>
                    <a:pt x="20" y="32"/>
                    <a:pt x="20" y="32"/>
                    <a:pt x="20" y="32"/>
                  </a:cubicBezTo>
                  <a:cubicBezTo>
                    <a:pt x="19" y="31"/>
                    <a:pt x="18" y="31"/>
                    <a:pt x="17" y="32"/>
                  </a:cubicBezTo>
                  <a:cubicBezTo>
                    <a:pt x="16" y="32"/>
                    <a:pt x="4" y="40"/>
                    <a:pt x="4" y="40"/>
                  </a:cubicBezTo>
                  <a:cubicBezTo>
                    <a:pt x="10" y="27"/>
                    <a:pt x="10" y="27"/>
                    <a:pt x="10" y="27"/>
                  </a:cubicBezTo>
                  <a:cubicBezTo>
                    <a:pt x="11" y="25"/>
                    <a:pt x="11" y="24"/>
                    <a:pt x="10" y="23"/>
                  </a:cubicBezTo>
                  <a:cubicBezTo>
                    <a:pt x="10" y="23"/>
                    <a:pt x="0" y="15"/>
                    <a:pt x="0" y="15"/>
                  </a:cubicBezTo>
                  <a:cubicBezTo>
                    <a:pt x="0" y="15"/>
                    <a:pt x="0" y="15"/>
                    <a:pt x="0" y="15"/>
                  </a:cubicBezTo>
                  <a:cubicBezTo>
                    <a:pt x="14" y="15"/>
                    <a:pt x="14" y="15"/>
                    <a:pt x="14" y="15"/>
                  </a:cubicBezTo>
                  <a:cubicBezTo>
                    <a:pt x="15" y="15"/>
                    <a:pt x="17" y="14"/>
                    <a:pt x="17" y="13"/>
                  </a:cubicBezTo>
                  <a:cubicBezTo>
                    <a:pt x="17" y="13"/>
                    <a:pt x="24" y="0"/>
                    <a:pt x="24" y="0"/>
                  </a:cubicBezTo>
                  <a:close/>
                </a:path>
              </a:pathLst>
            </a:custGeom>
            <a:solidFill>
              <a:srgbClr val="F5AA01"/>
            </a:solidFill>
            <a:ln w="9525">
              <a:noFill/>
              <a:round/>
              <a:headEnd/>
              <a:tailEnd/>
            </a:ln>
          </p:spPr>
          <p:txBody>
            <a:bodyPr/>
            <a:lstStyle/>
            <a:p>
              <a:pPr>
                <a:defRPr/>
              </a:pPr>
              <a:endParaRPr lang="en-US" sz="1350">
                <a:latin typeface="Arial" charset="0"/>
              </a:endParaRPr>
            </a:p>
          </p:txBody>
        </p:sp>
        <p:sp>
          <p:nvSpPr>
            <p:cNvPr id="8" name="Freeform 60">
              <a:extLst>
                <a:ext uri="{FF2B5EF4-FFF2-40B4-BE49-F238E27FC236}">
                  <a16:creationId xmlns:a16="http://schemas.microsoft.com/office/drawing/2014/main" id="{E934774D-2F3E-FF4E-71A1-B05237304619}"/>
                </a:ext>
              </a:extLst>
            </p:cNvPr>
            <p:cNvSpPr>
              <a:spLocks/>
            </p:cNvSpPr>
            <p:nvPr userDrawn="1"/>
          </p:nvSpPr>
          <p:spPr bwMode="auto">
            <a:xfrm>
              <a:off x="5566" y="177"/>
              <a:ext cx="102" cy="98"/>
            </a:xfrm>
            <a:custGeom>
              <a:avLst/>
              <a:gdLst/>
              <a:ahLst/>
              <a:cxnLst>
                <a:cxn ang="0">
                  <a:pos x="23" y="0"/>
                </a:cxn>
                <a:cxn ang="0">
                  <a:pos x="26" y="13"/>
                </a:cxn>
                <a:cxn ang="0">
                  <a:pos x="28" y="15"/>
                </a:cxn>
                <a:cxn ang="0">
                  <a:pos x="42" y="15"/>
                </a:cxn>
                <a:cxn ang="0">
                  <a:pos x="29" y="24"/>
                </a:cxn>
                <a:cxn ang="0">
                  <a:pos x="28" y="27"/>
                </a:cxn>
                <a:cxn ang="0">
                  <a:pos x="30" y="40"/>
                </a:cxn>
                <a:cxn ang="0">
                  <a:pos x="30" y="40"/>
                </a:cxn>
                <a:cxn ang="0">
                  <a:pos x="20" y="32"/>
                </a:cxn>
                <a:cxn ang="0">
                  <a:pos x="16" y="32"/>
                </a:cxn>
                <a:cxn ang="0">
                  <a:pos x="4" y="40"/>
                </a:cxn>
                <a:cxn ang="0">
                  <a:pos x="10" y="27"/>
                </a:cxn>
                <a:cxn ang="0">
                  <a:pos x="10" y="24"/>
                </a:cxn>
                <a:cxn ang="0">
                  <a:pos x="0" y="15"/>
                </a:cxn>
                <a:cxn ang="0">
                  <a:pos x="0" y="15"/>
                </a:cxn>
                <a:cxn ang="0">
                  <a:pos x="14" y="15"/>
                </a:cxn>
                <a:cxn ang="0">
                  <a:pos x="17" y="13"/>
                </a:cxn>
                <a:cxn ang="0">
                  <a:pos x="23" y="0"/>
                </a:cxn>
              </a:cxnLst>
              <a:rect l="0" t="0" r="r" b="b"/>
              <a:pathLst>
                <a:path w="42" h="40">
                  <a:moveTo>
                    <a:pt x="23" y="0"/>
                  </a:moveTo>
                  <a:cubicBezTo>
                    <a:pt x="26" y="13"/>
                    <a:pt x="26" y="13"/>
                    <a:pt x="26" y="13"/>
                  </a:cubicBezTo>
                  <a:cubicBezTo>
                    <a:pt x="26" y="15"/>
                    <a:pt x="27" y="15"/>
                    <a:pt x="28" y="15"/>
                  </a:cubicBezTo>
                  <a:cubicBezTo>
                    <a:pt x="28" y="15"/>
                    <a:pt x="42" y="15"/>
                    <a:pt x="42" y="15"/>
                  </a:cubicBezTo>
                  <a:cubicBezTo>
                    <a:pt x="29" y="24"/>
                    <a:pt x="29" y="24"/>
                    <a:pt x="29" y="24"/>
                  </a:cubicBezTo>
                  <a:cubicBezTo>
                    <a:pt x="28" y="24"/>
                    <a:pt x="27" y="26"/>
                    <a:pt x="28" y="27"/>
                  </a:cubicBezTo>
                  <a:cubicBezTo>
                    <a:pt x="28" y="27"/>
                    <a:pt x="30" y="40"/>
                    <a:pt x="30" y="40"/>
                  </a:cubicBezTo>
                  <a:cubicBezTo>
                    <a:pt x="30" y="40"/>
                    <a:pt x="30" y="40"/>
                    <a:pt x="30" y="40"/>
                  </a:cubicBezTo>
                  <a:cubicBezTo>
                    <a:pt x="20" y="32"/>
                    <a:pt x="20" y="32"/>
                    <a:pt x="20" y="32"/>
                  </a:cubicBezTo>
                  <a:cubicBezTo>
                    <a:pt x="19" y="31"/>
                    <a:pt x="17" y="31"/>
                    <a:pt x="16" y="32"/>
                  </a:cubicBezTo>
                  <a:cubicBezTo>
                    <a:pt x="16" y="32"/>
                    <a:pt x="4" y="40"/>
                    <a:pt x="4" y="40"/>
                  </a:cubicBezTo>
                  <a:cubicBezTo>
                    <a:pt x="10" y="27"/>
                    <a:pt x="10" y="27"/>
                    <a:pt x="10" y="27"/>
                  </a:cubicBezTo>
                  <a:cubicBezTo>
                    <a:pt x="11" y="26"/>
                    <a:pt x="10" y="24"/>
                    <a:pt x="10" y="24"/>
                  </a:cubicBezTo>
                  <a:cubicBezTo>
                    <a:pt x="9" y="24"/>
                    <a:pt x="0" y="15"/>
                    <a:pt x="0" y="15"/>
                  </a:cubicBezTo>
                  <a:cubicBezTo>
                    <a:pt x="0" y="15"/>
                    <a:pt x="0" y="15"/>
                    <a:pt x="0" y="15"/>
                  </a:cubicBezTo>
                  <a:cubicBezTo>
                    <a:pt x="14" y="15"/>
                    <a:pt x="14" y="15"/>
                    <a:pt x="14" y="15"/>
                  </a:cubicBezTo>
                  <a:cubicBezTo>
                    <a:pt x="15" y="15"/>
                    <a:pt x="16" y="15"/>
                    <a:pt x="17" y="13"/>
                  </a:cubicBezTo>
                  <a:cubicBezTo>
                    <a:pt x="17" y="13"/>
                    <a:pt x="23" y="0"/>
                    <a:pt x="23" y="0"/>
                  </a:cubicBezTo>
                  <a:close/>
                </a:path>
              </a:pathLst>
            </a:custGeom>
            <a:solidFill>
              <a:srgbClr val="F5AA01"/>
            </a:solidFill>
            <a:ln w="9525">
              <a:noFill/>
              <a:round/>
              <a:headEnd/>
              <a:tailEnd/>
            </a:ln>
          </p:spPr>
          <p:txBody>
            <a:bodyPr/>
            <a:lstStyle/>
            <a:p>
              <a:pPr>
                <a:defRPr/>
              </a:pPr>
              <a:endParaRPr lang="en-US" sz="1350">
                <a:latin typeface="Arial" charset="0"/>
              </a:endParaRPr>
            </a:p>
          </p:txBody>
        </p:sp>
        <p:sp>
          <p:nvSpPr>
            <p:cNvPr id="9" name="Freeform 61">
              <a:extLst>
                <a:ext uri="{FF2B5EF4-FFF2-40B4-BE49-F238E27FC236}">
                  <a16:creationId xmlns:a16="http://schemas.microsoft.com/office/drawing/2014/main" id="{2F75AE71-D978-EAC7-283C-95EED100D356}"/>
                </a:ext>
              </a:extLst>
            </p:cNvPr>
            <p:cNvSpPr>
              <a:spLocks/>
            </p:cNvSpPr>
            <p:nvPr userDrawn="1"/>
          </p:nvSpPr>
          <p:spPr bwMode="auto">
            <a:xfrm>
              <a:off x="5751" y="164"/>
              <a:ext cx="102" cy="98"/>
            </a:xfrm>
            <a:custGeom>
              <a:avLst/>
              <a:gdLst/>
              <a:ahLst/>
              <a:cxnLst>
                <a:cxn ang="0">
                  <a:pos x="23" y="0"/>
                </a:cxn>
                <a:cxn ang="0">
                  <a:pos x="25" y="13"/>
                </a:cxn>
                <a:cxn ang="0">
                  <a:pos x="28" y="15"/>
                </a:cxn>
                <a:cxn ang="0">
                  <a:pos x="42" y="15"/>
                </a:cxn>
                <a:cxn ang="0">
                  <a:pos x="29" y="24"/>
                </a:cxn>
                <a:cxn ang="0">
                  <a:pos x="28" y="27"/>
                </a:cxn>
                <a:cxn ang="0">
                  <a:pos x="30" y="40"/>
                </a:cxn>
                <a:cxn ang="0">
                  <a:pos x="30" y="40"/>
                </a:cxn>
                <a:cxn ang="0">
                  <a:pos x="20" y="32"/>
                </a:cxn>
                <a:cxn ang="0">
                  <a:pos x="16" y="32"/>
                </a:cxn>
                <a:cxn ang="0">
                  <a:pos x="3" y="40"/>
                </a:cxn>
                <a:cxn ang="0">
                  <a:pos x="10" y="27"/>
                </a:cxn>
                <a:cxn ang="0">
                  <a:pos x="10" y="24"/>
                </a:cxn>
                <a:cxn ang="0">
                  <a:pos x="0" y="15"/>
                </a:cxn>
                <a:cxn ang="0">
                  <a:pos x="0" y="15"/>
                </a:cxn>
                <a:cxn ang="0">
                  <a:pos x="14" y="15"/>
                </a:cxn>
                <a:cxn ang="0">
                  <a:pos x="17" y="13"/>
                </a:cxn>
                <a:cxn ang="0">
                  <a:pos x="23" y="0"/>
                </a:cxn>
              </a:cxnLst>
              <a:rect l="0" t="0" r="r" b="b"/>
              <a:pathLst>
                <a:path w="42" h="40">
                  <a:moveTo>
                    <a:pt x="23" y="0"/>
                  </a:moveTo>
                  <a:cubicBezTo>
                    <a:pt x="25" y="13"/>
                    <a:pt x="25" y="13"/>
                    <a:pt x="25" y="13"/>
                  </a:cubicBezTo>
                  <a:cubicBezTo>
                    <a:pt x="26" y="15"/>
                    <a:pt x="27" y="15"/>
                    <a:pt x="28" y="15"/>
                  </a:cubicBezTo>
                  <a:cubicBezTo>
                    <a:pt x="28" y="15"/>
                    <a:pt x="42" y="15"/>
                    <a:pt x="42" y="15"/>
                  </a:cubicBezTo>
                  <a:cubicBezTo>
                    <a:pt x="29" y="24"/>
                    <a:pt x="29" y="24"/>
                    <a:pt x="29" y="24"/>
                  </a:cubicBezTo>
                  <a:cubicBezTo>
                    <a:pt x="28" y="24"/>
                    <a:pt x="27" y="26"/>
                    <a:pt x="28" y="27"/>
                  </a:cubicBezTo>
                  <a:cubicBezTo>
                    <a:pt x="28" y="27"/>
                    <a:pt x="30" y="40"/>
                    <a:pt x="30" y="40"/>
                  </a:cubicBezTo>
                  <a:cubicBezTo>
                    <a:pt x="30" y="40"/>
                    <a:pt x="30" y="40"/>
                    <a:pt x="30" y="40"/>
                  </a:cubicBezTo>
                  <a:cubicBezTo>
                    <a:pt x="20" y="32"/>
                    <a:pt x="20" y="32"/>
                    <a:pt x="20" y="32"/>
                  </a:cubicBezTo>
                  <a:cubicBezTo>
                    <a:pt x="19" y="31"/>
                    <a:pt x="17" y="31"/>
                    <a:pt x="16" y="32"/>
                  </a:cubicBezTo>
                  <a:cubicBezTo>
                    <a:pt x="16" y="32"/>
                    <a:pt x="3" y="40"/>
                    <a:pt x="3" y="40"/>
                  </a:cubicBezTo>
                  <a:cubicBezTo>
                    <a:pt x="10" y="27"/>
                    <a:pt x="10" y="27"/>
                    <a:pt x="10" y="27"/>
                  </a:cubicBezTo>
                  <a:cubicBezTo>
                    <a:pt x="11" y="26"/>
                    <a:pt x="10" y="24"/>
                    <a:pt x="10" y="24"/>
                  </a:cubicBezTo>
                  <a:cubicBezTo>
                    <a:pt x="9" y="24"/>
                    <a:pt x="0" y="15"/>
                    <a:pt x="0" y="15"/>
                  </a:cubicBezTo>
                  <a:cubicBezTo>
                    <a:pt x="0" y="15"/>
                    <a:pt x="0" y="15"/>
                    <a:pt x="0" y="15"/>
                  </a:cubicBezTo>
                  <a:cubicBezTo>
                    <a:pt x="14" y="15"/>
                    <a:pt x="14" y="15"/>
                    <a:pt x="14" y="15"/>
                  </a:cubicBezTo>
                  <a:cubicBezTo>
                    <a:pt x="15" y="15"/>
                    <a:pt x="16" y="15"/>
                    <a:pt x="17" y="13"/>
                  </a:cubicBezTo>
                  <a:cubicBezTo>
                    <a:pt x="17" y="13"/>
                    <a:pt x="23" y="0"/>
                    <a:pt x="23" y="0"/>
                  </a:cubicBezTo>
                  <a:close/>
                </a:path>
              </a:pathLst>
            </a:custGeom>
            <a:solidFill>
              <a:srgbClr val="F5AA01"/>
            </a:solidFill>
            <a:ln w="9525">
              <a:noFill/>
              <a:round/>
              <a:headEnd/>
              <a:tailEnd/>
            </a:ln>
          </p:spPr>
          <p:txBody>
            <a:bodyPr/>
            <a:lstStyle/>
            <a:p>
              <a:pPr>
                <a:defRPr/>
              </a:pPr>
              <a:endParaRPr lang="en-US" sz="1350">
                <a:latin typeface="Arial" charset="0"/>
              </a:endParaRPr>
            </a:p>
          </p:txBody>
        </p:sp>
        <p:sp>
          <p:nvSpPr>
            <p:cNvPr id="10" name="Freeform 62">
              <a:extLst>
                <a:ext uri="{FF2B5EF4-FFF2-40B4-BE49-F238E27FC236}">
                  <a16:creationId xmlns:a16="http://schemas.microsoft.com/office/drawing/2014/main" id="{E9F9D562-640F-BDD5-8F2F-E94A96813380}"/>
                </a:ext>
              </a:extLst>
            </p:cNvPr>
            <p:cNvSpPr>
              <a:spLocks/>
            </p:cNvSpPr>
            <p:nvPr userDrawn="1"/>
          </p:nvSpPr>
          <p:spPr bwMode="auto">
            <a:xfrm>
              <a:off x="5632" y="316"/>
              <a:ext cx="102" cy="98"/>
            </a:xfrm>
            <a:custGeom>
              <a:avLst/>
              <a:gdLst/>
              <a:ahLst/>
              <a:cxnLst>
                <a:cxn ang="0">
                  <a:pos x="24" y="0"/>
                </a:cxn>
                <a:cxn ang="0">
                  <a:pos x="26" y="13"/>
                </a:cxn>
                <a:cxn ang="0">
                  <a:pos x="29" y="15"/>
                </a:cxn>
                <a:cxn ang="0">
                  <a:pos x="42" y="15"/>
                </a:cxn>
                <a:cxn ang="0">
                  <a:pos x="30" y="24"/>
                </a:cxn>
                <a:cxn ang="0">
                  <a:pos x="28" y="27"/>
                </a:cxn>
                <a:cxn ang="0">
                  <a:pos x="30" y="40"/>
                </a:cxn>
                <a:cxn ang="0">
                  <a:pos x="30" y="40"/>
                </a:cxn>
                <a:cxn ang="0">
                  <a:pos x="20" y="32"/>
                </a:cxn>
                <a:cxn ang="0">
                  <a:pos x="17" y="32"/>
                </a:cxn>
                <a:cxn ang="0">
                  <a:pos x="4" y="40"/>
                </a:cxn>
                <a:cxn ang="0">
                  <a:pos x="10" y="27"/>
                </a:cxn>
                <a:cxn ang="0">
                  <a:pos x="10" y="24"/>
                </a:cxn>
                <a:cxn ang="0">
                  <a:pos x="0" y="15"/>
                </a:cxn>
                <a:cxn ang="0">
                  <a:pos x="0" y="15"/>
                </a:cxn>
                <a:cxn ang="0">
                  <a:pos x="14" y="15"/>
                </a:cxn>
                <a:cxn ang="0">
                  <a:pos x="17" y="13"/>
                </a:cxn>
                <a:cxn ang="0">
                  <a:pos x="24" y="0"/>
                </a:cxn>
              </a:cxnLst>
              <a:rect l="0" t="0" r="r" b="b"/>
              <a:pathLst>
                <a:path w="42" h="40">
                  <a:moveTo>
                    <a:pt x="24" y="0"/>
                  </a:moveTo>
                  <a:cubicBezTo>
                    <a:pt x="26" y="13"/>
                    <a:pt x="26" y="13"/>
                    <a:pt x="26" y="13"/>
                  </a:cubicBezTo>
                  <a:cubicBezTo>
                    <a:pt x="26" y="15"/>
                    <a:pt x="27" y="15"/>
                    <a:pt x="29" y="15"/>
                  </a:cubicBezTo>
                  <a:cubicBezTo>
                    <a:pt x="29" y="15"/>
                    <a:pt x="42" y="15"/>
                    <a:pt x="42" y="15"/>
                  </a:cubicBezTo>
                  <a:cubicBezTo>
                    <a:pt x="30" y="24"/>
                    <a:pt x="30" y="24"/>
                    <a:pt x="30" y="24"/>
                  </a:cubicBezTo>
                  <a:cubicBezTo>
                    <a:pt x="29" y="24"/>
                    <a:pt x="28" y="26"/>
                    <a:pt x="28" y="27"/>
                  </a:cubicBezTo>
                  <a:cubicBezTo>
                    <a:pt x="28" y="27"/>
                    <a:pt x="30" y="40"/>
                    <a:pt x="30" y="40"/>
                  </a:cubicBezTo>
                  <a:cubicBezTo>
                    <a:pt x="30" y="40"/>
                    <a:pt x="30" y="40"/>
                    <a:pt x="30" y="40"/>
                  </a:cubicBezTo>
                  <a:cubicBezTo>
                    <a:pt x="20" y="32"/>
                    <a:pt x="20" y="32"/>
                    <a:pt x="20" y="32"/>
                  </a:cubicBezTo>
                  <a:cubicBezTo>
                    <a:pt x="19" y="31"/>
                    <a:pt x="18" y="31"/>
                    <a:pt x="17" y="32"/>
                  </a:cubicBezTo>
                  <a:cubicBezTo>
                    <a:pt x="17" y="32"/>
                    <a:pt x="4" y="40"/>
                    <a:pt x="4" y="40"/>
                  </a:cubicBezTo>
                  <a:cubicBezTo>
                    <a:pt x="10" y="27"/>
                    <a:pt x="10" y="27"/>
                    <a:pt x="10" y="27"/>
                  </a:cubicBezTo>
                  <a:cubicBezTo>
                    <a:pt x="11" y="26"/>
                    <a:pt x="11" y="24"/>
                    <a:pt x="10" y="24"/>
                  </a:cubicBezTo>
                  <a:cubicBezTo>
                    <a:pt x="10" y="24"/>
                    <a:pt x="0" y="15"/>
                    <a:pt x="0" y="15"/>
                  </a:cubicBezTo>
                  <a:cubicBezTo>
                    <a:pt x="0" y="15"/>
                    <a:pt x="0" y="15"/>
                    <a:pt x="0" y="15"/>
                  </a:cubicBezTo>
                  <a:cubicBezTo>
                    <a:pt x="14" y="15"/>
                    <a:pt x="14" y="15"/>
                    <a:pt x="14" y="15"/>
                  </a:cubicBezTo>
                  <a:cubicBezTo>
                    <a:pt x="15" y="15"/>
                    <a:pt x="17" y="15"/>
                    <a:pt x="17" y="13"/>
                  </a:cubicBezTo>
                  <a:cubicBezTo>
                    <a:pt x="17" y="13"/>
                    <a:pt x="24" y="0"/>
                    <a:pt x="24" y="0"/>
                  </a:cubicBezTo>
                  <a:close/>
                </a:path>
              </a:pathLst>
            </a:custGeom>
            <a:solidFill>
              <a:srgbClr val="F5AA01"/>
            </a:solidFill>
            <a:ln w="9525">
              <a:noFill/>
              <a:round/>
              <a:headEnd/>
              <a:tailEnd/>
            </a:ln>
          </p:spPr>
          <p:txBody>
            <a:bodyPr/>
            <a:lstStyle/>
            <a:p>
              <a:pPr>
                <a:defRPr/>
              </a:pPr>
              <a:endParaRPr lang="en-US" sz="1350">
                <a:latin typeface="Arial" charset="0"/>
              </a:endParaRPr>
            </a:p>
          </p:txBody>
        </p:sp>
      </p:grpSp>
      <p:sp>
        <p:nvSpPr>
          <p:cNvPr id="11" name="TextBox 10">
            <a:extLst>
              <a:ext uri="{FF2B5EF4-FFF2-40B4-BE49-F238E27FC236}">
                <a16:creationId xmlns:a16="http://schemas.microsoft.com/office/drawing/2014/main" id="{DE386290-E090-0E1C-0DCF-B05E1E943DEC}"/>
              </a:ext>
            </a:extLst>
          </p:cNvPr>
          <p:cNvSpPr txBox="1"/>
          <p:nvPr userDrawn="1"/>
        </p:nvSpPr>
        <p:spPr>
          <a:xfrm>
            <a:off x="252046" y="1166813"/>
            <a:ext cx="4246685" cy="1619250"/>
          </a:xfrm>
          <a:prstGeom prst="rect">
            <a:avLst/>
          </a:prstGeom>
          <a:noFill/>
          <a:ln>
            <a:noFill/>
          </a:ln>
        </p:spPr>
        <p:txBody>
          <a:bodyPr/>
          <a:lstStyle/>
          <a:p>
            <a:pPr>
              <a:defRPr/>
            </a:pPr>
            <a:endParaRPr lang="en-NZ" sz="900" dirty="0" err="1">
              <a:latin typeface="Arial" charset="0"/>
            </a:endParaRPr>
          </a:p>
        </p:txBody>
      </p:sp>
      <p:sp>
        <p:nvSpPr>
          <p:cNvPr id="12" name="TextBox 11">
            <a:extLst>
              <a:ext uri="{FF2B5EF4-FFF2-40B4-BE49-F238E27FC236}">
                <a16:creationId xmlns:a16="http://schemas.microsoft.com/office/drawing/2014/main" id="{734F416A-AD7D-E707-DF80-F2F2A4340E8D}"/>
              </a:ext>
            </a:extLst>
          </p:cNvPr>
          <p:cNvSpPr txBox="1"/>
          <p:nvPr userDrawn="1"/>
        </p:nvSpPr>
        <p:spPr>
          <a:xfrm>
            <a:off x="4645269" y="1168004"/>
            <a:ext cx="4246685" cy="1619250"/>
          </a:xfrm>
          <a:prstGeom prst="rect">
            <a:avLst/>
          </a:prstGeom>
          <a:noFill/>
          <a:ln>
            <a:noFill/>
          </a:ln>
        </p:spPr>
        <p:txBody>
          <a:bodyPr/>
          <a:lstStyle/>
          <a:p>
            <a:pPr marL="134541" lvl="1" indent="-134541">
              <a:buFont typeface="Arial" pitchFamily="34" charset="0"/>
              <a:buChar char="•"/>
              <a:defRPr/>
            </a:pPr>
            <a:r>
              <a:rPr lang="en-NZ" sz="1200" dirty="0">
                <a:solidFill>
                  <a:schemeClr val="bg1"/>
                </a:solidFill>
                <a:cs typeface="Arial" pitchFamily="34" charset="0"/>
              </a:rPr>
              <a:t>What is the key message?</a:t>
            </a:r>
          </a:p>
          <a:p>
            <a:pPr marL="134541" lvl="1" indent="-134541">
              <a:buFont typeface="Arial" pitchFamily="34" charset="0"/>
              <a:buChar char="•"/>
              <a:defRPr/>
            </a:pPr>
            <a:r>
              <a:rPr lang="en-NZ" sz="1200" dirty="0">
                <a:solidFill>
                  <a:schemeClr val="bg1"/>
                </a:solidFill>
                <a:cs typeface="Arial" pitchFamily="34" charset="0"/>
              </a:rPr>
              <a:t>How does it fit with the overall story?</a:t>
            </a:r>
          </a:p>
          <a:p>
            <a:pPr marL="134541" lvl="1" indent="-134541">
              <a:buFont typeface="Arial" pitchFamily="34" charset="0"/>
              <a:buChar char="•"/>
              <a:defRPr/>
            </a:pPr>
            <a:r>
              <a:rPr lang="en-NZ" sz="1200" dirty="0">
                <a:solidFill>
                  <a:schemeClr val="bg1"/>
                </a:solidFill>
                <a:cs typeface="Arial" pitchFamily="34" charset="0"/>
              </a:rPr>
              <a:t>Does the content pass the ‘so what’ test?</a:t>
            </a:r>
          </a:p>
        </p:txBody>
      </p:sp>
      <p:sp>
        <p:nvSpPr>
          <p:cNvPr id="13" name="TextBox 12">
            <a:extLst>
              <a:ext uri="{FF2B5EF4-FFF2-40B4-BE49-F238E27FC236}">
                <a16:creationId xmlns:a16="http://schemas.microsoft.com/office/drawing/2014/main" id="{2D636E65-E754-8411-4BFB-C2860DAF74EF}"/>
              </a:ext>
            </a:extLst>
          </p:cNvPr>
          <p:cNvSpPr txBox="1"/>
          <p:nvPr userDrawn="1"/>
        </p:nvSpPr>
        <p:spPr>
          <a:xfrm>
            <a:off x="252046" y="1168004"/>
            <a:ext cx="4246685" cy="1619250"/>
          </a:xfrm>
          <a:prstGeom prst="rect">
            <a:avLst/>
          </a:prstGeom>
          <a:noFill/>
          <a:ln>
            <a:noFill/>
          </a:ln>
        </p:spPr>
        <p:txBody>
          <a:bodyPr/>
          <a:lstStyle/>
          <a:p>
            <a:pPr marL="134541" lvl="1" indent="-134541">
              <a:buFont typeface="Arial" pitchFamily="34" charset="0"/>
              <a:buChar char="•"/>
              <a:defRPr/>
            </a:pPr>
            <a:r>
              <a:rPr lang="en-NZ" sz="1200" dirty="0">
                <a:solidFill>
                  <a:schemeClr val="bg1"/>
                </a:solidFill>
                <a:cs typeface="Arial" pitchFamily="34" charset="0"/>
              </a:rPr>
              <a:t>Who is the audience?</a:t>
            </a:r>
          </a:p>
          <a:p>
            <a:pPr marL="134541" lvl="1" indent="-134541">
              <a:buFont typeface="Arial" pitchFamily="34" charset="0"/>
              <a:buChar char="•"/>
              <a:defRPr/>
            </a:pPr>
            <a:r>
              <a:rPr lang="en-NZ" sz="1200" dirty="0">
                <a:solidFill>
                  <a:schemeClr val="bg1"/>
                </a:solidFill>
                <a:cs typeface="Arial" pitchFamily="34" charset="0"/>
              </a:rPr>
              <a:t>Why should they see this (what’s in it for them)?</a:t>
            </a:r>
          </a:p>
          <a:p>
            <a:pPr marL="134541" lvl="1" indent="-134541">
              <a:buFont typeface="Arial" pitchFamily="34" charset="0"/>
              <a:buChar char="•"/>
              <a:defRPr/>
            </a:pPr>
            <a:r>
              <a:rPr lang="en-NZ" sz="1200" dirty="0">
                <a:solidFill>
                  <a:schemeClr val="bg1"/>
                </a:solidFill>
                <a:cs typeface="Arial" pitchFamily="34" charset="0"/>
              </a:rPr>
              <a:t>What are the key points you want to communicate?</a:t>
            </a:r>
          </a:p>
          <a:p>
            <a:pPr marL="134541" lvl="1" indent="-134541">
              <a:buFont typeface="Arial" pitchFamily="34" charset="0"/>
              <a:buChar char="•"/>
              <a:defRPr/>
            </a:pPr>
            <a:r>
              <a:rPr lang="en-NZ" sz="1200" dirty="0">
                <a:solidFill>
                  <a:schemeClr val="bg1"/>
                </a:solidFill>
                <a:cs typeface="Arial" pitchFamily="34" charset="0"/>
              </a:rPr>
              <a:t>What do you want to happen as a result?</a:t>
            </a:r>
          </a:p>
          <a:p>
            <a:pPr marL="134541" lvl="1" indent="-134541">
              <a:buFont typeface="Arial" pitchFamily="34" charset="0"/>
              <a:buChar char="•"/>
              <a:defRPr/>
            </a:pPr>
            <a:r>
              <a:rPr lang="en-NZ" sz="1200" dirty="0">
                <a:solidFill>
                  <a:schemeClr val="bg1"/>
                </a:solidFill>
                <a:cs typeface="Arial" pitchFamily="34" charset="0"/>
              </a:rPr>
              <a:t>Is this document being presented or distributed as a reading pack?</a:t>
            </a:r>
          </a:p>
        </p:txBody>
      </p:sp>
      <p:sp>
        <p:nvSpPr>
          <p:cNvPr id="14" name="TextBox 13">
            <a:extLst>
              <a:ext uri="{FF2B5EF4-FFF2-40B4-BE49-F238E27FC236}">
                <a16:creationId xmlns:a16="http://schemas.microsoft.com/office/drawing/2014/main" id="{7796A8D1-FA2B-539D-836D-097544382038}"/>
              </a:ext>
            </a:extLst>
          </p:cNvPr>
          <p:cNvSpPr txBox="1"/>
          <p:nvPr userDrawn="1"/>
        </p:nvSpPr>
        <p:spPr>
          <a:xfrm>
            <a:off x="252047" y="132160"/>
            <a:ext cx="6915150" cy="656034"/>
          </a:xfrm>
          <a:prstGeom prst="rect">
            <a:avLst/>
          </a:prstGeom>
          <a:noFill/>
          <a:ln>
            <a:noFill/>
          </a:ln>
        </p:spPr>
        <p:txBody>
          <a:bodyPr/>
          <a:lstStyle/>
          <a:p>
            <a:pPr>
              <a:defRPr/>
            </a:pPr>
            <a:r>
              <a:rPr lang="en-NZ" sz="1500" b="1" dirty="0">
                <a:solidFill>
                  <a:schemeClr val="accent2"/>
                </a:solidFill>
                <a:latin typeface="Arial" charset="0"/>
              </a:rPr>
              <a:t>Presentation Planner</a:t>
            </a:r>
          </a:p>
        </p:txBody>
      </p:sp>
      <p:sp>
        <p:nvSpPr>
          <p:cNvPr id="33" name="Text Placeholder 32"/>
          <p:cNvSpPr>
            <a:spLocks noGrp="1"/>
          </p:cNvSpPr>
          <p:nvPr>
            <p:ph type="body" sz="quarter" idx="10"/>
          </p:nvPr>
        </p:nvSpPr>
        <p:spPr>
          <a:xfrm>
            <a:off x="252554" y="2843100"/>
            <a:ext cx="8640000" cy="2104914"/>
          </a:xfrm>
        </p:spPr>
        <p:txBody>
          <a:bodyPr>
            <a:normAutofit/>
          </a:bodyPr>
          <a:lstStyle>
            <a:lvl1pPr>
              <a:defRPr sz="1050">
                <a:solidFill>
                  <a:schemeClr val="bg1"/>
                </a:solidFill>
              </a:defRPr>
            </a:lvl1pPr>
            <a:lvl5pPr>
              <a:defRPr>
                <a:solidFill>
                  <a:schemeClr val="bg1"/>
                </a:solidFill>
              </a:defRPr>
            </a:lvl5pPr>
          </a:lstStyle>
          <a:p>
            <a:pPr lvl="0"/>
            <a:r>
              <a:rPr lang="en-US"/>
              <a:t>Click to edit Master text styles</a:t>
            </a:r>
          </a:p>
        </p:txBody>
      </p:sp>
    </p:spTree>
    <p:extLst>
      <p:ext uri="{BB962C8B-B14F-4D97-AF65-F5344CB8AC3E}">
        <p14:creationId xmlns:p14="http://schemas.microsoft.com/office/powerpoint/2010/main" val="2726025839"/>
      </p:ext>
    </p:extLst>
  </p:cSld>
  <p:clrMapOvr>
    <a:masterClrMapping/>
  </p:clrMapOvr>
  <p:hf sldNum="0" hdr="0" ftr="0" dt="0"/>
</p:sldLayout>
</file>

<file path=ppt/slideLayouts/slideLayout143.xml><?xml version="1.0" encoding="utf-8"?>
<p:sldLayout xmlns:a="http://schemas.openxmlformats.org/drawingml/2006/main" xmlns:r="http://schemas.openxmlformats.org/officeDocument/2006/relationships" xmlns:p="http://schemas.openxmlformats.org/presentationml/2006/main" type="title" preserve="1">
  <p:cSld name="Title Slide Option 2">
    <p:spTree>
      <p:nvGrpSpPr>
        <p:cNvPr id="1" name=""/>
        <p:cNvGrpSpPr/>
        <p:nvPr/>
      </p:nvGrpSpPr>
      <p:grpSpPr>
        <a:xfrm>
          <a:off x="0" y="0"/>
          <a:ext cx="0" cy="0"/>
          <a:chOff x="0" y="0"/>
          <a:chExt cx="0" cy="0"/>
        </a:xfrm>
      </p:grpSpPr>
      <p:pic>
        <p:nvPicPr>
          <p:cNvPr id="4" name="Picture 34" descr="26771 _Elements 1-0Si_2">
            <a:extLst>
              <a:ext uri="{FF2B5EF4-FFF2-40B4-BE49-F238E27FC236}">
                <a16:creationId xmlns:a16="http://schemas.microsoft.com/office/drawing/2014/main" id="{1F79EFCE-B856-85FE-0D8B-180A0F76037B}"/>
              </a:ext>
            </a:extLst>
          </p:cNvPr>
          <p:cNvPicPr>
            <a:picLocks noChangeAspect="1" noChangeArrowheads="1"/>
          </p:cNvPicPr>
          <p:nvPr userDrawn="1"/>
        </p:nvPicPr>
        <p:blipFill>
          <a:blip r:embed="rId2"/>
          <a:srcRect/>
          <a:stretch>
            <a:fillRect/>
          </a:stretch>
        </p:blipFill>
        <p:spPr bwMode="auto">
          <a:xfrm>
            <a:off x="0" y="951310"/>
            <a:ext cx="9144000" cy="3240881"/>
          </a:xfrm>
          <a:prstGeom prst="rect">
            <a:avLst/>
          </a:prstGeom>
          <a:gradFill>
            <a:gsLst>
              <a:gs pos="10000">
                <a:schemeClr val="tx2"/>
              </a:gs>
              <a:gs pos="90000">
                <a:srgbClr val="0A1C42"/>
              </a:gs>
            </a:gsLst>
            <a:lin ang="5400000" scaled="0"/>
          </a:gradFill>
          <a:ln w="9525">
            <a:noFill/>
            <a:miter lim="800000"/>
            <a:headEnd/>
            <a:tailEnd/>
          </a:ln>
        </p:spPr>
      </p:pic>
      <p:sp>
        <p:nvSpPr>
          <p:cNvPr id="2" name="Title 1"/>
          <p:cNvSpPr>
            <a:spLocks noGrp="1"/>
          </p:cNvSpPr>
          <p:nvPr>
            <p:ph type="ctrTitle"/>
          </p:nvPr>
        </p:nvSpPr>
        <p:spPr>
          <a:xfrm>
            <a:off x="971602" y="1491632"/>
            <a:ext cx="7200800" cy="1102519"/>
          </a:xfrm>
        </p:spPr>
        <p:txBody>
          <a:bodyPr>
            <a:normAutofit/>
          </a:bodyPr>
          <a:lstStyle>
            <a:lvl1pPr>
              <a:defRPr sz="3000">
                <a:solidFill>
                  <a:schemeClr val="bg1"/>
                </a:solidFill>
              </a:defRPr>
            </a:lvl1pPr>
          </a:lstStyle>
          <a:p>
            <a:r>
              <a:rPr lang="en-US" dirty="0"/>
              <a:t>Click to edit Master title style</a:t>
            </a:r>
            <a:endParaRPr lang="en-NZ" dirty="0"/>
          </a:p>
        </p:txBody>
      </p:sp>
      <p:sp>
        <p:nvSpPr>
          <p:cNvPr id="3" name="Subtitle 2"/>
          <p:cNvSpPr>
            <a:spLocks noGrp="1"/>
          </p:cNvSpPr>
          <p:nvPr>
            <p:ph type="subTitle" idx="1"/>
          </p:nvPr>
        </p:nvSpPr>
        <p:spPr>
          <a:xfrm>
            <a:off x="971602" y="3057804"/>
            <a:ext cx="7200800" cy="864096"/>
          </a:xfrm>
        </p:spPr>
        <p:txBody>
          <a:bodyPr>
            <a:normAutofit/>
          </a:bodyPr>
          <a:lstStyle>
            <a:lvl1pPr marL="0" indent="0" algn="l" defTabSz="685800" rtl="0" eaLnBrk="1" latinLnBrk="0" hangingPunct="1">
              <a:spcBef>
                <a:spcPct val="0"/>
              </a:spcBef>
              <a:buNone/>
              <a:defRPr lang="en-NZ" sz="1350" b="1" kern="1200" dirty="0" smtClean="0">
                <a:solidFill>
                  <a:schemeClr val="bg1"/>
                </a:solidFill>
                <a:latin typeface="Arial" pitchFamily="34" charset="0"/>
                <a:ea typeface="+mj-ea"/>
                <a:cs typeface="Arial" pitchFamily="34" charset="0"/>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en-NZ" noProof="0" dirty="0"/>
              <a:t>Click to edit Master subtitle style</a:t>
            </a:r>
          </a:p>
        </p:txBody>
      </p:sp>
      <p:sp>
        <p:nvSpPr>
          <p:cNvPr id="5" name="Footer Placeholder 4">
            <a:extLst>
              <a:ext uri="{FF2B5EF4-FFF2-40B4-BE49-F238E27FC236}">
                <a16:creationId xmlns:a16="http://schemas.microsoft.com/office/drawing/2014/main" id="{80CDF702-98EE-A8A9-5BA0-AEDD9018B77A}"/>
              </a:ext>
            </a:extLst>
          </p:cNvPr>
          <p:cNvSpPr>
            <a:spLocks noGrp="1"/>
          </p:cNvSpPr>
          <p:nvPr>
            <p:ph type="ftr" sz="quarter" idx="10"/>
          </p:nvPr>
        </p:nvSpPr>
        <p:spPr/>
        <p:txBody>
          <a:bodyPr/>
          <a:lstStyle>
            <a:lvl1pPr>
              <a:defRPr b="1">
                <a:solidFill>
                  <a:schemeClr val="tx1">
                    <a:lumMod val="50000"/>
                    <a:lumOff val="50000"/>
                  </a:schemeClr>
                </a:solidFill>
              </a:defRPr>
            </a:lvl1pPr>
          </a:lstStyle>
          <a:p>
            <a:pPr>
              <a:defRPr/>
            </a:pPr>
            <a:r>
              <a:t>Confidential – Internal BNZ Discussion Only</a:t>
            </a:r>
          </a:p>
        </p:txBody>
      </p:sp>
    </p:spTree>
    <p:extLst>
      <p:ext uri="{BB962C8B-B14F-4D97-AF65-F5344CB8AC3E}">
        <p14:creationId xmlns:p14="http://schemas.microsoft.com/office/powerpoint/2010/main" val="271915735"/>
      </p:ext>
    </p:extLst>
  </p:cSld>
  <p:clrMapOvr>
    <a:masterClrMapping/>
  </p:clrMapOvr>
</p:sldLayout>
</file>

<file path=ppt/slideLayouts/slideLayout144.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85800" y="2060974"/>
            <a:ext cx="7772400" cy="1021556"/>
          </a:xfrm>
        </p:spPr>
        <p:txBody>
          <a:bodyPr anchor="t">
            <a:noAutofit/>
          </a:bodyPr>
          <a:lstStyle>
            <a:lvl1pPr algn="l" defTabSz="685800" rtl="0" eaLnBrk="1" latinLnBrk="0" hangingPunct="1">
              <a:spcBef>
                <a:spcPct val="0"/>
              </a:spcBef>
              <a:buNone/>
              <a:defRPr lang="en-NZ" sz="2700" b="1" kern="1200" dirty="0" smtClean="0">
                <a:solidFill>
                  <a:schemeClr val="tx2"/>
                </a:solidFill>
                <a:latin typeface="Arial" pitchFamily="34" charset="0"/>
                <a:ea typeface="+mj-ea"/>
                <a:cs typeface="Arial" pitchFamily="34" charset="0"/>
              </a:defRPr>
            </a:lvl1pPr>
          </a:lstStyle>
          <a:p>
            <a:r>
              <a:rPr lang="en-NZ" noProof="0" dirty="0"/>
              <a:t>Click to edit Master title style</a:t>
            </a:r>
          </a:p>
        </p:txBody>
      </p:sp>
      <p:sp>
        <p:nvSpPr>
          <p:cNvPr id="3" name="Footer Placeholder 4">
            <a:extLst>
              <a:ext uri="{FF2B5EF4-FFF2-40B4-BE49-F238E27FC236}">
                <a16:creationId xmlns:a16="http://schemas.microsoft.com/office/drawing/2014/main" id="{251E5B37-50CA-7C94-B332-4DDEAD9A0972}"/>
              </a:ext>
            </a:extLst>
          </p:cNvPr>
          <p:cNvSpPr>
            <a:spLocks noGrp="1"/>
          </p:cNvSpPr>
          <p:nvPr>
            <p:ph type="ftr" sz="quarter" idx="10"/>
          </p:nvPr>
        </p:nvSpPr>
        <p:spPr/>
        <p:txBody>
          <a:bodyPr/>
          <a:lstStyle>
            <a:lvl1pPr>
              <a:defRPr>
                <a:solidFill>
                  <a:schemeClr val="tx1">
                    <a:lumMod val="50000"/>
                    <a:lumOff val="50000"/>
                  </a:schemeClr>
                </a:solidFill>
              </a:defRPr>
            </a:lvl1pPr>
          </a:lstStyle>
          <a:p>
            <a:pPr>
              <a:defRPr/>
            </a:pPr>
            <a:r>
              <a:t>Confidential – Internal BNZ Discussion Only</a:t>
            </a:r>
          </a:p>
        </p:txBody>
      </p:sp>
    </p:spTree>
    <p:extLst>
      <p:ext uri="{BB962C8B-B14F-4D97-AF65-F5344CB8AC3E}">
        <p14:creationId xmlns:p14="http://schemas.microsoft.com/office/powerpoint/2010/main" val="1961681930"/>
      </p:ext>
    </p:extLst>
  </p:cSld>
  <p:clrMapOvr>
    <a:masterClrMapping/>
  </p:clrMapOvr>
</p:sldLayout>
</file>

<file path=ppt/slideLayouts/slideLayout145.xml><?xml version="1.0" encoding="utf-8"?>
<p:sldLayout xmlns:a="http://schemas.openxmlformats.org/drawingml/2006/main" xmlns:r="http://schemas.openxmlformats.org/officeDocument/2006/relationships" xmlns:p="http://schemas.openxmlformats.org/presentationml/2006/main" preserve="1" userDrawn="1">
  <p:cSld name="Contents_Page_Option">
    <p:bg>
      <p:bgPr>
        <a:gradFill rotWithShape="0">
          <a:gsLst>
            <a:gs pos="0">
              <a:srgbClr val="073775"/>
            </a:gs>
            <a:gs pos="10001">
              <a:srgbClr val="073775"/>
            </a:gs>
            <a:gs pos="100000">
              <a:srgbClr val="0A1C42"/>
            </a:gs>
          </a:gsLst>
          <a:lin ang="5400000"/>
        </a:gradFill>
        <a:effectLst/>
      </p:bgPr>
    </p:bg>
    <p:spTree>
      <p:nvGrpSpPr>
        <p:cNvPr id="1" name=""/>
        <p:cNvGrpSpPr/>
        <p:nvPr/>
      </p:nvGrpSpPr>
      <p:grpSpPr>
        <a:xfrm>
          <a:off x="0" y="0"/>
          <a:ext cx="0" cy="0"/>
          <a:chOff x="0" y="0"/>
          <a:chExt cx="0" cy="0"/>
        </a:xfrm>
      </p:grpSpPr>
      <p:grpSp>
        <p:nvGrpSpPr>
          <p:cNvPr id="2" name="Group 56">
            <a:extLst>
              <a:ext uri="{FF2B5EF4-FFF2-40B4-BE49-F238E27FC236}">
                <a16:creationId xmlns:a16="http://schemas.microsoft.com/office/drawing/2014/main" id="{F7B71BED-1854-7EE9-16E8-D9CED3E4B365}"/>
              </a:ext>
            </a:extLst>
          </p:cNvPr>
          <p:cNvGrpSpPr>
            <a:grpSpLocks/>
          </p:cNvGrpSpPr>
          <p:nvPr userDrawn="1"/>
        </p:nvGrpSpPr>
        <p:grpSpPr bwMode="auto">
          <a:xfrm>
            <a:off x="7589228" y="135732"/>
            <a:ext cx="1362808" cy="540544"/>
            <a:chOff x="4923" y="111"/>
            <a:chExt cx="930" cy="454"/>
          </a:xfrm>
        </p:grpSpPr>
        <p:sp>
          <p:nvSpPr>
            <p:cNvPr id="4" name="Freeform 57">
              <a:extLst>
                <a:ext uri="{FF2B5EF4-FFF2-40B4-BE49-F238E27FC236}">
                  <a16:creationId xmlns:a16="http://schemas.microsoft.com/office/drawing/2014/main" id="{1A0E4E93-71B4-A7DE-7E1A-760240037C81}"/>
                </a:ext>
              </a:extLst>
            </p:cNvPr>
            <p:cNvSpPr>
              <a:spLocks noEditPoints="1"/>
            </p:cNvSpPr>
            <p:nvPr userDrawn="1"/>
          </p:nvSpPr>
          <p:spPr bwMode="auto">
            <a:xfrm>
              <a:off x="4923" y="262"/>
              <a:ext cx="224" cy="303"/>
            </a:xfrm>
            <a:custGeom>
              <a:avLst/>
              <a:gdLst/>
              <a:ahLst/>
              <a:cxnLst>
                <a:cxn ang="0">
                  <a:pos x="42" y="46"/>
                </a:cxn>
                <a:cxn ang="0">
                  <a:pos x="63" y="38"/>
                </a:cxn>
                <a:cxn ang="0">
                  <a:pos x="92" y="67"/>
                </a:cxn>
                <a:cxn ang="0">
                  <a:pos x="38" y="124"/>
                </a:cxn>
                <a:cxn ang="0">
                  <a:pos x="0" y="117"/>
                </a:cxn>
                <a:cxn ang="0">
                  <a:pos x="19" y="12"/>
                </a:cxn>
                <a:cxn ang="0">
                  <a:pos x="34" y="0"/>
                </a:cxn>
                <a:cxn ang="0">
                  <a:pos x="50" y="0"/>
                </a:cxn>
                <a:cxn ang="0">
                  <a:pos x="42" y="46"/>
                </a:cxn>
                <a:cxn ang="0">
                  <a:pos x="32" y="100"/>
                </a:cxn>
                <a:cxn ang="0">
                  <a:pos x="39" y="101"/>
                </a:cxn>
                <a:cxn ang="0">
                  <a:pos x="62" y="71"/>
                </a:cxn>
                <a:cxn ang="0">
                  <a:pos x="52" y="60"/>
                </a:cxn>
                <a:cxn ang="0">
                  <a:pos x="38" y="67"/>
                </a:cxn>
                <a:cxn ang="0">
                  <a:pos x="32" y="100"/>
                </a:cxn>
              </a:cxnLst>
              <a:rect l="0" t="0" r="r" b="b"/>
              <a:pathLst>
                <a:path w="92" h="124">
                  <a:moveTo>
                    <a:pt x="42" y="46"/>
                  </a:moveTo>
                  <a:cubicBezTo>
                    <a:pt x="46" y="41"/>
                    <a:pt x="55" y="37"/>
                    <a:pt x="63" y="38"/>
                  </a:cubicBezTo>
                  <a:cubicBezTo>
                    <a:pt x="81" y="38"/>
                    <a:pt x="92" y="48"/>
                    <a:pt x="92" y="67"/>
                  </a:cubicBezTo>
                  <a:cubicBezTo>
                    <a:pt x="92" y="103"/>
                    <a:pt x="70" y="124"/>
                    <a:pt x="38" y="124"/>
                  </a:cubicBezTo>
                  <a:cubicBezTo>
                    <a:pt x="26" y="124"/>
                    <a:pt x="11" y="121"/>
                    <a:pt x="0" y="117"/>
                  </a:cubicBezTo>
                  <a:cubicBezTo>
                    <a:pt x="19" y="12"/>
                    <a:pt x="19" y="12"/>
                    <a:pt x="19" y="12"/>
                  </a:cubicBezTo>
                  <a:cubicBezTo>
                    <a:pt x="20" y="3"/>
                    <a:pt x="24" y="0"/>
                    <a:pt x="34" y="0"/>
                  </a:cubicBezTo>
                  <a:cubicBezTo>
                    <a:pt x="41" y="0"/>
                    <a:pt x="46" y="0"/>
                    <a:pt x="50" y="0"/>
                  </a:cubicBezTo>
                  <a:lnTo>
                    <a:pt x="42" y="46"/>
                  </a:lnTo>
                  <a:close/>
                  <a:moveTo>
                    <a:pt x="32" y="100"/>
                  </a:moveTo>
                  <a:cubicBezTo>
                    <a:pt x="35" y="101"/>
                    <a:pt x="36" y="101"/>
                    <a:pt x="39" y="101"/>
                  </a:cubicBezTo>
                  <a:cubicBezTo>
                    <a:pt x="53" y="101"/>
                    <a:pt x="62" y="89"/>
                    <a:pt x="62" y="71"/>
                  </a:cubicBezTo>
                  <a:cubicBezTo>
                    <a:pt x="62" y="63"/>
                    <a:pt x="58" y="60"/>
                    <a:pt x="52" y="60"/>
                  </a:cubicBezTo>
                  <a:cubicBezTo>
                    <a:pt x="46" y="60"/>
                    <a:pt x="39" y="65"/>
                    <a:pt x="38" y="67"/>
                  </a:cubicBezTo>
                  <a:lnTo>
                    <a:pt x="32" y="100"/>
                  </a:lnTo>
                  <a:close/>
                </a:path>
              </a:pathLst>
            </a:custGeom>
            <a:solidFill>
              <a:schemeClr val="bg1"/>
            </a:solidFill>
            <a:ln w="9525">
              <a:noFill/>
              <a:round/>
              <a:headEnd/>
              <a:tailEnd/>
            </a:ln>
          </p:spPr>
          <p:txBody>
            <a:bodyPr/>
            <a:lstStyle/>
            <a:p>
              <a:pPr>
                <a:defRPr/>
              </a:pPr>
              <a:endParaRPr lang="en-US" sz="1350">
                <a:latin typeface="Arial" charset="0"/>
              </a:endParaRPr>
            </a:p>
          </p:txBody>
        </p:sp>
        <p:sp>
          <p:nvSpPr>
            <p:cNvPr id="5" name="Freeform 58">
              <a:extLst>
                <a:ext uri="{FF2B5EF4-FFF2-40B4-BE49-F238E27FC236}">
                  <a16:creationId xmlns:a16="http://schemas.microsoft.com/office/drawing/2014/main" id="{283735C0-E113-22E5-73A0-2B2EE5A51D69}"/>
                </a:ext>
              </a:extLst>
            </p:cNvPr>
            <p:cNvSpPr>
              <a:spLocks/>
            </p:cNvSpPr>
            <p:nvPr userDrawn="1"/>
          </p:nvSpPr>
          <p:spPr bwMode="auto">
            <a:xfrm>
              <a:off x="5142" y="353"/>
              <a:ext cx="436" cy="212"/>
            </a:xfrm>
            <a:custGeom>
              <a:avLst/>
              <a:gdLst/>
              <a:ahLst/>
              <a:cxnLst>
                <a:cxn ang="0">
                  <a:pos x="94" y="83"/>
                </a:cxn>
                <a:cxn ang="0">
                  <a:pos x="103" y="87"/>
                </a:cxn>
                <a:cxn ang="0">
                  <a:pos x="125" y="86"/>
                </a:cxn>
                <a:cxn ang="0">
                  <a:pos x="157" y="87"/>
                </a:cxn>
                <a:cxn ang="0">
                  <a:pos x="168" y="78"/>
                </a:cxn>
                <a:cxn ang="0">
                  <a:pos x="171" y="63"/>
                </a:cxn>
                <a:cxn ang="0">
                  <a:pos x="153" y="63"/>
                </a:cxn>
                <a:cxn ang="0">
                  <a:pos x="131" y="63"/>
                </a:cxn>
                <a:cxn ang="0">
                  <a:pos x="147" y="45"/>
                </a:cxn>
                <a:cxn ang="0">
                  <a:pos x="164" y="29"/>
                </a:cxn>
                <a:cxn ang="0">
                  <a:pos x="177" y="1"/>
                </a:cxn>
                <a:cxn ang="0">
                  <a:pos x="153" y="1"/>
                </a:cxn>
                <a:cxn ang="0">
                  <a:pos x="116" y="1"/>
                </a:cxn>
                <a:cxn ang="0">
                  <a:pos x="104" y="9"/>
                </a:cxn>
                <a:cxn ang="0">
                  <a:pos x="101" y="25"/>
                </a:cxn>
                <a:cxn ang="0">
                  <a:pos x="113" y="24"/>
                </a:cxn>
                <a:cxn ang="0">
                  <a:pos x="133" y="25"/>
                </a:cxn>
                <a:cxn ang="0">
                  <a:pos x="113" y="45"/>
                </a:cxn>
                <a:cxn ang="0">
                  <a:pos x="98" y="64"/>
                </a:cxn>
                <a:cxn ang="0">
                  <a:pos x="83" y="60"/>
                </a:cxn>
                <a:cxn ang="0">
                  <a:pos x="87" y="38"/>
                </a:cxn>
                <a:cxn ang="0">
                  <a:pos x="89" y="24"/>
                </a:cxn>
                <a:cxn ang="0">
                  <a:pos x="62" y="0"/>
                </a:cxn>
                <a:cxn ang="0">
                  <a:pos x="41" y="9"/>
                </a:cxn>
                <a:cxn ang="0">
                  <a:pos x="31" y="2"/>
                </a:cxn>
                <a:cxn ang="0">
                  <a:pos x="15" y="2"/>
                </a:cxn>
                <a:cxn ang="0">
                  <a:pos x="2" y="75"/>
                </a:cxn>
                <a:cxn ang="0">
                  <a:pos x="12" y="85"/>
                </a:cxn>
                <a:cxn ang="0">
                  <a:pos x="28" y="86"/>
                </a:cxn>
                <a:cxn ang="0">
                  <a:pos x="38" y="31"/>
                </a:cxn>
                <a:cxn ang="0">
                  <a:pos x="52" y="22"/>
                </a:cxn>
                <a:cxn ang="0">
                  <a:pos x="60" y="31"/>
                </a:cxn>
                <a:cxn ang="0">
                  <a:pos x="55" y="60"/>
                </a:cxn>
                <a:cxn ang="0">
                  <a:pos x="60" y="80"/>
                </a:cxn>
                <a:cxn ang="0">
                  <a:pos x="76" y="87"/>
                </a:cxn>
                <a:cxn ang="0">
                  <a:pos x="94" y="83"/>
                </a:cxn>
              </a:cxnLst>
              <a:rect l="0" t="0" r="r" b="b"/>
              <a:pathLst>
                <a:path w="179" h="87">
                  <a:moveTo>
                    <a:pt x="94" y="83"/>
                  </a:moveTo>
                  <a:cubicBezTo>
                    <a:pt x="95" y="85"/>
                    <a:pt x="98" y="87"/>
                    <a:pt x="103" y="87"/>
                  </a:cubicBezTo>
                  <a:cubicBezTo>
                    <a:pt x="110" y="87"/>
                    <a:pt x="117" y="86"/>
                    <a:pt x="125" y="86"/>
                  </a:cubicBezTo>
                  <a:cubicBezTo>
                    <a:pt x="137" y="86"/>
                    <a:pt x="141" y="86"/>
                    <a:pt x="157" y="87"/>
                  </a:cubicBezTo>
                  <a:cubicBezTo>
                    <a:pt x="164" y="87"/>
                    <a:pt x="167" y="85"/>
                    <a:pt x="168" y="78"/>
                  </a:cubicBezTo>
                  <a:cubicBezTo>
                    <a:pt x="169" y="74"/>
                    <a:pt x="170" y="70"/>
                    <a:pt x="171" y="63"/>
                  </a:cubicBezTo>
                  <a:cubicBezTo>
                    <a:pt x="164" y="64"/>
                    <a:pt x="158" y="63"/>
                    <a:pt x="153" y="63"/>
                  </a:cubicBezTo>
                  <a:cubicBezTo>
                    <a:pt x="146" y="63"/>
                    <a:pt x="138" y="62"/>
                    <a:pt x="131" y="63"/>
                  </a:cubicBezTo>
                  <a:cubicBezTo>
                    <a:pt x="134" y="58"/>
                    <a:pt x="139" y="52"/>
                    <a:pt x="147" y="45"/>
                  </a:cubicBezTo>
                  <a:cubicBezTo>
                    <a:pt x="150" y="42"/>
                    <a:pt x="157" y="36"/>
                    <a:pt x="164" y="29"/>
                  </a:cubicBezTo>
                  <a:cubicBezTo>
                    <a:pt x="171" y="21"/>
                    <a:pt x="179" y="12"/>
                    <a:pt x="177" y="1"/>
                  </a:cubicBezTo>
                  <a:cubicBezTo>
                    <a:pt x="169" y="1"/>
                    <a:pt x="163" y="1"/>
                    <a:pt x="153" y="1"/>
                  </a:cubicBezTo>
                  <a:cubicBezTo>
                    <a:pt x="140" y="1"/>
                    <a:pt x="125" y="1"/>
                    <a:pt x="116" y="1"/>
                  </a:cubicBezTo>
                  <a:cubicBezTo>
                    <a:pt x="109" y="1"/>
                    <a:pt x="105" y="3"/>
                    <a:pt x="104" y="9"/>
                  </a:cubicBezTo>
                  <a:cubicBezTo>
                    <a:pt x="103" y="14"/>
                    <a:pt x="101" y="25"/>
                    <a:pt x="101" y="25"/>
                  </a:cubicBezTo>
                  <a:cubicBezTo>
                    <a:pt x="102" y="24"/>
                    <a:pt x="108" y="24"/>
                    <a:pt x="113" y="24"/>
                  </a:cubicBezTo>
                  <a:cubicBezTo>
                    <a:pt x="117" y="24"/>
                    <a:pt x="130" y="24"/>
                    <a:pt x="133" y="25"/>
                  </a:cubicBezTo>
                  <a:cubicBezTo>
                    <a:pt x="132" y="28"/>
                    <a:pt x="121" y="37"/>
                    <a:pt x="113" y="45"/>
                  </a:cubicBezTo>
                  <a:cubicBezTo>
                    <a:pt x="109" y="50"/>
                    <a:pt x="101" y="58"/>
                    <a:pt x="98" y="64"/>
                  </a:cubicBezTo>
                  <a:cubicBezTo>
                    <a:pt x="88" y="70"/>
                    <a:pt x="82" y="68"/>
                    <a:pt x="83" y="60"/>
                  </a:cubicBezTo>
                  <a:cubicBezTo>
                    <a:pt x="87" y="38"/>
                    <a:pt x="87" y="38"/>
                    <a:pt x="87" y="38"/>
                  </a:cubicBezTo>
                  <a:cubicBezTo>
                    <a:pt x="88" y="33"/>
                    <a:pt x="89" y="28"/>
                    <a:pt x="89" y="24"/>
                  </a:cubicBezTo>
                  <a:cubicBezTo>
                    <a:pt x="88" y="9"/>
                    <a:pt x="78" y="0"/>
                    <a:pt x="62" y="0"/>
                  </a:cubicBezTo>
                  <a:cubicBezTo>
                    <a:pt x="53" y="0"/>
                    <a:pt x="46" y="5"/>
                    <a:pt x="41" y="9"/>
                  </a:cubicBezTo>
                  <a:cubicBezTo>
                    <a:pt x="41" y="9"/>
                    <a:pt x="40" y="2"/>
                    <a:pt x="31" y="2"/>
                  </a:cubicBezTo>
                  <a:cubicBezTo>
                    <a:pt x="31" y="2"/>
                    <a:pt x="15" y="2"/>
                    <a:pt x="15" y="2"/>
                  </a:cubicBezTo>
                  <a:cubicBezTo>
                    <a:pt x="2" y="75"/>
                    <a:pt x="2" y="75"/>
                    <a:pt x="2" y="75"/>
                  </a:cubicBezTo>
                  <a:cubicBezTo>
                    <a:pt x="0" y="84"/>
                    <a:pt x="4" y="85"/>
                    <a:pt x="12" y="85"/>
                  </a:cubicBezTo>
                  <a:cubicBezTo>
                    <a:pt x="12" y="85"/>
                    <a:pt x="28" y="86"/>
                    <a:pt x="28" y="86"/>
                  </a:cubicBezTo>
                  <a:cubicBezTo>
                    <a:pt x="38" y="31"/>
                    <a:pt x="38" y="31"/>
                    <a:pt x="38" y="31"/>
                  </a:cubicBezTo>
                  <a:cubicBezTo>
                    <a:pt x="39" y="28"/>
                    <a:pt x="45" y="22"/>
                    <a:pt x="52" y="22"/>
                  </a:cubicBezTo>
                  <a:cubicBezTo>
                    <a:pt x="57" y="22"/>
                    <a:pt x="61" y="25"/>
                    <a:pt x="60" y="31"/>
                  </a:cubicBezTo>
                  <a:cubicBezTo>
                    <a:pt x="60" y="33"/>
                    <a:pt x="55" y="60"/>
                    <a:pt x="55" y="60"/>
                  </a:cubicBezTo>
                  <a:cubicBezTo>
                    <a:pt x="54" y="70"/>
                    <a:pt x="57" y="77"/>
                    <a:pt x="60" y="80"/>
                  </a:cubicBezTo>
                  <a:cubicBezTo>
                    <a:pt x="64" y="85"/>
                    <a:pt x="70" y="87"/>
                    <a:pt x="76" y="87"/>
                  </a:cubicBezTo>
                  <a:cubicBezTo>
                    <a:pt x="83" y="87"/>
                    <a:pt x="91" y="85"/>
                    <a:pt x="94" y="83"/>
                  </a:cubicBezTo>
                  <a:close/>
                </a:path>
              </a:pathLst>
            </a:custGeom>
            <a:solidFill>
              <a:schemeClr val="bg1"/>
            </a:solidFill>
            <a:ln w="9525">
              <a:noFill/>
              <a:round/>
              <a:headEnd/>
              <a:tailEnd/>
            </a:ln>
          </p:spPr>
          <p:txBody>
            <a:bodyPr/>
            <a:lstStyle/>
            <a:p>
              <a:pPr>
                <a:defRPr/>
              </a:pPr>
              <a:endParaRPr lang="en-US" sz="1350">
                <a:latin typeface="Arial" charset="0"/>
              </a:endParaRPr>
            </a:p>
          </p:txBody>
        </p:sp>
        <p:sp>
          <p:nvSpPr>
            <p:cNvPr id="6" name="Freeform 59">
              <a:extLst>
                <a:ext uri="{FF2B5EF4-FFF2-40B4-BE49-F238E27FC236}">
                  <a16:creationId xmlns:a16="http://schemas.microsoft.com/office/drawing/2014/main" id="{DA512223-6805-6F04-6C1E-9A53314B1C19}"/>
                </a:ext>
              </a:extLst>
            </p:cNvPr>
            <p:cNvSpPr>
              <a:spLocks/>
            </p:cNvSpPr>
            <p:nvPr userDrawn="1"/>
          </p:nvSpPr>
          <p:spPr bwMode="auto">
            <a:xfrm>
              <a:off x="5671" y="111"/>
              <a:ext cx="102" cy="98"/>
            </a:xfrm>
            <a:custGeom>
              <a:avLst/>
              <a:gdLst/>
              <a:ahLst/>
              <a:cxnLst>
                <a:cxn ang="0">
                  <a:pos x="24" y="0"/>
                </a:cxn>
                <a:cxn ang="0">
                  <a:pos x="26" y="13"/>
                </a:cxn>
                <a:cxn ang="0">
                  <a:pos x="28" y="15"/>
                </a:cxn>
                <a:cxn ang="0">
                  <a:pos x="42" y="15"/>
                </a:cxn>
                <a:cxn ang="0">
                  <a:pos x="30" y="23"/>
                </a:cxn>
                <a:cxn ang="0">
                  <a:pos x="28" y="27"/>
                </a:cxn>
                <a:cxn ang="0">
                  <a:pos x="30" y="40"/>
                </a:cxn>
                <a:cxn ang="0">
                  <a:pos x="30" y="40"/>
                </a:cxn>
                <a:cxn ang="0">
                  <a:pos x="20" y="32"/>
                </a:cxn>
                <a:cxn ang="0">
                  <a:pos x="17" y="32"/>
                </a:cxn>
                <a:cxn ang="0">
                  <a:pos x="4" y="40"/>
                </a:cxn>
                <a:cxn ang="0">
                  <a:pos x="10" y="27"/>
                </a:cxn>
                <a:cxn ang="0">
                  <a:pos x="10" y="23"/>
                </a:cxn>
                <a:cxn ang="0">
                  <a:pos x="0" y="15"/>
                </a:cxn>
                <a:cxn ang="0">
                  <a:pos x="0" y="15"/>
                </a:cxn>
                <a:cxn ang="0">
                  <a:pos x="14" y="15"/>
                </a:cxn>
                <a:cxn ang="0">
                  <a:pos x="17" y="13"/>
                </a:cxn>
                <a:cxn ang="0">
                  <a:pos x="24" y="0"/>
                </a:cxn>
              </a:cxnLst>
              <a:rect l="0" t="0" r="r" b="b"/>
              <a:pathLst>
                <a:path w="42" h="40">
                  <a:moveTo>
                    <a:pt x="24" y="0"/>
                  </a:moveTo>
                  <a:cubicBezTo>
                    <a:pt x="26" y="13"/>
                    <a:pt x="26" y="13"/>
                    <a:pt x="26" y="13"/>
                  </a:cubicBezTo>
                  <a:cubicBezTo>
                    <a:pt x="26" y="14"/>
                    <a:pt x="27" y="15"/>
                    <a:pt x="28" y="15"/>
                  </a:cubicBezTo>
                  <a:cubicBezTo>
                    <a:pt x="28" y="15"/>
                    <a:pt x="42" y="15"/>
                    <a:pt x="42" y="15"/>
                  </a:cubicBezTo>
                  <a:cubicBezTo>
                    <a:pt x="30" y="23"/>
                    <a:pt x="30" y="23"/>
                    <a:pt x="30" y="23"/>
                  </a:cubicBezTo>
                  <a:cubicBezTo>
                    <a:pt x="29" y="24"/>
                    <a:pt x="28" y="25"/>
                    <a:pt x="28" y="27"/>
                  </a:cubicBezTo>
                  <a:cubicBezTo>
                    <a:pt x="28" y="27"/>
                    <a:pt x="30" y="40"/>
                    <a:pt x="30" y="40"/>
                  </a:cubicBezTo>
                  <a:cubicBezTo>
                    <a:pt x="30" y="40"/>
                    <a:pt x="30" y="40"/>
                    <a:pt x="30" y="40"/>
                  </a:cubicBezTo>
                  <a:cubicBezTo>
                    <a:pt x="20" y="32"/>
                    <a:pt x="20" y="32"/>
                    <a:pt x="20" y="32"/>
                  </a:cubicBezTo>
                  <a:cubicBezTo>
                    <a:pt x="19" y="31"/>
                    <a:pt x="18" y="31"/>
                    <a:pt x="17" y="32"/>
                  </a:cubicBezTo>
                  <a:cubicBezTo>
                    <a:pt x="16" y="32"/>
                    <a:pt x="4" y="40"/>
                    <a:pt x="4" y="40"/>
                  </a:cubicBezTo>
                  <a:cubicBezTo>
                    <a:pt x="10" y="27"/>
                    <a:pt x="10" y="27"/>
                    <a:pt x="10" y="27"/>
                  </a:cubicBezTo>
                  <a:cubicBezTo>
                    <a:pt x="11" y="25"/>
                    <a:pt x="11" y="24"/>
                    <a:pt x="10" y="23"/>
                  </a:cubicBezTo>
                  <a:cubicBezTo>
                    <a:pt x="10" y="23"/>
                    <a:pt x="0" y="15"/>
                    <a:pt x="0" y="15"/>
                  </a:cubicBezTo>
                  <a:cubicBezTo>
                    <a:pt x="0" y="15"/>
                    <a:pt x="0" y="15"/>
                    <a:pt x="0" y="15"/>
                  </a:cubicBezTo>
                  <a:cubicBezTo>
                    <a:pt x="14" y="15"/>
                    <a:pt x="14" y="15"/>
                    <a:pt x="14" y="15"/>
                  </a:cubicBezTo>
                  <a:cubicBezTo>
                    <a:pt x="15" y="15"/>
                    <a:pt x="17" y="14"/>
                    <a:pt x="17" y="13"/>
                  </a:cubicBezTo>
                  <a:cubicBezTo>
                    <a:pt x="17" y="13"/>
                    <a:pt x="24" y="0"/>
                    <a:pt x="24" y="0"/>
                  </a:cubicBezTo>
                  <a:close/>
                </a:path>
              </a:pathLst>
            </a:custGeom>
            <a:solidFill>
              <a:srgbClr val="F5AA01"/>
            </a:solidFill>
            <a:ln w="9525">
              <a:noFill/>
              <a:round/>
              <a:headEnd/>
              <a:tailEnd/>
            </a:ln>
          </p:spPr>
          <p:txBody>
            <a:bodyPr/>
            <a:lstStyle/>
            <a:p>
              <a:pPr>
                <a:defRPr/>
              </a:pPr>
              <a:endParaRPr lang="en-US" sz="1350">
                <a:latin typeface="Arial" charset="0"/>
              </a:endParaRPr>
            </a:p>
          </p:txBody>
        </p:sp>
        <p:sp>
          <p:nvSpPr>
            <p:cNvPr id="7" name="Freeform 60">
              <a:extLst>
                <a:ext uri="{FF2B5EF4-FFF2-40B4-BE49-F238E27FC236}">
                  <a16:creationId xmlns:a16="http://schemas.microsoft.com/office/drawing/2014/main" id="{D3FFF025-3F08-0207-2B59-3E5E97A27FC2}"/>
                </a:ext>
              </a:extLst>
            </p:cNvPr>
            <p:cNvSpPr>
              <a:spLocks/>
            </p:cNvSpPr>
            <p:nvPr userDrawn="1"/>
          </p:nvSpPr>
          <p:spPr bwMode="auto">
            <a:xfrm>
              <a:off x="5566" y="177"/>
              <a:ext cx="102" cy="98"/>
            </a:xfrm>
            <a:custGeom>
              <a:avLst/>
              <a:gdLst/>
              <a:ahLst/>
              <a:cxnLst>
                <a:cxn ang="0">
                  <a:pos x="23" y="0"/>
                </a:cxn>
                <a:cxn ang="0">
                  <a:pos x="26" y="13"/>
                </a:cxn>
                <a:cxn ang="0">
                  <a:pos x="28" y="15"/>
                </a:cxn>
                <a:cxn ang="0">
                  <a:pos x="42" y="15"/>
                </a:cxn>
                <a:cxn ang="0">
                  <a:pos x="29" y="24"/>
                </a:cxn>
                <a:cxn ang="0">
                  <a:pos x="28" y="27"/>
                </a:cxn>
                <a:cxn ang="0">
                  <a:pos x="30" y="40"/>
                </a:cxn>
                <a:cxn ang="0">
                  <a:pos x="30" y="40"/>
                </a:cxn>
                <a:cxn ang="0">
                  <a:pos x="20" y="32"/>
                </a:cxn>
                <a:cxn ang="0">
                  <a:pos x="16" y="32"/>
                </a:cxn>
                <a:cxn ang="0">
                  <a:pos x="4" y="40"/>
                </a:cxn>
                <a:cxn ang="0">
                  <a:pos x="10" y="27"/>
                </a:cxn>
                <a:cxn ang="0">
                  <a:pos x="10" y="24"/>
                </a:cxn>
                <a:cxn ang="0">
                  <a:pos x="0" y="15"/>
                </a:cxn>
                <a:cxn ang="0">
                  <a:pos x="0" y="15"/>
                </a:cxn>
                <a:cxn ang="0">
                  <a:pos x="14" y="15"/>
                </a:cxn>
                <a:cxn ang="0">
                  <a:pos x="17" y="13"/>
                </a:cxn>
                <a:cxn ang="0">
                  <a:pos x="23" y="0"/>
                </a:cxn>
              </a:cxnLst>
              <a:rect l="0" t="0" r="r" b="b"/>
              <a:pathLst>
                <a:path w="42" h="40">
                  <a:moveTo>
                    <a:pt x="23" y="0"/>
                  </a:moveTo>
                  <a:cubicBezTo>
                    <a:pt x="26" y="13"/>
                    <a:pt x="26" y="13"/>
                    <a:pt x="26" y="13"/>
                  </a:cubicBezTo>
                  <a:cubicBezTo>
                    <a:pt x="26" y="15"/>
                    <a:pt x="27" y="15"/>
                    <a:pt x="28" y="15"/>
                  </a:cubicBezTo>
                  <a:cubicBezTo>
                    <a:pt x="28" y="15"/>
                    <a:pt x="42" y="15"/>
                    <a:pt x="42" y="15"/>
                  </a:cubicBezTo>
                  <a:cubicBezTo>
                    <a:pt x="29" y="24"/>
                    <a:pt x="29" y="24"/>
                    <a:pt x="29" y="24"/>
                  </a:cubicBezTo>
                  <a:cubicBezTo>
                    <a:pt x="28" y="24"/>
                    <a:pt x="27" y="26"/>
                    <a:pt x="28" y="27"/>
                  </a:cubicBezTo>
                  <a:cubicBezTo>
                    <a:pt x="28" y="27"/>
                    <a:pt x="30" y="40"/>
                    <a:pt x="30" y="40"/>
                  </a:cubicBezTo>
                  <a:cubicBezTo>
                    <a:pt x="30" y="40"/>
                    <a:pt x="30" y="40"/>
                    <a:pt x="30" y="40"/>
                  </a:cubicBezTo>
                  <a:cubicBezTo>
                    <a:pt x="20" y="32"/>
                    <a:pt x="20" y="32"/>
                    <a:pt x="20" y="32"/>
                  </a:cubicBezTo>
                  <a:cubicBezTo>
                    <a:pt x="19" y="31"/>
                    <a:pt x="17" y="31"/>
                    <a:pt x="16" y="32"/>
                  </a:cubicBezTo>
                  <a:cubicBezTo>
                    <a:pt x="16" y="32"/>
                    <a:pt x="4" y="40"/>
                    <a:pt x="4" y="40"/>
                  </a:cubicBezTo>
                  <a:cubicBezTo>
                    <a:pt x="10" y="27"/>
                    <a:pt x="10" y="27"/>
                    <a:pt x="10" y="27"/>
                  </a:cubicBezTo>
                  <a:cubicBezTo>
                    <a:pt x="11" y="26"/>
                    <a:pt x="10" y="24"/>
                    <a:pt x="10" y="24"/>
                  </a:cubicBezTo>
                  <a:cubicBezTo>
                    <a:pt x="9" y="24"/>
                    <a:pt x="0" y="15"/>
                    <a:pt x="0" y="15"/>
                  </a:cubicBezTo>
                  <a:cubicBezTo>
                    <a:pt x="0" y="15"/>
                    <a:pt x="0" y="15"/>
                    <a:pt x="0" y="15"/>
                  </a:cubicBezTo>
                  <a:cubicBezTo>
                    <a:pt x="14" y="15"/>
                    <a:pt x="14" y="15"/>
                    <a:pt x="14" y="15"/>
                  </a:cubicBezTo>
                  <a:cubicBezTo>
                    <a:pt x="15" y="15"/>
                    <a:pt x="16" y="15"/>
                    <a:pt x="17" y="13"/>
                  </a:cubicBezTo>
                  <a:cubicBezTo>
                    <a:pt x="17" y="13"/>
                    <a:pt x="23" y="0"/>
                    <a:pt x="23" y="0"/>
                  </a:cubicBezTo>
                  <a:close/>
                </a:path>
              </a:pathLst>
            </a:custGeom>
            <a:solidFill>
              <a:srgbClr val="F5AA01"/>
            </a:solidFill>
            <a:ln w="9525">
              <a:noFill/>
              <a:round/>
              <a:headEnd/>
              <a:tailEnd/>
            </a:ln>
          </p:spPr>
          <p:txBody>
            <a:bodyPr/>
            <a:lstStyle/>
            <a:p>
              <a:pPr>
                <a:defRPr/>
              </a:pPr>
              <a:endParaRPr lang="en-US" sz="1350">
                <a:latin typeface="Arial" charset="0"/>
              </a:endParaRPr>
            </a:p>
          </p:txBody>
        </p:sp>
        <p:sp>
          <p:nvSpPr>
            <p:cNvPr id="8" name="Freeform 61">
              <a:extLst>
                <a:ext uri="{FF2B5EF4-FFF2-40B4-BE49-F238E27FC236}">
                  <a16:creationId xmlns:a16="http://schemas.microsoft.com/office/drawing/2014/main" id="{693A2567-CBFF-7F2A-30ED-54AF23507BE2}"/>
                </a:ext>
              </a:extLst>
            </p:cNvPr>
            <p:cNvSpPr>
              <a:spLocks/>
            </p:cNvSpPr>
            <p:nvPr userDrawn="1"/>
          </p:nvSpPr>
          <p:spPr bwMode="auto">
            <a:xfrm>
              <a:off x="5751" y="164"/>
              <a:ext cx="102" cy="98"/>
            </a:xfrm>
            <a:custGeom>
              <a:avLst/>
              <a:gdLst/>
              <a:ahLst/>
              <a:cxnLst>
                <a:cxn ang="0">
                  <a:pos x="23" y="0"/>
                </a:cxn>
                <a:cxn ang="0">
                  <a:pos x="25" y="13"/>
                </a:cxn>
                <a:cxn ang="0">
                  <a:pos x="28" y="15"/>
                </a:cxn>
                <a:cxn ang="0">
                  <a:pos x="42" y="15"/>
                </a:cxn>
                <a:cxn ang="0">
                  <a:pos x="29" y="24"/>
                </a:cxn>
                <a:cxn ang="0">
                  <a:pos x="28" y="27"/>
                </a:cxn>
                <a:cxn ang="0">
                  <a:pos x="30" y="40"/>
                </a:cxn>
                <a:cxn ang="0">
                  <a:pos x="30" y="40"/>
                </a:cxn>
                <a:cxn ang="0">
                  <a:pos x="20" y="32"/>
                </a:cxn>
                <a:cxn ang="0">
                  <a:pos x="16" y="32"/>
                </a:cxn>
                <a:cxn ang="0">
                  <a:pos x="3" y="40"/>
                </a:cxn>
                <a:cxn ang="0">
                  <a:pos x="10" y="27"/>
                </a:cxn>
                <a:cxn ang="0">
                  <a:pos x="10" y="24"/>
                </a:cxn>
                <a:cxn ang="0">
                  <a:pos x="0" y="15"/>
                </a:cxn>
                <a:cxn ang="0">
                  <a:pos x="0" y="15"/>
                </a:cxn>
                <a:cxn ang="0">
                  <a:pos x="14" y="15"/>
                </a:cxn>
                <a:cxn ang="0">
                  <a:pos x="17" y="13"/>
                </a:cxn>
                <a:cxn ang="0">
                  <a:pos x="23" y="0"/>
                </a:cxn>
              </a:cxnLst>
              <a:rect l="0" t="0" r="r" b="b"/>
              <a:pathLst>
                <a:path w="42" h="40">
                  <a:moveTo>
                    <a:pt x="23" y="0"/>
                  </a:moveTo>
                  <a:cubicBezTo>
                    <a:pt x="25" y="13"/>
                    <a:pt x="25" y="13"/>
                    <a:pt x="25" y="13"/>
                  </a:cubicBezTo>
                  <a:cubicBezTo>
                    <a:pt x="26" y="15"/>
                    <a:pt x="27" y="15"/>
                    <a:pt x="28" y="15"/>
                  </a:cubicBezTo>
                  <a:cubicBezTo>
                    <a:pt x="28" y="15"/>
                    <a:pt x="42" y="15"/>
                    <a:pt x="42" y="15"/>
                  </a:cubicBezTo>
                  <a:cubicBezTo>
                    <a:pt x="29" y="24"/>
                    <a:pt x="29" y="24"/>
                    <a:pt x="29" y="24"/>
                  </a:cubicBezTo>
                  <a:cubicBezTo>
                    <a:pt x="28" y="24"/>
                    <a:pt x="27" y="26"/>
                    <a:pt x="28" y="27"/>
                  </a:cubicBezTo>
                  <a:cubicBezTo>
                    <a:pt x="28" y="27"/>
                    <a:pt x="30" y="40"/>
                    <a:pt x="30" y="40"/>
                  </a:cubicBezTo>
                  <a:cubicBezTo>
                    <a:pt x="30" y="40"/>
                    <a:pt x="30" y="40"/>
                    <a:pt x="30" y="40"/>
                  </a:cubicBezTo>
                  <a:cubicBezTo>
                    <a:pt x="20" y="32"/>
                    <a:pt x="20" y="32"/>
                    <a:pt x="20" y="32"/>
                  </a:cubicBezTo>
                  <a:cubicBezTo>
                    <a:pt x="19" y="31"/>
                    <a:pt x="17" y="31"/>
                    <a:pt x="16" y="32"/>
                  </a:cubicBezTo>
                  <a:cubicBezTo>
                    <a:pt x="16" y="32"/>
                    <a:pt x="3" y="40"/>
                    <a:pt x="3" y="40"/>
                  </a:cubicBezTo>
                  <a:cubicBezTo>
                    <a:pt x="10" y="27"/>
                    <a:pt x="10" y="27"/>
                    <a:pt x="10" y="27"/>
                  </a:cubicBezTo>
                  <a:cubicBezTo>
                    <a:pt x="11" y="26"/>
                    <a:pt x="10" y="24"/>
                    <a:pt x="10" y="24"/>
                  </a:cubicBezTo>
                  <a:cubicBezTo>
                    <a:pt x="9" y="24"/>
                    <a:pt x="0" y="15"/>
                    <a:pt x="0" y="15"/>
                  </a:cubicBezTo>
                  <a:cubicBezTo>
                    <a:pt x="0" y="15"/>
                    <a:pt x="0" y="15"/>
                    <a:pt x="0" y="15"/>
                  </a:cubicBezTo>
                  <a:cubicBezTo>
                    <a:pt x="14" y="15"/>
                    <a:pt x="14" y="15"/>
                    <a:pt x="14" y="15"/>
                  </a:cubicBezTo>
                  <a:cubicBezTo>
                    <a:pt x="15" y="15"/>
                    <a:pt x="16" y="15"/>
                    <a:pt x="17" y="13"/>
                  </a:cubicBezTo>
                  <a:cubicBezTo>
                    <a:pt x="17" y="13"/>
                    <a:pt x="23" y="0"/>
                    <a:pt x="23" y="0"/>
                  </a:cubicBezTo>
                  <a:close/>
                </a:path>
              </a:pathLst>
            </a:custGeom>
            <a:solidFill>
              <a:srgbClr val="F5AA01"/>
            </a:solidFill>
            <a:ln w="9525">
              <a:noFill/>
              <a:round/>
              <a:headEnd/>
              <a:tailEnd/>
            </a:ln>
          </p:spPr>
          <p:txBody>
            <a:bodyPr/>
            <a:lstStyle/>
            <a:p>
              <a:pPr>
                <a:defRPr/>
              </a:pPr>
              <a:endParaRPr lang="en-US" sz="1350">
                <a:latin typeface="Arial" charset="0"/>
              </a:endParaRPr>
            </a:p>
          </p:txBody>
        </p:sp>
        <p:sp>
          <p:nvSpPr>
            <p:cNvPr id="9" name="Freeform 62">
              <a:extLst>
                <a:ext uri="{FF2B5EF4-FFF2-40B4-BE49-F238E27FC236}">
                  <a16:creationId xmlns:a16="http://schemas.microsoft.com/office/drawing/2014/main" id="{2E5CD665-71E7-9BA9-5535-B9AED6AA4DE1}"/>
                </a:ext>
              </a:extLst>
            </p:cNvPr>
            <p:cNvSpPr>
              <a:spLocks/>
            </p:cNvSpPr>
            <p:nvPr userDrawn="1"/>
          </p:nvSpPr>
          <p:spPr bwMode="auto">
            <a:xfrm>
              <a:off x="5632" y="316"/>
              <a:ext cx="102" cy="98"/>
            </a:xfrm>
            <a:custGeom>
              <a:avLst/>
              <a:gdLst/>
              <a:ahLst/>
              <a:cxnLst>
                <a:cxn ang="0">
                  <a:pos x="24" y="0"/>
                </a:cxn>
                <a:cxn ang="0">
                  <a:pos x="26" y="13"/>
                </a:cxn>
                <a:cxn ang="0">
                  <a:pos x="29" y="15"/>
                </a:cxn>
                <a:cxn ang="0">
                  <a:pos x="42" y="15"/>
                </a:cxn>
                <a:cxn ang="0">
                  <a:pos x="30" y="24"/>
                </a:cxn>
                <a:cxn ang="0">
                  <a:pos x="28" y="27"/>
                </a:cxn>
                <a:cxn ang="0">
                  <a:pos x="30" y="40"/>
                </a:cxn>
                <a:cxn ang="0">
                  <a:pos x="30" y="40"/>
                </a:cxn>
                <a:cxn ang="0">
                  <a:pos x="20" y="32"/>
                </a:cxn>
                <a:cxn ang="0">
                  <a:pos x="17" y="32"/>
                </a:cxn>
                <a:cxn ang="0">
                  <a:pos x="4" y="40"/>
                </a:cxn>
                <a:cxn ang="0">
                  <a:pos x="10" y="27"/>
                </a:cxn>
                <a:cxn ang="0">
                  <a:pos x="10" y="24"/>
                </a:cxn>
                <a:cxn ang="0">
                  <a:pos x="0" y="15"/>
                </a:cxn>
                <a:cxn ang="0">
                  <a:pos x="0" y="15"/>
                </a:cxn>
                <a:cxn ang="0">
                  <a:pos x="14" y="15"/>
                </a:cxn>
                <a:cxn ang="0">
                  <a:pos x="17" y="13"/>
                </a:cxn>
                <a:cxn ang="0">
                  <a:pos x="24" y="0"/>
                </a:cxn>
              </a:cxnLst>
              <a:rect l="0" t="0" r="r" b="b"/>
              <a:pathLst>
                <a:path w="42" h="40">
                  <a:moveTo>
                    <a:pt x="24" y="0"/>
                  </a:moveTo>
                  <a:cubicBezTo>
                    <a:pt x="26" y="13"/>
                    <a:pt x="26" y="13"/>
                    <a:pt x="26" y="13"/>
                  </a:cubicBezTo>
                  <a:cubicBezTo>
                    <a:pt x="26" y="15"/>
                    <a:pt x="27" y="15"/>
                    <a:pt x="29" y="15"/>
                  </a:cubicBezTo>
                  <a:cubicBezTo>
                    <a:pt x="29" y="15"/>
                    <a:pt x="42" y="15"/>
                    <a:pt x="42" y="15"/>
                  </a:cubicBezTo>
                  <a:cubicBezTo>
                    <a:pt x="30" y="24"/>
                    <a:pt x="30" y="24"/>
                    <a:pt x="30" y="24"/>
                  </a:cubicBezTo>
                  <a:cubicBezTo>
                    <a:pt x="29" y="24"/>
                    <a:pt x="28" y="26"/>
                    <a:pt x="28" y="27"/>
                  </a:cubicBezTo>
                  <a:cubicBezTo>
                    <a:pt x="28" y="27"/>
                    <a:pt x="30" y="40"/>
                    <a:pt x="30" y="40"/>
                  </a:cubicBezTo>
                  <a:cubicBezTo>
                    <a:pt x="30" y="40"/>
                    <a:pt x="30" y="40"/>
                    <a:pt x="30" y="40"/>
                  </a:cubicBezTo>
                  <a:cubicBezTo>
                    <a:pt x="20" y="32"/>
                    <a:pt x="20" y="32"/>
                    <a:pt x="20" y="32"/>
                  </a:cubicBezTo>
                  <a:cubicBezTo>
                    <a:pt x="19" y="31"/>
                    <a:pt x="18" y="31"/>
                    <a:pt x="17" y="32"/>
                  </a:cubicBezTo>
                  <a:cubicBezTo>
                    <a:pt x="17" y="32"/>
                    <a:pt x="4" y="40"/>
                    <a:pt x="4" y="40"/>
                  </a:cubicBezTo>
                  <a:cubicBezTo>
                    <a:pt x="10" y="27"/>
                    <a:pt x="10" y="27"/>
                    <a:pt x="10" y="27"/>
                  </a:cubicBezTo>
                  <a:cubicBezTo>
                    <a:pt x="11" y="26"/>
                    <a:pt x="11" y="24"/>
                    <a:pt x="10" y="24"/>
                  </a:cubicBezTo>
                  <a:cubicBezTo>
                    <a:pt x="10" y="24"/>
                    <a:pt x="0" y="15"/>
                    <a:pt x="0" y="15"/>
                  </a:cubicBezTo>
                  <a:cubicBezTo>
                    <a:pt x="0" y="15"/>
                    <a:pt x="0" y="15"/>
                    <a:pt x="0" y="15"/>
                  </a:cubicBezTo>
                  <a:cubicBezTo>
                    <a:pt x="14" y="15"/>
                    <a:pt x="14" y="15"/>
                    <a:pt x="14" y="15"/>
                  </a:cubicBezTo>
                  <a:cubicBezTo>
                    <a:pt x="15" y="15"/>
                    <a:pt x="17" y="15"/>
                    <a:pt x="17" y="13"/>
                  </a:cubicBezTo>
                  <a:cubicBezTo>
                    <a:pt x="17" y="13"/>
                    <a:pt x="24" y="0"/>
                    <a:pt x="24" y="0"/>
                  </a:cubicBezTo>
                  <a:close/>
                </a:path>
              </a:pathLst>
            </a:custGeom>
            <a:solidFill>
              <a:srgbClr val="F5AA01"/>
            </a:solidFill>
            <a:ln w="9525">
              <a:noFill/>
              <a:round/>
              <a:headEnd/>
              <a:tailEnd/>
            </a:ln>
          </p:spPr>
          <p:txBody>
            <a:bodyPr/>
            <a:lstStyle/>
            <a:p>
              <a:pPr>
                <a:defRPr/>
              </a:pPr>
              <a:endParaRPr lang="en-US" sz="1350">
                <a:latin typeface="Arial" charset="0"/>
              </a:endParaRPr>
            </a:p>
          </p:txBody>
        </p:sp>
      </p:grpSp>
      <p:sp>
        <p:nvSpPr>
          <p:cNvPr id="10" name="Line 35">
            <a:extLst>
              <a:ext uri="{FF2B5EF4-FFF2-40B4-BE49-F238E27FC236}">
                <a16:creationId xmlns:a16="http://schemas.microsoft.com/office/drawing/2014/main" id="{4C76554D-1E34-D828-04F9-F42F7A22396F}"/>
              </a:ext>
            </a:extLst>
          </p:cNvPr>
          <p:cNvSpPr>
            <a:spLocks noChangeShapeType="1"/>
          </p:cNvSpPr>
          <p:nvPr userDrawn="1"/>
        </p:nvSpPr>
        <p:spPr bwMode="auto">
          <a:xfrm>
            <a:off x="703385" y="0"/>
            <a:ext cx="0" cy="1306116"/>
          </a:xfrm>
          <a:prstGeom prst="line">
            <a:avLst/>
          </a:prstGeom>
          <a:noFill/>
          <a:ln w="6350">
            <a:solidFill>
              <a:schemeClr val="bg1"/>
            </a:solidFill>
            <a:round/>
            <a:headEnd/>
            <a:tailEnd/>
          </a:ln>
        </p:spPr>
        <p:txBody>
          <a:bodyPr/>
          <a:lstStyle/>
          <a:p>
            <a:pPr>
              <a:defRPr/>
            </a:pPr>
            <a:endParaRPr lang="en-US" sz="1350">
              <a:latin typeface="Arial" charset="0"/>
            </a:endParaRPr>
          </a:p>
        </p:txBody>
      </p:sp>
      <p:sp>
        <p:nvSpPr>
          <p:cNvPr id="3" name="Text Placeholder 2"/>
          <p:cNvSpPr>
            <a:spLocks noGrp="1"/>
          </p:cNvSpPr>
          <p:nvPr>
            <p:ph type="body" idx="1"/>
          </p:nvPr>
        </p:nvSpPr>
        <p:spPr>
          <a:xfrm>
            <a:off x="683568" y="1329612"/>
            <a:ext cx="1329231" cy="810000"/>
          </a:xfrm>
          <a:noFill/>
        </p:spPr>
        <p:txBody>
          <a:bodyPr anchor="ctr">
            <a:noAutofit/>
          </a:bodyPr>
          <a:lstStyle>
            <a:lvl1pPr marL="0" indent="0" algn="r" defTabSz="685800" rtl="0" eaLnBrk="1" latinLnBrk="0" hangingPunct="1">
              <a:spcBef>
                <a:spcPct val="0"/>
              </a:spcBef>
              <a:buFont typeface="Wingdings" pitchFamily="2" charset="2"/>
              <a:buNone/>
              <a:defRPr lang="en-US" sz="6600" b="1" kern="1200" dirty="0" smtClean="0">
                <a:solidFill>
                  <a:schemeClr val="bg2"/>
                </a:solidFill>
                <a:latin typeface="Arial" pitchFamily="34" charset="0"/>
                <a:ea typeface="+mj-ea"/>
                <a:cs typeface="Arial" pitchFamily="34" charset="0"/>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noProof="0"/>
              <a:t>Click to edit Master text styles</a:t>
            </a:r>
          </a:p>
        </p:txBody>
      </p:sp>
      <p:sp>
        <p:nvSpPr>
          <p:cNvPr id="14" name="Text Placeholder 2"/>
          <p:cNvSpPr>
            <a:spLocks noGrp="1"/>
          </p:cNvSpPr>
          <p:nvPr>
            <p:ph type="body" idx="11"/>
          </p:nvPr>
        </p:nvSpPr>
        <p:spPr>
          <a:xfrm>
            <a:off x="684554" y="3758400"/>
            <a:ext cx="1329231" cy="810000"/>
          </a:xfrm>
          <a:noFill/>
        </p:spPr>
        <p:txBody>
          <a:bodyPr anchor="ctr">
            <a:noAutofit/>
          </a:bodyPr>
          <a:lstStyle>
            <a:lvl1pPr marL="0" indent="0" algn="r" defTabSz="685800" rtl="0" eaLnBrk="1" latinLnBrk="0" hangingPunct="1">
              <a:spcBef>
                <a:spcPct val="0"/>
              </a:spcBef>
              <a:buFont typeface="Wingdings" pitchFamily="2" charset="2"/>
              <a:buNone/>
              <a:defRPr lang="en-US" sz="6600" b="1" kern="1200" dirty="0" smtClean="0">
                <a:solidFill>
                  <a:schemeClr val="bg2"/>
                </a:solidFill>
                <a:latin typeface="Arial" pitchFamily="34" charset="0"/>
                <a:ea typeface="+mj-ea"/>
                <a:cs typeface="Arial" pitchFamily="34" charset="0"/>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noProof="0"/>
              <a:t>Click to edit Master text styles</a:t>
            </a:r>
          </a:p>
        </p:txBody>
      </p:sp>
      <p:sp>
        <p:nvSpPr>
          <p:cNvPr id="15" name="Text Placeholder 2"/>
          <p:cNvSpPr>
            <a:spLocks noGrp="1"/>
          </p:cNvSpPr>
          <p:nvPr>
            <p:ph type="body" idx="12"/>
          </p:nvPr>
        </p:nvSpPr>
        <p:spPr>
          <a:xfrm>
            <a:off x="684554" y="2948400"/>
            <a:ext cx="1329231" cy="810000"/>
          </a:xfrm>
          <a:noFill/>
        </p:spPr>
        <p:txBody>
          <a:bodyPr anchor="ctr">
            <a:noAutofit/>
          </a:bodyPr>
          <a:lstStyle>
            <a:lvl1pPr marL="0" indent="0" algn="r" defTabSz="685800" rtl="0" eaLnBrk="1" latinLnBrk="0" hangingPunct="1">
              <a:spcBef>
                <a:spcPct val="0"/>
              </a:spcBef>
              <a:buFont typeface="Wingdings" pitchFamily="2" charset="2"/>
              <a:buNone/>
              <a:defRPr lang="en-US" sz="6600" b="1" kern="1200" dirty="0" smtClean="0">
                <a:solidFill>
                  <a:schemeClr val="bg2"/>
                </a:solidFill>
                <a:latin typeface="Arial" pitchFamily="34" charset="0"/>
                <a:ea typeface="+mj-ea"/>
                <a:cs typeface="Arial" pitchFamily="34" charset="0"/>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noProof="0"/>
              <a:t>Click to edit Master text styles</a:t>
            </a:r>
          </a:p>
        </p:txBody>
      </p:sp>
      <p:sp>
        <p:nvSpPr>
          <p:cNvPr id="16" name="Text Placeholder 2"/>
          <p:cNvSpPr>
            <a:spLocks noGrp="1"/>
          </p:cNvSpPr>
          <p:nvPr>
            <p:ph type="body" idx="13"/>
          </p:nvPr>
        </p:nvSpPr>
        <p:spPr>
          <a:xfrm>
            <a:off x="684554" y="2138400"/>
            <a:ext cx="1329231" cy="810000"/>
          </a:xfrm>
          <a:noFill/>
        </p:spPr>
        <p:txBody>
          <a:bodyPr anchor="ctr">
            <a:noAutofit/>
          </a:bodyPr>
          <a:lstStyle>
            <a:lvl1pPr marL="0" indent="0" algn="r" defTabSz="685800" rtl="0" eaLnBrk="1" latinLnBrk="0" hangingPunct="1">
              <a:spcBef>
                <a:spcPct val="0"/>
              </a:spcBef>
              <a:buFont typeface="Wingdings" pitchFamily="2" charset="2"/>
              <a:buNone/>
              <a:defRPr lang="en-US" sz="6600" b="1" kern="1200" dirty="0" smtClean="0">
                <a:solidFill>
                  <a:schemeClr val="bg2"/>
                </a:solidFill>
                <a:latin typeface="Arial" pitchFamily="34" charset="0"/>
                <a:ea typeface="+mj-ea"/>
                <a:cs typeface="Arial" pitchFamily="34" charset="0"/>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noProof="0"/>
              <a:t>Click to edit Master text styles</a:t>
            </a:r>
          </a:p>
        </p:txBody>
      </p:sp>
      <p:sp>
        <p:nvSpPr>
          <p:cNvPr id="28" name="Text Placeholder 27"/>
          <p:cNvSpPr>
            <a:spLocks noGrp="1"/>
          </p:cNvSpPr>
          <p:nvPr>
            <p:ph type="body" sz="quarter" idx="14"/>
          </p:nvPr>
        </p:nvSpPr>
        <p:spPr>
          <a:xfrm>
            <a:off x="2013785" y="1328400"/>
            <a:ext cx="6447692" cy="810000"/>
          </a:xfrm>
        </p:spPr>
        <p:txBody>
          <a:bodyPr anchor="ctr">
            <a:noAutofit/>
          </a:bodyPr>
          <a:lstStyle>
            <a:lvl1pPr>
              <a:defRPr sz="2100" b="1">
                <a:solidFill>
                  <a:schemeClr val="bg1"/>
                </a:solidFill>
              </a:defRPr>
            </a:lvl1pPr>
            <a:lvl2pPr>
              <a:defRPr sz="2100" b="1">
                <a:solidFill>
                  <a:schemeClr val="bg1"/>
                </a:solidFill>
              </a:defRPr>
            </a:lvl2pPr>
            <a:lvl3pPr>
              <a:defRPr sz="2100" b="1">
                <a:solidFill>
                  <a:schemeClr val="bg1"/>
                </a:solidFill>
              </a:defRPr>
            </a:lvl3pPr>
            <a:lvl4pPr>
              <a:defRPr sz="2100" b="1">
                <a:solidFill>
                  <a:schemeClr val="bg1"/>
                </a:solidFill>
              </a:defRPr>
            </a:lvl4pPr>
            <a:lvl5pPr>
              <a:defRPr sz="2100" b="1">
                <a:solidFill>
                  <a:schemeClr val="bg1"/>
                </a:solidFill>
              </a:defRPr>
            </a:lvl5pPr>
          </a:lstStyle>
          <a:p>
            <a:pPr lvl="0"/>
            <a:r>
              <a:rPr lang="en-US" dirty="0"/>
              <a:t>Click to edit Master text styles</a:t>
            </a:r>
          </a:p>
        </p:txBody>
      </p:sp>
      <p:sp>
        <p:nvSpPr>
          <p:cNvPr id="29" name="Text Placeholder 27"/>
          <p:cNvSpPr>
            <a:spLocks noGrp="1"/>
          </p:cNvSpPr>
          <p:nvPr>
            <p:ph type="body" sz="quarter" idx="15"/>
          </p:nvPr>
        </p:nvSpPr>
        <p:spPr>
          <a:xfrm>
            <a:off x="2013785" y="2138400"/>
            <a:ext cx="6447692" cy="810000"/>
          </a:xfrm>
        </p:spPr>
        <p:txBody>
          <a:bodyPr anchor="ctr">
            <a:noAutofit/>
          </a:bodyPr>
          <a:lstStyle>
            <a:lvl1pPr>
              <a:defRPr sz="2100" b="1">
                <a:solidFill>
                  <a:schemeClr val="bg1"/>
                </a:solidFill>
              </a:defRPr>
            </a:lvl1pPr>
            <a:lvl2pPr>
              <a:defRPr sz="2100" b="1">
                <a:solidFill>
                  <a:schemeClr val="bg1"/>
                </a:solidFill>
              </a:defRPr>
            </a:lvl2pPr>
            <a:lvl3pPr>
              <a:defRPr sz="2100" b="1">
                <a:solidFill>
                  <a:schemeClr val="bg1"/>
                </a:solidFill>
              </a:defRPr>
            </a:lvl3pPr>
            <a:lvl4pPr>
              <a:defRPr sz="2100" b="1">
                <a:solidFill>
                  <a:schemeClr val="bg1"/>
                </a:solidFill>
              </a:defRPr>
            </a:lvl4pPr>
            <a:lvl5pPr>
              <a:defRPr sz="2100" b="1">
                <a:solidFill>
                  <a:schemeClr val="bg1"/>
                </a:solidFill>
              </a:defRPr>
            </a:lvl5pPr>
          </a:lstStyle>
          <a:p>
            <a:pPr lvl="0"/>
            <a:r>
              <a:rPr lang="en-US" dirty="0"/>
              <a:t>Click to edit Master text styles</a:t>
            </a:r>
          </a:p>
        </p:txBody>
      </p:sp>
      <p:sp>
        <p:nvSpPr>
          <p:cNvPr id="30" name="Text Placeholder 27"/>
          <p:cNvSpPr>
            <a:spLocks noGrp="1"/>
          </p:cNvSpPr>
          <p:nvPr>
            <p:ph type="body" sz="quarter" idx="16"/>
          </p:nvPr>
        </p:nvSpPr>
        <p:spPr>
          <a:xfrm>
            <a:off x="2013785" y="2948400"/>
            <a:ext cx="6447692" cy="810000"/>
          </a:xfrm>
        </p:spPr>
        <p:txBody>
          <a:bodyPr anchor="ctr">
            <a:noAutofit/>
          </a:bodyPr>
          <a:lstStyle>
            <a:lvl1pPr>
              <a:defRPr sz="2100" b="1">
                <a:solidFill>
                  <a:schemeClr val="bg1"/>
                </a:solidFill>
              </a:defRPr>
            </a:lvl1pPr>
            <a:lvl2pPr>
              <a:defRPr sz="2100" b="1">
                <a:solidFill>
                  <a:schemeClr val="bg1"/>
                </a:solidFill>
              </a:defRPr>
            </a:lvl2pPr>
            <a:lvl3pPr>
              <a:defRPr sz="2100" b="1">
                <a:solidFill>
                  <a:schemeClr val="bg1"/>
                </a:solidFill>
              </a:defRPr>
            </a:lvl3pPr>
            <a:lvl4pPr>
              <a:defRPr sz="2100" b="1">
                <a:solidFill>
                  <a:schemeClr val="bg1"/>
                </a:solidFill>
              </a:defRPr>
            </a:lvl4pPr>
            <a:lvl5pPr>
              <a:defRPr sz="2100" b="1">
                <a:solidFill>
                  <a:schemeClr val="bg1"/>
                </a:solidFill>
              </a:defRPr>
            </a:lvl5pPr>
          </a:lstStyle>
          <a:p>
            <a:pPr lvl="0"/>
            <a:r>
              <a:rPr lang="en-US" dirty="0"/>
              <a:t>Click to edit Master text styles</a:t>
            </a:r>
          </a:p>
        </p:txBody>
      </p:sp>
      <p:sp>
        <p:nvSpPr>
          <p:cNvPr id="31" name="Text Placeholder 27"/>
          <p:cNvSpPr>
            <a:spLocks noGrp="1"/>
          </p:cNvSpPr>
          <p:nvPr>
            <p:ph type="body" sz="quarter" idx="17"/>
          </p:nvPr>
        </p:nvSpPr>
        <p:spPr>
          <a:xfrm>
            <a:off x="2013785" y="3758400"/>
            <a:ext cx="6447692" cy="810000"/>
          </a:xfrm>
        </p:spPr>
        <p:txBody>
          <a:bodyPr anchor="ctr">
            <a:noAutofit/>
          </a:bodyPr>
          <a:lstStyle>
            <a:lvl1pPr>
              <a:defRPr sz="2100" b="1">
                <a:solidFill>
                  <a:schemeClr val="bg1"/>
                </a:solidFill>
              </a:defRPr>
            </a:lvl1pPr>
            <a:lvl2pPr>
              <a:defRPr sz="2100" b="1">
                <a:solidFill>
                  <a:schemeClr val="bg1"/>
                </a:solidFill>
              </a:defRPr>
            </a:lvl2pPr>
            <a:lvl3pPr>
              <a:defRPr sz="2100" b="1">
                <a:solidFill>
                  <a:schemeClr val="bg1"/>
                </a:solidFill>
              </a:defRPr>
            </a:lvl3pPr>
            <a:lvl4pPr>
              <a:defRPr sz="2100" b="1">
                <a:solidFill>
                  <a:schemeClr val="bg1"/>
                </a:solidFill>
              </a:defRPr>
            </a:lvl4pPr>
            <a:lvl5pPr>
              <a:defRPr sz="2100" b="1">
                <a:solidFill>
                  <a:schemeClr val="bg1"/>
                </a:solidFill>
              </a:defRPr>
            </a:lvl5pPr>
          </a:lstStyle>
          <a:p>
            <a:pPr lvl="0"/>
            <a:r>
              <a:rPr lang="en-US" dirty="0"/>
              <a:t>Click to edit Master text styles</a:t>
            </a:r>
          </a:p>
        </p:txBody>
      </p:sp>
      <p:sp>
        <p:nvSpPr>
          <p:cNvPr id="32" name="Title 1"/>
          <p:cNvSpPr>
            <a:spLocks noGrp="1"/>
          </p:cNvSpPr>
          <p:nvPr>
            <p:ph type="title"/>
          </p:nvPr>
        </p:nvSpPr>
        <p:spPr>
          <a:xfrm>
            <a:off x="716803" y="132161"/>
            <a:ext cx="6447587" cy="657225"/>
          </a:xfrm>
        </p:spPr>
        <p:txBody>
          <a:bodyPr>
            <a:normAutofit/>
          </a:bodyPr>
          <a:lstStyle>
            <a:lvl1pPr>
              <a:defRPr sz="2700">
                <a:solidFill>
                  <a:schemeClr val="bg1"/>
                </a:solidFill>
              </a:defRPr>
            </a:lvl1pPr>
          </a:lstStyle>
          <a:p>
            <a:r>
              <a:rPr lang="en-US" noProof="0"/>
              <a:t>Click to edit Master title style</a:t>
            </a:r>
            <a:endParaRPr lang="en-NZ" noProof="0" dirty="0"/>
          </a:p>
        </p:txBody>
      </p:sp>
      <p:sp>
        <p:nvSpPr>
          <p:cNvPr id="11" name="Footer Placeholder 4">
            <a:extLst>
              <a:ext uri="{FF2B5EF4-FFF2-40B4-BE49-F238E27FC236}">
                <a16:creationId xmlns:a16="http://schemas.microsoft.com/office/drawing/2014/main" id="{B8ECF79D-C718-D9F9-527C-C385BD26AFDC}"/>
              </a:ext>
            </a:extLst>
          </p:cNvPr>
          <p:cNvSpPr>
            <a:spLocks noGrp="1"/>
          </p:cNvSpPr>
          <p:nvPr>
            <p:ph type="ftr" sz="quarter" idx="18"/>
          </p:nvPr>
        </p:nvSpPr>
        <p:spPr/>
        <p:txBody>
          <a:bodyPr/>
          <a:lstStyle>
            <a:lvl1pPr>
              <a:defRPr>
                <a:solidFill>
                  <a:schemeClr val="bg1"/>
                </a:solidFill>
              </a:defRPr>
            </a:lvl1pPr>
          </a:lstStyle>
          <a:p>
            <a:pPr>
              <a:defRPr/>
            </a:pPr>
            <a:r>
              <a:t>Confidential – Internal BNZ Discussion Only</a:t>
            </a:r>
          </a:p>
        </p:txBody>
      </p:sp>
    </p:spTree>
    <p:extLst>
      <p:ext uri="{BB962C8B-B14F-4D97-AF65-F5344CB8AC3E}">
        <p14:creationId xmlns:p14="http://schemas.microsoft.com/office/powerpoint/2010/main" val="489864323"/>
      </p:ext>
    </p:extLst>
  </p:cSld>
  <p:clrMapOvr>
    <a:masterClrMapping/>
  </p:clrMapOvr>
</p:sldLayout>
</file>

<file path=ppt/slideLayouts/slideLayout146.xml><?xml version="1.0" encoding="utf-8"?>
<p:sldLayout xmlns:a="http://schemas.openxmlformats.org/drawingml/2006/main" xmlns:r="http://schemas.openxmlformats.org/officeDocument/2006/relationships" xmlns:p="http://schemas.openxmlformats.org/presentationml/2006/main" type="secHead" preserve="1">
  <p:cSld name="Chapter Header">
    <p:bg>
      <p:bgPr>
        <a:gradFill rotWithShape="0">
          <a:gsLst>
            <a:gs pos="0">
              <a:srgbClr val="073775"/>
            </a:gs>
            <a:gs pos="10001">
              <a:srgbClr val="073775"/>
            </a:gs>
            <a:gs pos="100000">
              <a:srgbClr val="0A1C42"/>
            </a:gs>
          </a:gsLst>
          <a:lin ang="5400000"/>
        </a:gradFill>
        <a:effectLst/>
      </p:bgPr>
    </p:bg>
    <p:spTree>
      <p:nvGrpSpPr>
        <p:cNvPr id="1" name=""/>
        <p:cNvGrpSpPr/>
        <p:nvPr/>
      </p:nvGrpSpPr>
      <p:grpSpPr>
        <a:xfrm>
          <a:off x="0" y="0"/>
          <a:ext cx="0" cy="0"/>
          <a:chOff x="0" y="0"/>
          <a:chExt cx="0" cy="0"/>
        </a:xfrm>
      </p:grpSpPr>
      <p:grpSp>
        <p:nvGrpSpPr>
          <p:cNvPr id="4" name="Group 56">
            <a:extLst>
              <a:ext uri="{FF2B5EF4-FFF2-40B4-BE49-F238E27FC236}">
                <a16:creationId xmlns:a16="http://schemas.microsoft.com/office/drawing/2014/main" id="{71D5BD04-D4B1-AFAB-569C-4E35B47B7BD7}"/>
              </a:ext>
            </a:extLst>
          </p:cNvPr>
          <p:cNvGrpSpPr>
            <a:grpSpLocks/>
          </p:cNvGrpSpPr>
          <p:nvPr userDrawn="1"/>
        </p:nvGrpSpPr>
        <p:grpSpPr bwMode="auto">
          <a:xfrm>
            <a:off x="7589228" y="135732"/>
            <a:ext cx="1362808" cy="540544"/>
            <a:chOff x="4923" y="111"/>
            <a:chExt cx="930" cy="454"/>
          </a:xfrm>
        </p:grpSpPr>
        <p:sp>
          <p:nvSpPr>
            <p:cNvPr id="5" name="Freeform 57">
              <a:extLst>
                <a:ext uri="{FF2B5EF4-FFF2-40B4-BE49-F238E27FC236}">
                  <a16:creationId xmlns:a16="http://schemas.microsoft.com/office/drawing/2014/main" id="{82BD21DB-FE38-2DF8-26EB-B3C294EF21F8}"/>
                </a:ext>
              </a:extLst>
            </p:cNvPr>
            <p:cNvSpPr>
              <a:spLocks noEditPoints="1"/>
            </p:cNvSpPr>
            <p:nvPr userDrawn="1"/>
          </p:nvSpPr>
          <p:spPr bwMode="auto">
            <a:xfrm>
              <a:off x="4923" y="262"/>
              <a:ext cx="224" cy="303"/>
            </a:xfrm>
            <a:custGeom>
              <a:avLst/>
              <a:gdLst/>
              <a:ahLst/>
              <a:cxnLst>
                <a:cxn ang="0">
                  <a:pos x="42" y="46"/>
                </a:cxn>
                <a:cxn ang="0">
                  <a:pos x="63" y="38"/>
                </a:cxn>
                <a:cxn ang="0">
                  <a:pos x="92" y="67"/>
                </a:cxn>
                <a:cxn ang="0">
                  <a:pos x="38" y="124"/>
                </a:cxn>
                <a:cxn ang="0">
                  <a:pos x="0" y="117"/>
                </a:cxn>
                <a:cxn ang="0">
                  <a:pos x="19" y="12"/>
                </a:cxn>
                <a:cxn ang="0">
                  <a:pos x="34" y="0"/>
                </a:cxn>
                <a:cxn ang="0">
                  <a:pos x="50" y="0"/>
                </a:cxn>
                <a:cxn ang="0">
                  <a:pos x="42" y="46"/>
                </a:cxn>
                <a:cxn ang="0">
                  <a:pos x="32" y="100"/>
                </a:cxn>
                <a:cxn ang="0">
                  <a:pos x="39" y="101"/>
                </a:cxn>
                <a:cxn ang="0">
                  <a:pos x="62" y="71"/>
                </a:cxn>
                <a:cxn ang="0">
                  <a:pos x="52" y="60"/>
                </a:cxn>
                <a:cxn ang="0">
                  <a:pos x="38" y="67"/>
                </a:cxn>
                <a:cxn ang="0">
                  <a:pos x="32" y="100"/>
                </a:cxn>
              </a:cxnLst>
              <a:rect l="0" t="0" r="r" b="b"/>
              <a:pathLst>
                <a:path w="92" h="124">
                  <a:moveTo>
                    <a:pt x="42" y="46"/>
                  </a:moveTo>
                  <a:cubicBezTo>
                    <a:pt x="46" y="41"/>
                    <a:pt x="55" y="37"/>
                    <a:pt x="63" y="38"/>
                  </a:cubicBezTo>
                  <a:cubicBezTo>
                    <a:pt x="81" y="38"/>
                    <a:pt x="92" y="48"/>
                    <a:pt x="92" y="67"/>
                  </a:cubicBezTo>
                  <a:cubicBezTo>
                    <a:pt x="92" y="103"/>
                    <a:pt x="70" y="124"/>
                    <a:pt x="38" y="124"/>
                  </a:cubicBezTo>
                  <a:cubicBezTo>
                    <a:pt x="26" y="124"/>
                    <a:pt x="11" y="121"/>
                    <a:pt x="0" y="117"/>
                  </a:cubicBezTo>
                  <a:cubicBezTo>
                    <a:pt x="19" y="12"/>
                    <a:pt x="19" y="12"/>
                    <a:pt x="19" y="12"/>
                  </a:cubicBezTo>
                  <a:cubicBezTo>
                    <a:pt x="20" y="3"/>
                    <a:pt x="24" y="0"/>
                    <a:pt x="34" y="0"/>
                  </a:cubicBezTo>
                  <a:cubicBezTo>
                    <a:pt x="41" y="0"/>
                    <a:pt x="46" y="0"/>
                    <a:pt x="50" y="0"/>
                  </a:cubicBezTo>
                  <a:lnTo>
                    <a:pt x="42" y="46"/>
                  </a:lnTo>
                  <a:close/>
                  <a:moveTo>
                    <a:pt x="32" y="100"/>
                  </a:moveTo>
                  <a:cubicBezTo>
                    <a:pt x="35" y="101"/>
                    <a:pt x="36" y="101"/>
                    <a:pt x="39" y="101"/>
                  </a:cubicBezTo>
                  <a:cubicBezTo>
                    <a:pt x="53" y="101"/>
                    <a:pt x="62" y="89"/>
                    <a:pt x="62" y="71"/>
                  </a:cubicBezTo>
                  <a:cubicBezTo>
                    <a:pt x="62" y="63"/>
                    <a:pt x="58" y="60"/>
                    <a:pt x="52" y="60"/>
                  </a:cubicBezTo>
                  <a:cubicBezTo>
                    <a:pt x="46" y="60"/>
                    <a:pt x="39" y="65"/>
                    <a:pt x="38" y="67"/>
                  </a:cubicBezTo>
                  <a:lnTo>
                    <a:pt x="32" y="100"/>
                  </a:lnTo>
                  <a:close/>
                </a:path>
              </a:pathLst>
            </a:custGeom>
            <a:solidFill>
              <a:schemeClr val="bg1"/>
            </a:solidFill>
            <a:ln w="9525">
              <a:noFill/>
              <a:round/>
              <a:headEnd/>
              <a:tailEnd/>
            </a:ln>
          </p:spPr>
          <p:txBody>
            <a:bodyPr/>
            <a:lstStyle/>
            <a:p>
              <a:pPr>
                <a:defRPr/>
              </a:pPr>
              <a:endParaRPr lang="en-US" sz="1350">
                <a:latin typeface="Arial" charset="0"/>
              </a:endParaRPr>
            </a:p>
          </p:txBody>
        </p:sp>
        <p:sp>
          <p:nvSpPr>
            <p:cNvPr id="6" name="Freeform 58">
              <a:extLst>
                <a:ext uri="{FF2B5EF4-FFF2-40B4-BE49-F238E27FC236}">
                  <a16:creationId xmlns:a16="http://schemas.microsoft.com/office/drawing/2014/main" id="{4F2F50E7-502D-F398-865E-E265D8E713C4}"/>
                </a:ext>
              </a:extLst>
            </p:cNvPr>
            <p:cNvSpPr>
              <a:spLocks/>
            </p:cNvSpPr>
            <p:nvPr userDrawn="1"/>
          </p:nvSpPr>
          <p:spPr bwMode="auto">
            <a:xfrm>
              <a:off x="5142" y="353"/>
              <a:ext cx="436" cy="212"/>
            </a:xfrm>
            <a:custGeom>
              <a:avLst/>
              <a:gdLst/>
              <a:ahLst/>
              <a:cxnLst>
                <a:cxn ang="0">
                  <a:pos x="94" y="83"/>
                </a:cxn>
                <a:cxn ang="0">
                  <a:pos x="103" y="87"/>
                </a:cxn>
                <a:cxn ang="0">
                  <a:pos x="125" y="86"/>
                </a:cxn>
                <a:cxn ang="0">
                  <a:pos x="157" y="87"/>
                </a:cxn>
                <a:cxn ang="0">
                  <a:pos x="168" y="78"/>
                </a:cxn>
                <a:cxn ang="0">
                  <a:pos x="171" y="63"/>
                </a:cxn>
                <a:cxn ang="0">
                  <a:pos x="153" y="63"/>
                </a:cxn>
                <a:cxn ang="0">
                  <a:pos x="131" y="63"/>
                </a:cxn>
                <a:cxn ang="0">
                  <a:pos x="147" y="45"/>
                </a:cxn>
                <a:cxn ang="0">
                  <a:pos x="164" y="29"/>
                </a:cxn>
                <a:cxn ang="0">
                  <a:pos x="177" y="1"/>
                </a:cxn>
                <a:cxn ang="0">
                  <a:pos x="153" y="1"/>
                </a:cxn>
                <a:cxn ang="0">
                  <a:pos x="116" y="1"/>
                </a:cxn>
                <a:cxn ang="0">
                  <a:pos x="104" y="9"/>
                </a:cxn>
                <a:cxn ang="0">
                  <a:pos x="101" y="25"/>
                </a:cxn>
                <a:cxn ang="0">
                  <a:pos x="113" y="24"/>
                </a:cxn>
                <a:cxn ang="0">
                  <a:pos x="133" y="25"/>
                </a:cxn>
                <a:cxn ang="0">
                  <a:pos x="113" y="45"/>
                </a:cxn>
                <a:cxn ang="0">
                  <a:pos x="98" y="64"/>
                </a:cxn>
                <a:cxn ang="0">
                  <a:pos x="83" y="60"/>
                </a:cxn>
                <a:cxn ang="0">
                  <a:pos x="87" y="38"/>
                </a:cxn>
                <a:cxn ang="0">
                  <a:pos x="89" y="24"/>
                </a:cxn>
                <a:cxn ang="0">
                  <a:pos x="62" y="0"/>
                </a:cxn>
                <a:cxn ang="0">
                  <a:pos x="41" y="9"/>
                </a:cxn>
                <a:cxn ang="0">
                  <a:pos x="31" y="2"/>
                </a:cxn>
                <a:cxn ang="0">
                  <a:pos x="15" y="2"/>
                </a:cxn>
                <a:cxn ang="0">
                  <a:pos x="2" y="75"/>
                </a:cxn>
                <a:cxn ang="0">
                  <a:pos x="12" y="85"/>
                </a:cxn>
                <a:cxn ang="0">
                  <a:pos x="28" y="86"/>
                </a:cxn>
                <a:cxn ang="0">
                  <a:pos x="38" y="31"/>
                </a:cxn>
                <a:cxn ang="0">
                  <a:pos x="52" y="22"/>
                </a:cxn>
                <a:cxn ang="0">
                  <a:pos x="60" y="31"/>
                </a:cxn>
                <a:cxn ang="0">
                  <a:pos x="55" y="60"/>
                </a:cxn>
                <a:cxn ang="0">
                  <a:pos x="60" y="80"/>
                </a:cxn>
                <a:cxn ang="0">
                  <a:pos x="76" y="87"/>
                </a:cxn>
                <a:cxn ang="0">
                  <a:pos x="94" y="83"/>
                </a:cxn>
              </a:cxnLst>
              <a:rect l="0" t="0" r="r" b="b"/>
              <a:pathLst>
                <a:path w="179" h="87">
                  <a:moveTo>
                    <a:pt x="94" y="83"/>
                  </a:moveTo>
                  <a:cubicBezTo>
                    <a:pt x="95" y="85"/>
                    <a:pt x="98" y="87"/>
                    <a:pt x="103" y="87"/>
                  </a:cubicBezTo>
                  <a:cubicBezTo>
                    <a:pt x="110" y="87"/>
                    <a:pt x="117" y="86"/>
                    <a:pt x="125" y="86"/>
                  </a:cubicBezTo>
                  <a:cubicBezTo>
                    <a:pt x="137" y="86"/>
                    <a:pt x="141" y="86"/>
                    <a:pt x="157" y="87"/>
                  </a:cubicBezTo>
                  <a:cubicBezTo>
                    <a:pt x="164" y="87"/>
                    <a:pt x="167" y="85"/>
                    <a:pt x="168" y="78"/>
                  </a:cubicBezTo>
                  <a:cubicBezTo>
                    <a:pt x="169" y="74"/>
                    <a:pt x="170" y="70"/>
                    <a:pt x="171" y="63"/>
                  </a:cubicBezTo>
                  <a:cubicBezTo>
                    <a:pt x="164" y="64"/>
                    <a:pt x="158" y="63"/>
                    <a:pt x="153" y="63"/>
                  </a:cubicBezTo>
                  <a:cubicBezTo>
                    <a:pt x="146" y="63"/>
                    <a:pt x="138" y="62"/>
                    <a:pt x="131" y="63"/>
                  </a:cubicBezTo>
                  <a:cubicBezTo>
                    <a:pt x="134" y="58"/>
                    <a:pt x="139" y="52"/>
                    <a:pt x="147" y="45"/>
                  </a:cubicBezTo>
                  <a:cubicBezTo>
                    <a:pt x="150" y="42"/>
                    <a:pt x="157" y="36"/>
                    <a:pt x="164" y="29"/>
                  </a:cubicBezTo>
                  <a:cubicBezTo>
                    <a:pt x="171" y="21"/>
                    <a:pt x="179" y="12"/>
                    <a:pt x="177" y="1"/>
                  </a:cubicBezTo>
                  <a:cubicBezTo>
                    <a:pt x="169" y="1"/>
                    <a:pt x="163" y="1"/>
                    <a:pt x="153" y="1"/>
                  </a:cubicBezTo>
                  <a:cubicBezTo>
                    <a:pt x="140" y="1"/>
                    <a:pt x="125" y="1"/>
                    <a:pt x="116" y="1"/>
                  </a:cubicBezTo>
                  <a:cubicBezTo>
                    <a:pt x="109" y="1"/>
                    <a:pt x="105" y="3"/>
                    <a:pt x="104" y="9"/>
                  </a:cubicBezTo>
                  <a:cubicBezTo>
                    <a:pt x="103" y="14"/>
                    <a:pt x="101" y="25"/>
                    <a:pt x="101" y="25"/>
                  </a:cubicBezTo>
                  <a:cubicBezTo>
                    <a:pt x="102" y="24"/>
                    <a:pt x="108" y="24"/>
                    <a:pt x="113" y="24"/>
                  </a:cubicBezTo>
                  <a:cubicBezTo>
                    <a:pt x="117" y="24"/>
                    <a:pt x="130" y="24"/>
                    <a:pt x="133" y="25"/>
                  </a:cubicBezTo>
                  <a:cubicBezTo>
                    <a:pt x="132" y="28"/>
                    <a:pt x="121" y="37"/>
                    <a:pt x="113" y="45"/>
                  </a:cubicBezTo>
                  <a:cubicBezTo>
                    <a:pt x="109" y="50"/>
                    <a:pt x="101" y="58"/>
                    <a:pt x="98" y="64"/>
                  </a:cubicBezTo>
                  <a:cubicBezTo>
                    <a:pt x="88" y="70"/>
                    <a:pt x="82" y="68"/>
                    <a:pt x="83" y="60"/>
                  </a:cubicBezTo>
                  <a:cubicBezTo>
                    <a:pt x="87" y="38"/>
                    <a:pt x="87" y="38"/>
                    <a:pt x="87" y="38"/>
                  </a:cubicBezTo>
                  <a:cubicBezTo>
                    <a:pt x="88" y="33"/>
                    <a:pt x="89" y="28"/>
                    <a:pt x="89" y="24"/>
                  </a:cubicBezTo>
                  <a:cubicBezTo>
                    <a:pt x="88" y="9"/>
                    <a:pt x="78" y="0"/>
                    <a:pt x="62" y="0"/>
                  </a:cubicBezTo>
                  <a:cubicBezTo>
                    <a:pt x="53" y="0"/>
                    <a:pt x="46" y="5"/>
                    <a:pt x="41" y="9"/>
                  </a:cubicBezTo>
                  <a:cubicBezTo>
                    <a:pt x="41" y="9"/>
                    <a:pt x="40" y="2"/>
                    <a:pt x="31" y="2"/>
                  </a:cubicBezTo>
                  <a:cubicBezTo>
                    <a:pt x="31" y="2"/>
                    <a:pt x="15" y="2"/>
                    <a:pt x="15" y="2"/>
                  </a:cubicBezTo>
                  <a:cubicBezTo>
                    <a:pt x="2" y="75"/>
                    <a:pt x="2" y="75"/>
                    <a:pt x="2" y="75"/>
                  </a:cubicBezTo>
                  <a:cubicBezTo>
                    <a:pt x="0" y="84"/>
                    <a:pt x="4" y="85"/>
                    <a:pt x="12" y="85"/>
                  </a:cubicBezTo>
                  <a:cubicBezTo>
                    <a:pt x="12" y="85"/>
                    <a:pt x="28" y="86"/>
                    <a:pt x="28" y="86"/>
                  </a:cubicBezTo>
                  <a:cubicBezTo>
                    <a:pt x="38" y="31"/>
                    <a:pt x="38" y="31"/>
                    <a:pt x="38" y="31"/>
                  </a:cubicBezTo>
                  <a:cubicBezTo>
                    <a:pt x="39" y="28"/>
                    <a:pt x="45" y="22"/>
                    <a:pt x="52" y="22"/>
                  </a:cubicBezTo>
                  <a:cubicBezTo>
                    <a:pt x="57" y="22"/>
                    <a:pt x="61" y="25"/>
                    <a:pt x="60" y="31"/>
                  </a:cubicBezTo>
                  <a:cubicBezTo>
                    <a:pt x="60" y="33"/>
                    <a:pt x="55" y="60"/>
                    <a:pt x="55" y="60"/>
                  </a:cubicBezTo>
                  <a:cubicBezTo>
                    <a:pt x="54" y="70"/>
                    <a:pt x="57" y="77"/>
                    <a:pt x="60" y="80"/>
                  </a:cubicBezTo>
                  <a:cubicBezTo>
                    <a:pt x="64" y="85"/>
                    <a:pt x="70" y="87"/>
                    <a:pt x="76" y="87"/>
                  </a:cubicBezTo>
                  <a:cubicBezTo>
                    <a:pt x="83" y="87"/>
                    <a:pt x="91" y="85"/>
                    <a:pt x="94" y="83"/>
                  </a:cubicBezTo>
                  <a:close/>
                </a:path>
              </a:pathLst>
            </a:custGeom>
            <a:solidFill>
              <a:schemeClr val="bg1"/>
            </a:solidFill>
            <a:ln w="9525">
              <a:noFill/>
              <a:round/>
              <a:headEnd/>
              <a:tailEnd/>
            </a:ln>
          </p:spPr>
          <p:txBody>
            <a:bodyPr/>
            <a:lstStyle/>
            <a:p>
              <a:pPr>
                <a:defRPr/>
              </a:pPr>
              <a:endParaRPr lang="en-US" sz="1350">
                <a:latin typeface="Arial" charset="0"/>
              </a:endParaRPr>
            </a:p>
          </p:txBody>
        </p:sp>
        <p:sp>
          <p:nvSpPr>
            <p:cNvPr id="7" name="Freeform 59">
              <a:extLst>
                <a:ext uri="{FF2B5EF4-FFF2-40B4-BE49-F238E27FC236}">
                  <a16:creationId xmlns:a16="http://schemas.microsoft.com/office/drawing/2014/main" id="{08406F5A-D3E8-2FE6-8C56-FCE8CB5BA9FC}"/>
                </a:ext>
              </a:extLst>
            </p:cNvPr>
            <p:cNvSpPr>
              <a:spLocks/>
            </p:cNvSpPr>
            <p:nvPr userDrawn="1"/>
          </p:nvSpPr>
          <p:spPr bwMode="auto">
            <a:xfrm>
              <a:off x="5671" y="111"/>
              <a:ext cx="102" cy="98"/>
            </a:xfrm>
            <a:custGeom>
              <a:avLst/>
              <a:gdLst/>
              <a:ahLst/>
              <a:cxnLst>
                <a:cxn ang="0">
                  <a:pos x="24" y="0"/>
                </a:cxn>
                <a:cxn ang="0">
                  <a:pos x="26" y="13"/>
                </a:cxn>
                <a:cxn ang="0">
                  <a:pos x="28" y="15"/>
                </a:cxn>
                <a:cxn ang="0">
                  <a:pos x="42" y="15"/>
                </a:cxn>
                <a:cxn ang="0">
                  <a:pos x="30" y="23"/>
                </a:cxn>
                <a:cxn ang="0">
                  <a:pos x="28" y="27"/>
                </a:cxn>
                <a:cxn ang="0">
                  <a:pos x="30" y="40"/>
                </a:cxn>
                <a:cxn ang="0">
                  <a:pos x="30" y="40"/>
                </a:cxn>
                <a:cxn ang="0">
                  <a:pos x="20" y="32"/>
                </a:cxn>
                <a:cxn ang="0">
                  <a:pos x="17" y="32"/>
                </a:cxn>
                <a:cxn ang="0">
                  <a:pos x="4" y="40"/>
                </a:cxn>
                <a:cxn ang="0">
                  <a:pos x="10" y="27"/>
                </a:cxn>
                <a:cxn ang="0">
                  <a:pos x="10" y="23"/>
                </a:cxn>
                <a:cxn ang="0">
                  <a:pos x="0" y="15"/>
                </a:cxn>
                <a:cxn ang="0">
                  <a:pos x="0" y="15"/>
                </a:cxn>
                <a:cxn ang="0">
                  <a:pos x="14" y="15"/>
                </a:cxn>
                <a:cxn ang="0">
                  <a:pos x="17" y="13"/>
                </a:cxn>
                <a:cxn ang="0">
                  <a:pos x="24" y="0"/>
                </a:cxn>
              </a:cxnLst>
              <a:rect l="0" t="0" r="r" b="b"/>
              <a:pathLst>
                <a:path w="42" h="40">
                  <a:moveTo>
                    <a:pt x="24" y="0"/>
                  </a:moveTo>
                  <a:cubicBezTo>
                    <a:pt x="26" y="13"/>
                    <a:pt x="26" y="13"/>
                    <a:pt x="26" y="13"/>
                  </a:cubicBezTo>
                  <a:cubicBezTo>
                    <a:pt x="26" y="14"/>
                    <a:pt x="27" y="15"/>
                    <a:pt x="28" y="15"/>
                  </a:cubicBezTo>
                  <a:cubicBezTo>
                    <a:pt x="28" y="15"/>
                    <a:pt x="42" y="15"/>
                    <a:pt x="42" y="15"/>
                  </a:cubicBezTo>
                  <a:cubicBezTo>
                    <a:pt x="30" y="23"/>
                    <a:pt x="30" y="23"/>
                    <a:pt x="30" y="23"/>
                  </a:cubicBezTo>
                  <a:cubicBezTo>
                    <a:pt x="29" y="24"/>
                    <a:pt x="28" y="25"/>
                    <a:pt x="28" y="27"/>
                  </a:cubicBezTo>
                  <a:cubicBezTo>
                    <a:pt x="28" y="27"/>
                    <a:pt x="30" y="40"/>
                    <a:pt x="30" y="40"/>
                  </a:cubicBezTo>
                  <a:cubicBezTo>
                    <a:pt x="30" y="40"/>
                    <a:pt x="30" y="40"/>
                    <a:pt x="30" y="40"/>
                  </a:cubicBezTo>
                  <a:cubicBezTo>
                    <a:pt x="20" y="32"/>
                    <a:pt x="20" y="32"/>
                    <a:pt x="20" y="32"/>
                  </a:cubicBezTo>
                  <a:cubicBezTo>
                    <a:pt x="19" y="31"/>
                    <a:pt x="18" y="31"/>
                    <a:pt x="17" y="32"/>
                  </a:cubicBezTo>
                  <a:cubicBezTo>
                    <a:pt x="16" y="32"/>
                    <a:pt x="4" y="40"/>
                    <a:pt x="4" y="40"/>
                  </a:cubicBezTo>
                  <a:cubicBezTo>
                    <a:pt x="10" y="27"/>
                    <a:pt x="10" y="27"/>
                    <a:pt x="10" y="27"/>
                  </a:cubicBezTo>
                  <a:cubicBezTo>
                    <a:pt x="11" y="25"/>
                    <a:pt x="11" y="24"/>
                    <a:pt x="10" y="23"/>
                  </a:cubicBezTo>
                  <a:cubicBezTo>
                    <a:pt x="10" y="23"/>
                    <a:pt x="0" y="15"/>
                    <a:pt x="0" y="15"/>
                  </a:cubicBezTo>
                  <a:cubicBezTo>
                    <a:pt x="0" y="15"/>
                    <a:pt x="0" y="15"/>
                    <a:pt x="0" y="15"/>
                  </a:cubicBezTo>
                  <a:cubicBezTo>
                    <a:pt x="14" y="15"/>
                    <a:pt x="14" y="15"/>
                    <a:pt x="14" y="15"/>
                  </a:cubicBezTo>
                  <a:cubicBezTo>
                    <a:pt x="15" y="15"/>
                    <a:pt x="17" y="14"/>
                    <a:pt x="17" y="13"/>
                  </a:cubicBezTo>
                  <a:cubicBezTo>
                    <a:pt x="17" y="13"/>
                    <a:pt x="24" y="0"/>
                    <a:pt x="24" y="0"/>
                  </a:cubicBezTo>
                  <a:close/>
                </a:path>
              </a:pathLst>
            </a:custGeom>
            <a:solidFill>
              <a:srgbClr val="F5AA01"/>
            </a:solidFill>
            <a:ln w="9525">
              <a:noFill/>
              <a:round/>
              <a:headEnd/>
              <a:tailEnd/>
            </a:ln>
          </p:spPr>
          <p:txBody>
            <a:bodyPr/>
            <a:lstStyle/>
            <a:p>
              <a:pPr>
                <a:defRPr/>
              </a:pPr>
              <a:endParaRPr lang="en-US" sz="1350">
                <a:latin typeface="Arial" charset="0"/>
              </a:endParaRPr>
            </a:p>
          </p:txBody>
        </p:sp>
        <p:sp>
          <p:nvSpPr>
            <p:cNvPr id="8" name="Freeform 60">
              <a:extLst>
                <a:ext uri="{FF2B5EF4-FFF2-40B4-BE49-F238E27FC236}">
                  <a16:creationId xmlns:a16="http://schemas.microsoft.com/office/drawing/2014/main" id="{C1EFE24B-9CB1-0064-6580-2C8D5FD9E0B9}"/>
                </a:ext>
              </a:extLst>
            </p:cNvPr>
            <p:cNvSpPr>
              <a:spLocks/>
            </p:cNvSpPr>
            <p:nvPr userDrawn="1"/>
          </p:nvSpPr>
          <p:spPr bwMode="auto">
            <a:xfrm>
              <a:off x="5566" y="177"/>
              <a:ext cx="102" cy="98"/>
            </a:xfrm>
            <a:custGeom>
              <a:avLst/>
              <a:gdLst/>
              <a:ahLst/>
              <a:cxnLst>
                <a:cxn ang="0">
                  <a:pos x="23" y="0"/>
                </a:cxn>
                <a:cxn ang="0">
                  <a:pos x="26" y="13"/>
                </a:cxn>
                <a:cxn ang="0">
                  <a:pos x="28" y="15"/>
                </a:cxn>
                <a:cxn ang="0">
                  <a:pos x="42" y="15"/>
                </a:cxn>
                <a:cxn ang="0">
                  <a:pos x="29" y="24"/>
                </a:cxn>
                <a:cxn ang="0">
                  <a:pos x="28" y="27"/>
                </a:cxn>
                <a:cxn ang="0">
                  <a:pos x="30" y="40"/>
                </a:cxn>
                <a:cxn ang="0">
                  <a:pos x="30" y="40"/>
                </a:cxn>
                <a:cxn ang="0">
                  <a:pos x="20" y="32"/>
                </a:cxn>
                <a:cxn ang="0">
                  <a:pos x="16" y="32"/>
                </a:cxn>
                <a:cxn ang="0">
                  <a:pos x="4" y="40"/>
                </a:cxn>
                <a:cxn ang="0">
                  <a:pos x="10" y="27"/>
                </a:cxn>
                <a:cxn ang="0">
                  <a:pos x="10" y="24"/>
                </a:cxn>
                <a:cxn ang="0">
                  <a:pos x="0" y="15"/>
                </a:cxn>
                <a:cxn ang="0">
                  <a:pos x="0" y="15"/>
                </a:cxn>
                <a:cxn ang="0">
                  <a:pos x="14" y="15"/>
                </a:cxn>
                <a:cxn ang="0">
                  <a:pos x="17" y="13"/>
                </a:cxn>
                <a:cxn ang="0">
                  <a:pos x="23" y="0"/>
                </a:cxn>
              </a:cxnLst>
              <a:rect l="0" t="0" r="r" b="b"/>
              <a:pathLst>
                <a:path w="42" h="40">
                  <a:moveTo>
                    <a:pt x="23" y="0"/>
                  </a:moveTo>
                  <a:cubicBezTo>
                    <a:pt x="26" y="13"/>
                    <a:pt x="26" y="13"/>
                    <a:pt x="26" y="13"/>
                  </a:cubicBezTo>
                  <a:cubicBezTo>
                    <a:pt x="26" y="15"/>
                    <a:pt x="27" y="15"/>
                    <a:pt x="28" y="15"/>
                  </a:cubicBezTo>
                  <a:cubicBezTo>
                    <a:pt x="28" y="15"/>
                    <a:pt x="42" y="15"/>
                    <a:pt x="42" y="15"/>
                  </a:cubicBezTo>
                  <a:cubicBezTo>
                    <a:pt x="29" y="24"/>
                    <a:pt x="29" y="24"/>
                    <a:pt x="29" y="24"/>
                  </a:cubicBezTo>
                  <a:cubicBezTo>
                    <a:pt x="28" y="24"/>
                    <a:pt x="27" y="26"/>
                    <a:pt x="28" y="27"/>
                  </a:cubicBezTo>
                  <a:cubicBezTo>
                    <a:pt x="28" y="27"/>
                    <a:pt x="30" y="40"/>
                    <a:pt x="30" y="40"/>
                  </a:cubicBezTo>
                  <a:cubicBezTo>
                    <a:pt x="30" y="40"/>
                    <a:pt x="30" y="40"/>
                    <a:pt x="30" y="40"/>
                  </a:cubicBezTo>
                  <a:cubicBezTo>
                    <a:pt x="20" y="32"/>
                    <a:pt x="20" y="32"/>
                    <a:pt x="20" y="32"/>
                  </a:cubicBezTo>
                  <a:cubicBezTo>
                    <a:pt x="19" y="31"/>
                    <a:pt x="17" y="31"/>
                    <a:pt x="16" y="32"/>
                  </a:cubicBezTo>
                  <a:cubicBezTo>
                    <a:pt x="16" y="32"/>
                    <a:pt x="4" y="40"/>
                    <a:pt x="4" y="40"/>
                  </a:cubicBezTo>
                  <a:cubicBezTo>
                    <a:pt x="10" y="27"/>
                    <a:pt x="10" y="27"/>
                    <a:pt x="10" y="27"/>
                  </a:cubicBezTo>
                  <a:cubicBezTo>
                    <a:pt x="11" y="26"/>
                    <a:pt x="10" y="24"/>
                    <a:pt x="10" y="24"/>
                  </a:cubicBezTo>
                  <a:cubicBezTo>
                    <a:pt x="9" y="24"/>
                    <a:pt x="0" y="15"/>
                    <a:pt x="0" y="15"/>
                  </a:cubicBezTo>
                  <a:cubicBezTo>
                    <a:pt x="0" y="15"/>
                    <a:pt x="0" y="15"/>
                    <a:pt x="0" y="15"/>
                  </a:cubicBezTo>
                  <a:cubicBezTo>
                    <a:pt x="14" y="15"/>
                    <a:pt x="14" y="15"/>
                    <a:pt x="14" y="15"/>
                  </a:cubicBezTo>
                  <a:cubicBezTo>
                    <a:pt x="15" y="15"/>
                    <a:pt x="16" y="15"/>
                    <a:pt x="17" y="13"/>
                  </a:cubicBezTo>
                  <a:cubicBezTo>
                    <a:pt x="17" y="13"/>
                    <a:pt x="23" y="0"/>
                    <a:pt x="23" y="0"/>
                  </a:cubicBezTo>
                  <a:close/>
                </a:path>
              </a:pathLst>
            </a:custGeom>
            <a:solidFill>
              <a:srgbClr val="F5AA01"/>
            </a:solidFill>
            <a:ln w="9525">
              <a:noFill/>
              <a:round/>
              <a:headEnd/>
              <a:tailEnd/>
            </a:ln>
          </p:spPr>
          <p:txBody>
            <a:bodyPr/>
            <a:lstStyle/>
            <a:p>
              <a:pPr>
                <a:defRPr/>
              </a:pPr>
              <a:endParaRPr lang="en-US" sz="1350">
                <a:latin typeface="Arial" charset="0"/>
              </a:endParaRPr>
            </a:p>
          </p:txBody>
        </p:sp>
        <p:sp>
          <p:nvSpPr>
            <p:cNvPr id="9" name="Freeform 61">
              <a:extLst>
                <a:ext uri="{FF2B5EF4-FFF2-40B4-BE49-F238E27FC236}">
                  <a16:creationId xmlns:a16="http://schemas.microsoft.com/office/drawing/2014/main" id="{4318AE6B-C226-36B9-B9DE-73167E4A8983}"/>
                </a:ext>
              </a:extLst>
            </p:cNvPr>
            <p:cNvSpPr>
              <a:spLocks/>
            </p:cNvSpPr>
            <p:nvPr userDrawn="1"/>
          </p:nvSpPr>
          <p:spPr bwMode="auto">
            <a:xfrm>
              <a:off x="5751" y="164"/>
              <a:ext cx="102" cy="98"/>
            </a:xfrm>
            <a:custGeom>
              <a:avLst/>
              <a:gdLst/>
              <a:ahLst/>
              <a:cxnLst>
                <a:cxn ang="0">
                  <a:pos x="23" y="0"/>
                </a:cxn>
                <a:cxn ang="0">
                  <a:pos x="25" y="13"/>
                </a:cxn>
                <a:cxn ang="0">
                  <a:pos x="28" y="15"/>
                </a:cxn>
                <a:cxn ang="0">
                  <a:pos x="42" y="15"/>
                </a:cxn>
                <a:cxn ang="0">
                  <a:pos x="29" y="24"/>
                </a:cxn>
                <a:cxn ang="0">
                  <a:pos x="28" y="27"/>
                </a:cxn>
                <a:cxn ang="0">
                  <a:pos x="30" y="40"/>
                </a:cxn>
                <a:cxn ang="0">
                  <a:pos x="30" y="40"/>
                </a:cxn>
                <a:cxn ang="0">
                  <a:pos x="20" y="32"/>
                </a:cxn>
                <a:cxn ang="0">
                  <a:pos x="16" y="32"/>
                </a:cxn>
                <a:cxn ang="0">
                  <a:pos x="3" y="40"/>
                </a:cxn>
                <a:cxn ang="0">
                  <a:pos x="10" y="27"/>
                </a:cxn>
                <a:cxn ang="0">
                  <a:pos x="10" y="24"/>
                </a:cxn>
                <a:cxn ang="0">
                  <a:pos x="0" y="15"/>
                </a:cxn>
                <a:cxn ang="0">
                  <a:pos x="0" y="15"/>
                </a:cxn>
                <a:cxn ang="0">
                  <a:pos x="14" y="15"/>
                </a:cxn>
                <a:cxn ang="0">
                  <a:pos x="17" y="13"/>
                </a:cxn>
                <a:cxn ang="0">
                  <a:pos x="23" y="0"/>
                </a:cxn>
              </a:cxnLst>
              <a:rect l="0" t="0" r="r" b="b"/>
              <a:pathLst>
                <a:path w="42" h="40">
                  <a:moveTo>
                    <a:pt x="23" y="0"/>
                  </a:moveTo>
                  <a:cubicBezTo>
                    <a:pt x="25" y="13"/>
                    <a:pt x="25" y="13"/>
                    <a:pt x="25" y="13"/>
                  </a:cubicBezTo>
                  <a:cubicBezTo>
                    <a:pt x="26" y="15"/>
                    <a:pt x="27" y="15"/>
                    <a:pt x="28" y="15"/>
                  </a:cubicBezTo>
                  <a:cubicBezTo>
                    <a:pt x="28" y="15"/>
                    <a:pt x="42" y="15"/>
                    <a:pt x="42" y="15"/>
                  </a:cubicBezTo>
                  <a:cubicBezTo>
                    <a:pt x="29" y="24"/>
                    <a:pt x="29" y="24"/>
                    <a:pt x="29" y="24"/>
                  </a:cubicBezTo>
                  <a:cubicBezTo>
                    <a:pt x="28" y="24"/>
                    <a:pt x="27" y="26"/>
                    <a:pt x="28" y="27"/>
                  </a:cubicBezTo>
                  <a:cubicBezTo>
                    <a:pt x="28" y="27"/>
                    <a:pt x="30" y="40"/>
                    <a:pt x="30" y="40"/>
                  </a:cubicBezTo>
                  <a:cubicBezTo>
                    <a:pt x="30" y="40"/>
                    <a:pt x="30" y="40"/>
                    <a:pt x="30" y="40"/>
                  </a:cubicBezTo>
                  <a:cubicBezTo>
                    <a:pt x="20" y="32"/>
                    <a:pt x="20" y="32"/>
                    <a:pt x="20" y="32"/>
                  </a:cubicBezTo>
                  <a:cubicBezTo>
                    <a:pt x="19" y="31"/>
                    <a:pt x="17" y="31"/>
                    <a:pt x="16" y="32"/>
                  </a:cubicBezTo>
                  <a:cubicBezTo>
                    <a:pt x="16" y="32"/>
                    <a:pt x="3" y="40"/>
                    <a:pt x="3" y="40"/>
                  </a:cubicBezTo>
                  <a:cubicBezTo>
                    <a:pt x="10" y="27"/>
                    <a:pt x="10" y="27"/>
                    <a:pt x="10" y="27"/>
                  </a:cubicBezTo>
                  <a:cubicBezTo>
                    <a:pt x="11" y="26"/>
                    <a:pt x="10" y="24"/>
                    <a:pt x="10" y="24"/>
                  </a:cubicBezTo>
                  <a:cubicBezTo>
                    <a:pt x="9" y="24"/>
                    <a:pt x="0" y="15"/>
                    <a:pt x="0" y="15"/>
                  </a:cubicBezTo>
                  <a:cubicBezTo>
                    <a:pt x="0" y="15"/>
                    <a:pt x="0" y="15"/>
                    <a:pt x="0" y="15"/>
                  </a:cubicBezTo>
                  <a:cubicBezTo>
                    <a:pt x="14" y="15"/>
                    <a:pt x="14" y="15"/>
                    <a:pt x="14" y="15"/>
                  </a:cubicBezTo>
                  <a:cubicBezTo>
                    <a:pt x="15" y="15"/>
                    <a:pt x="16" y="15"/>
                    <a:pt x="17" y="13"/>
                  </a:cubicBezTo>
                  <a:cubicBezTo>
                    <a:pt x="17" y="13"/>
                    <a:pt x="23" y="0"/>
                    <a:pt x="23" y="0"/>
                  </a:cubicBezTo>
                  <a:close/>
                </a:path>
              </a:pathLst>
            </a:custGeom>
            <a:solidFill>
              <a:srgbClr val="F5AA01"/>
            </a:solidFill>
            <a:ln w="9525">
              <a:noFill/>
              <a:round/>
              <a:headEnd/>
              <a:tailEnd/>
            </a:ln>
          </p:spPr>
          <p:txBody>
            <a:bodyPr/>
            <a:lstStyle/>
            <a:p>
              <a:pPr>
                <a:defRPr/>
              </a:pPr>
              <a:endParaRPr lang="en-US" sz="1350">
                <a:latin typeface="Arial" charset="0"/>
              </a:endParaRPr>
            </a:p>
          </p:txBody>
        </p:sp>
        <p:sp>
          <p:nvSpPr>
            <p:cNvPr id="10" name="Freeform 62">
              <a:extLst>
                <a:ext uri="{FF2B5EF4-FFF2-40B4-BE49-F238E27FC236}">
                  <a16:creationId xmlns:a16="http://schemas.microsoft.com/office/drawing/2014/main" id="{102138CE-8E76-9F51-FFD3-473D4E8DA411}"/>
                </a:ext>
              </a:extLst>
            </p:cNvPr>
            <p:cNvSpPr>
              <a:spLocks/>
            </p:cNvSpPr>
            <p:nvPr userDrawn="1"/>
          </p:nvSpPr>
          <p:spPr bwMode="auto">
            <a:xfrm>
              <a:off x="5632" y="316"/>
              <a:ext cx="102" cy="98"/>
            </a:xfrm>
            <a:custGeom>
              <a:avLst/>
              <a:gdLst/>
              <a:ahLst/>
              <a:cxnLst>
                <a:cxn ang="0">
                  <a:pos x="24" y="0"/>
                </a:cxn>
                <a:cxn ang="0">
                  <a:pos x="26" y="13"/>
                </a:cxn>
                <a:cxn ang="0">
                  <a:pos x="29" y="15"/>
                </a:cxn>
                <a:cxn ang="0">
                  <a:pos x="42" y="15"/>
                </a:cxn>
                <a:cxn ang="0">
                  <a:pos x="30" y="24"/>
                </a:cxn>
                <a:cxn ang="0">
                  <a:pos x="28" y="27"/>
                </a:cxn>
                <a:cxn ang="0">
                  <a:pos x="30" y="40"/>
                </a:cxn>
                <a:cxn ang="0">
                  <a:pos x="30" y="40"/>
                </a:cxn>
                <a:cxn ang="0">
                  <a:pos x="20" y="32"/>
                </a:cxn>
                <a:cxn ang="0">
                  <a:pos x="17" y="32"/>
                </a:cxn>
                <a:cxn ang="0">
                  <a:pos x="4" y="40"/>
                </a:cxn>
                <a:cxn ang="0">
                  <a:pos x="10" y="27"/>
                </a:cxn>
                <a:cxn ang="0">
                  <a:pos x="10" y="24"/>
                </a:cxn>
                <a:cxn ang="0">
                  <a:pos x="0" y="15"/>
                </a:cxn>
                <a:cxn ang="0">
                  <a:pos x="0" y="15"/>
                </a:cxn>
                <a:cxn ang="0">
                  <a:pos x="14" y="15"/>
                </a:cxn>
                <a:cxn ang="0">
                  <a:pos x="17" y="13"/>
                </a:cxn>
                <a:cxn ang="0">
                  <a:pos x="24" y="0"/>
                </a:cxn>
              </a:cxnLst>
              <a:rect l="0" t="0" r="r" b="b"/>
              <a:pathLst>
                <a:path w="42" h="40">
                  <a:moveTo>
                    <a:pt x="24" y="0"/>
                  </a:moveTo>
                  <a:cubicBezTo>
                    <a:pt x="26" y="13"/>
                    <a:pt x="26" y="13"/>
                    <a:pt x="26" y="13"/>
                  </a:cubicBezTo>
                  <a:cubicBezTo>
                    <a:pt x="26" y="15"/>
                    <a:pt x="27" y="15"/>
                    <a:pt x="29" y="15"/>
                  </a:cubicBezTo>
                  <a:cubicBezTo>
                    <a:pt x="29" y="15"/>
                    <a:pt x="42" y="15"/>
                    <a:pt x="42" y="15"/>
                  </a:cubicBezTo>
                  <a:cubicBezTo>
                    <a:pt x="30" y="24"/>
                    <a:pt x="30" y="24"/>
                    <a:pt x="30" y="24"/>
                  </a:cubicBezTo>
                  <a:cubicBezTo>
                    <a:pt x="29" y="24"/>
                    <a:pt x="28" y="26"/>
                    <a:pt x="28" y="27"/>
                  </a:cubicBezTo>
                  <a:cubicBezTo>
                    <a:pt x="28" y="27"/>
                    <a:pt x="30" y="40"/>
                    <a:pt x="30" y="40"/>
                  </a:cubicBezTo>
                  <a:cubicBezTo>
                    <a:pt x="30" y="40"/>
                    <a:pt x="30" y="40"/>
                    <a:pt x="30" y="40"/>
                  </a:cubicBezTo>
                  <a:cubicBezTo>
                    <a:pt x="20" y="32"/>
                    <a:pt x="20" y="32"/>
                    <a:pt x="20" y="32"/>
                  </a:cubicBezTo>
                  <a:cubicBezTo>
                    <a:pt x="19" y="31"/>
                    <a:pt x="18" y="31"/>
                    <a:pt x="17" y="32"/>
                  </a:cubicBezTo>
                  <a:cubicBezTo>
                    <a:pt x="17" y="32"/>
                    <a:pt x="4" y="40"/>
                    <a:pt x="4" y="40"/>
                  </a:cubicBezTo>
                  <a:cubicBezTo>
                    <a:pt x="10" y="27"/>
                    <a:pt x="10" y="27"/>
                    <a:pt x="10" y="27"/>
                  </a:cubicBezTo>
                  <a:cubicBezTo>
                    <a:pt x="11" y="26"/>
                    <a:pt x="11" y="24"/>
                    <a:pt x="10" y="24"/>
                  </a:cubicBezTo>
                  <a:cubicBezTo>
                    <a:pt x="10" y="24"/>
                    <a:pt x="0" y="15"/>
                    <a:pt x="0" y="15"/>
                  </a:cubicBezTo>
                  <a:cubicBezTo>
                    <a:pt x="0" y="15"/>
                    <a:pt x="0" y="15"/>
                    <a:pt x="0" y="15"/>
                  </a:cubicBezTo>
                  <a:cubicBezTo>
                    <a:pt x="14" y="15"/>
                    <a:pt x="14" y="15"/>
                    <a:pt x="14" y="15"/>
                  </a:cubicBezTo>
                  <a:cubicBezTo>
                    <a:pt x="15" y="15"/>
                    <a:pt x="17" y="15"/>
                    <a:pt x="17" y="13"/>
                  </a:cubicBezTo>
                  <a:cubicBezTo>
                    <a:pt x="17" y="13"/>
                    <a:pt x="24" y="0"/>
                    <a:pt x="24" y="0"/>
                  </a:cubicBezTo>
                  <a:close/>
                </a:path>
              </a:pathLst>
            </a:custGeom>
            <a:solidFill>
              <a:srgbClr val="F5AA01"/>
            </a:solidFill>
            <a:ln w="9525">
              <a:noFill/>
              <a:round/>
              <a:headEnd/>
              <a:tailEnd/>
            </a:ln>
          </p:spPr>
          <p:txBody>
            <a:bodyPr/>
            <a:lstStyle/>
            <a:p>
              <a:pPr>
                <a:defRPr/>
              </a:pPr>
              <a:endParaRPr lang="en-US" sz="1350">
                <a:latin typeface="Arial" charset="0"/>
              </a:endParaRPr>
            </a:p>
          </p:txBody>
        </p:sp>
      </p:grpSp>
      <p:sp>
        <p:nvSpPr>
          <p:cNvPr id="11" name="Line 35">
            <a:extLst>
              <a:ext uri="{FF2B5EF4-FFF2-40B4-BE49-F238E27FC236}">
                <a16:creationId xmlns:a16="http://schemas.microsoft.com/office/drawing/2014/main" id="{C2BCE519-85C4-7C79-E982-8284691B1E28}"/>
              </a:ext>
            </a:extLst>
          </p:cNvPr>
          <p:cNvSpPr>
            <a:spLocks noChangeShapeType="1"/>
          </p:cNvSpPr>
          <p:nvPr userDrawn="1"/>
        </p:nvSpPr>
        <p:spPr bwMode="auto">
          <a:xfrm>
            <a:off x="703385" y="0"/>
            <a:ext cx="0" cy="1306116"/>
          </a:xfrm>
          <a:prstGeom prst="line">
            <a:avLst/>
          </a:prstGeom>
          <a:noFill/>
          <a:ln w="6350">
            <a:solidFill>
              <a:schemeClr val="bg1"/>
            </a:solidFill>
            <a:round/>
            <a:headEnd/>
            <a:tailEnd/>
          </a:ln>
        </p:spPr>
        <p:txBody>
          <a:bodyPr/>
          <a:lstStyle/>
          <a:p>
            <a:pPr>
              <a:defRPr/>
            </a:pPr>
            <a:endParaRPr lang="en-US" sz="1350">
              <a:latin typeface="Arial" charset="0"/>
            </a:endParaRPr>
          </a:p>
        </p:txBody>
      </p:sp>
      <p:sp>
        <p:nvSpPr>
          <p:cNvPr id="2" name="Title 1"/>
          <p:cNvSpPr>
            <a:spLocks noGrp="1"/>
          </p:cNvSpPr>
          <p:nvPr>
            <p:ph type="title"/>
          </p:nvPr>
        </p:nvSpPr>
        <p:spPr>
          <a:xfrm>
            <a:off x="683568" y="2438101"/>
            <a:ext cx="7774632" cy="1021556"/>
          </a:xfrm>
        </p:spPr>
        <p:txBody>
          <a:bodyPr anchor="t">
            <a:normAutofit/>
          </a:bodyPr>
          <a:lstStyle>
            <a:lvl1pPr algn="l" defTabSz="685800" rtl="0" eaLnBrk="1" latinLnBrk="0" hangingPunct="1">
              <a:spcBef>
                <a:spcPct val="0"/>
              </a:spcBef>
              <a:buNone/>
              <a:defRPr lang="en-NZ" sz="2100" b="1" kern="1200" dirty="0" smtClean="0">
                <a:solidFill>
                  <a:schemeClr val="bg1"/>
                </a:solidFill>
                <a:latin typeface="Arial" pitchFamily="34" charset="0"/>
                <a:ea typeface="+mj-ea"/>
                <a:cs typeface="Arial" pitchFamily="34" charset="0"/>
              </a:defRPr>
            </a:lvl1pPr>
          </a:lstStyle>
          <a:p>
            <a:r>
              <a:rPr lang="en-NZ" noProof="0" dirty="0"/>
              <a:t>Click to edit Master title style</a:t>
            </a:r>
          </a:p>
        </p:txBody>
      </p:sp>
      <p:sp>
        <p:nvSpPr>
          <p:cNvPr id="3" name="Text Placeholder 2"/>
          <p:cNvSpPr>
            <a:spLocks noGrp="1"/>
          </p:cNvSpPr>
          <p:nvPr>
            <p:ph type="body" idx="1"/>
          </p:nvPr>
        </p:nvSpPr>
        <p:spPr>
          <a:xfrm>
            <a:off x="683568" y="2060100"/>
            <a:ext cx="7774632" cy="378000"/>
          </a:xfrm>
          <a:noFill/>
        </p:spPr>
        <p:txBody>
          <a:bodyPr anchor="b">
            <a:normAutofit/>
          </a:bodyPr>
          <a:lstStyle>
            <a:lvl1pPr marL="0" indent="0" algn="l" defTabSz="685800" rtl="0" eaLnBrk="1" latinLnBrk="0" hangingPunct="1">
              <a:spcBef>
                <a:spcPct val="0"/>
              </a:spcBef>
              <a:buFont typeface="Wingdings" pitchFamily="2" charset="2"/>
              <a:buNone/>
              <a:defRPr lang="en-US" sz="1500" b="1" kern="1200" dirty="0" smtClean="0">
                <a:solidFill>
                  <a:schemeClr val="bg2"/>
                </a:solidFill>
                <a:latin typeface="Arial" pitchFamily="34" charset="0"/>
                <a:ea typeface="+mj-ea"/>
                <a:cs typeface="Arial" pitchFamily="34" charset="0"/>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NZ" noProof="0" dirty="0"/>
              <a:t>Click to edit Master text styles</a:t>
            </a:r>
          </a:p>
        </p:txBody>
      </p:sp>
      <p:sp>
        <p:nvSpPr>
          <p:cNvPr id="12" name="Footer Placeholder 4">
            <a:extLst>
              <a:ext uri="{FF2B5EF4-FFF2-40B4-BE49-F238E27FC236}">
                <a16:creationId xmlns:a16="http://schemas.microsoft.com/office/drawing/2014/main" id="{DBC1BA16-B113-03D3-A957-6945FF3FE040}"/>
              </a:ext>
            </a:extLst>
          </p:cNvPr>
          <p:cNvSpPr>
            <a:spLocks noGrp="1"/>
          </p:cNvSpPr>
          <p:nvPr>
            <p:ph type="ftr" sz="quarter" idx="10"/>
          </p:nvPr>
        </p:nvSpPr>
        <p:spPr/>
        <p:txBody>
          <a:bodyPr/>
          <a:lstStyle>
            <a:lvl1pPr>
              <a:defRPr>
                <a:solidFill>
                  <a:schemeClr val="bg1"/>
                </a:solidFill>
              </a:defRPr>
            </a:lvl1pPr>
          </a:lstStyle>
          <a:p>
            <a:pPr>
              <a:defRPr/>
            </a:pPr>
            <a:r>
              <a:t>Confidential – Internal BNZ Discussion Only</a:t>
            </a:r>
          </a:p>
        </p:txBody>
      </p:sp>
    </p:spTree>
    <p:extLst>
      <p:ext uri="{BB962C8B-B14F-4D97-AF65-F5344CB8AC3E}">
        <p14:creationId xmlns:p14="http://schemas.microsoft.com/office/powerpoint/2010/main" val="903535143"/>
      </p:ext>
    </p:extLst>
  </p:cSld>
  <p:clrMapOvr>
    <a:masterClrMapping/>
  </p:clrMapOvr>
</p:sldLayout>
</file>

<file path=ppt/slideLayouts/slideLayout147.xml><?xml version="1.0" encoding="utf-8"?>
<p:sldLayout xmlns:a="http://schemas.openxmlformats.org/drawingml/2006/main" xmlns:r="http://schemas.openxmlformats.org/officeDocument/2006/relationships" xmlns:p="http://schemas.openxmlformats.org/presentationml/2006/main" type="secHead" preserve="1">
  <p:cSld name="1_Chapter Header">
    <p:bg>
      <p:bgPr>
        <a:gradFill rotWithShape="0">
          <a:gsLst>
            <a:gs pos="0">
              <a:srgbClr val="073775"/>
            </a:gs>
            <a:gs pos="10001">
              <a:srgbClr val="073775"/>
            </a:gs>
            <a:gs pos="100000">
              <a:srgbClr val="0A1C42"/>
            </a:gs>
          </a:gsLst>
          <a:lin ang="5400000"/>
        </a:gradFill>
        <a:effectLst/>
      </p:bgPr>
    </p:bg>
    <p:spTree>
      <p:nvGrpSpPr>
        <p:cNvPr id="1" name=""/>
        <p:cNvGrpSpPr/>
        <p:nvPr/>
      </p:nvGrpSpPr>
      <p:grpSpPr>
        <a:xfrm>
          <a:off x="0" y="0"/>
          <a:ext cx="0" cy="0"/>
          <a:chOff x="0" y="0"/>
          <a:chExt cx="0" cy="0"/>
        </a:xfrm>
      </p:grpSpPr>
      <p:grpSp>
        <p:nvGrpSpPr>
          <p:cNvPr id="4" name="Group 56">
            <a:extLst>
              <a:ext uri="{FF2B5EF4-FFF2-40B4-BE49-F238E27FC236}">
                <a16:creationId xmlns:a16="http://schemas.microsoft.com/office/drawing/2014/main" id="{49D770B3-B7B5-DDEE-DE79-C4E1E5DAA0E9}"/>
              </a:ext>
            </a:extLst>
          </p:cNvPr>
          <p:cNvGrpSpPr>
            <a:grpSpLocks/>
          </p:cNvGrpSpPr>
          <p:nvPr userDrawn="1"/>
        </p:nvGrpSpPr>
        <p:grpSpPr bwMode="auto">
          <a:xfrm>
            <a:off x="7589228" y="135732"/>
            <a:ext cx="1362808" cy="540544"/>
            <a:chOff x="4923" y="111"/>
            <a:chExt cx="930" cy="454"/>
          </a:xfrm>
        </p:grpSpPr>
        <p:sp>
          <p:nvSpPr>
            <p:cNvPr id="5" name="Freeform 57">
              <a:extLst>
                <a:ext uri="{FF2B5EF4-FFF2-40B4-BE49-F238E27FC236}">
                  <a16:creationId xmlns:a16="http://schemas.microsoft.com/office/drawing/2014/main" id="{AA668E73-1EA8-38D9-68D7-A6163BCBD72D}"/>
                </a:ext>
              </a:extLst>
            </p:cNvPr>
            <p:cNvSpPr>
              <a:spLocks noEditPoints="1"/>
            </p:cNvSpPr>
            <p:nvPr userDrawn="1"/>
          </p:nvSpPr>
          <p:spPr bwMode="auto">
            <a:xfrm>
              <a:off x="4923" y="262"/>
              <a:ext cx="224" cy="303"/>
            </a:xfrm>
            <a:custGeom>
              <a:avLst/>
              <a:gdLst/>
              <a:ahLst/>
              <a:cxnLst>
                <a:cxn ang="0">
                  <a:pos x="42" y="46"/>
                </a:cxn>
                <a:cxn ang="0">
                  <a:pos x="63" y="38"/>
                </a:cxn>
                <a:cxn ang="0">
                  <a:pos x="92" y="67"/>
                </a:cxn>
                <a:cxn ang="0">
                  <a:pos x="38" y="124"/>
                </a:cxn>
                <a:cxn ang="0">
                  <a:pos x="0" y="117"/>
                </a:cxn>
                <a:cxn ang="0">
                  <a:pos x="19" y="12"/>
                </a:cxn>
                <a:cxn ang="0">
                  <a:pos x="34" y="0"/>
                </a:cxn>
                <a:cxn ang="0">
                  <a:pos x="50" y="0"/>
                </a:cxn>
                <a:cxn ang="0">
                  <a:pos x="42" y="46"/>
                </a:cxn>
                <a:cxn ang="0">
                  <a:pos x="32" y="100"/>
                </a:cxn>
                <a:cxn ang="0">
                  <a:pos x="39" y="101"/>
                </a:cxn>
                <a:cxn ang="0">
                  <a:pos x="62" y="71"/>
                </a:cxn>
                <a:cxn ang="0">
                  <a:pos x="52" y="60"/>
                </a:cxn>
                <a:cxn ang="0">
                  <a:pos x="38" y="67"/>
                </a:cxn>
                <a:cxn ang="0">
                  <a:pos x="32" y="100"/>
                </a:cxn>
              </a:cxnLst>
              <a:rect l="0" t="0" r="r" b="b"/>
              <a:pathLst>
                <a:path w="92" h="124">
                  <a:moveTo>
                    <a:pt x="42" y="46"/>
                  </a:moveTo>
                  <a:cubicBezTo>
                    <a:pt x="46" y="41"/>
                    <a:pt x="55" y="37"/>
                    <a:pt x="63" y="38"/>
                  </a:cubicBezTo>
                  <a:cubicBezTo>
                    <a:pt x="81" y="38"/>
                    <a:pt x="92" y="48"/>
                    <a:pt x="92" y="67"/>
                  </a:cubicBezTo>
                  <a:cubicBezTo>
                    <a:pt x="92" y="103"/>
                    <a:pt x="70" y="124"/>
                    <a:pt x="38" y="124"/>
                  </a:cubicBezTo>
                  <a:cubicBezTo>
                    <a:pt x="26" y="124"/>
                    <a:pt x="11" y="121"/>
                    <a:pt x="0" y="117"/>
                  </a:cubicBezTo>
                  <a:cubicBezTo>
                    <a:pt x="19" y="12"/>
                    <a:pt x="19" y="12"/>
                    <a:pt x="19" y="12"/>
                  </a:cubicBezTo>
                  <a:cubicBezTo>
                    <a:pt x="20" y="3"/>
                    <a:pt x="24" y="0"/>
                    <a:pt x="34" y="0"/>
                  </a:cubicBezTo>
                  <a:cubicBezTo>
                    <a:pt x="41" y="0"/>
                    <a:pt x="46" y="0"/>
                    <a:pt x="50" y="0"/>
                  </a:cubicBezTo>
                  <a:lnTo>
                    <a:pt x="42" y="46"/>
                  </a:lnTo>
                  <a:close/>
                  <a:moveTo>
                    <a:pt x="32" y="100"/>
                  </a:moveTo>
                  <a:cubicBezTo>
                    <a:pt x="35" y="101"/>
                    <a:pt x="36" y="101"/>
                    <a:pt x="39" y="101"/>
                  </a:cubicBezTo>
                  <a:cubicBezTo>
                    <a:pt x="53" y="101"/>
                    <a:pt x="62" y="89"/>
                    <a:pt x="62" y="71"/>
                  </a:cubicBezTo>
                  <a:cubicBezTo>
                    <a:pt x="62" y="63"/>
                    <a:pt x="58" y="60"/>
                    <a:pt x="52" y="60"/>
                  </a:cubicBezTo>
                  <a:cubicBezTo>
                    <a:pt x="46" y="60"/>
                    <a:pt x="39" y="65"/>
                    <a:pt x="38" y="67"/>
                  </a:cubicBezTo>
                  <a:lnTo>
                    <a:pt x="32" y="100"/>
                  </a:lnTo>
                  <a:close/>
                </a:path>
              </a:pathLst>
            </a:custGeom>
            <a:solidFill>
              <a:schemeClr val="bg1"/>
            </a:solidFill>
            <a:ln w="9525">
              <a:noFill/>
              <a:round/>
              <a:headEnd/>
              <a:tailEnd/>
            </a:ln>
          </p:spPr>
          <p:txBody>
            <a:bodyPr/>
            <a:lstStyle/>
            <a:p>
              <a:pPr>
                <a:defRPr/>
              </a:pPr>
              <a:endParaRPr lang="en-US" sz="1350">
                <a:latin typeface="Arial" charset="0"/>
              </a:endParaRPr>
            </a:p>
          </p:txBody>
        </p:sp>
        <p:sp>
          <p:nvSpPr>
            <p:cNvPr id="6" name="Freeform 58">
              <a:extLst>
                <a:ext uri="{FF2B5EF4-FFF2-40B4-BE49-F238E27FC236}">
                  <a16:creationId xmlns:a16="http://schemas.microsoft.com/office/drawing/2014/main" id="{812C80E3-7C1B-1C9E-95CA-E9ABAD356771}"/>
                </a:ext>
              </a:extLst>
            </p:cNvPr>
            <p:cNvSpPr>
              <a:spLocks/>
            </p:cNvSpPr>
            <p:nvPr userDrawn="1"/>
          </p:nvSpPr>
          <p:spPr bwMode="auto">
            <a:xfrm>
              <a:off x="5142" y="353"/>
              <a:ext cx="436" cy="212"/>
            </a:xfrm>
            <a:custGeom>
              <a:avLst/>
              <a:gdLst/>
              <a:ahLst/>
              <a:cxnLst>
                <a:cxn ang="0">
                  <a:pos x="94" y="83"/>
                </a:cxn>
                <a:cxn ang="0">
                  <a:pos x="103" y="87"/>
                </a:cxn>
                <a:cxn ang="0">
                  <a:pos x="125" y="86"/>
                </a:cxn>
                <a:cxn ang="0">
                  <a:pos x="157" y="87"/>
                </a:cxn>
                <a:cxn ang="0">
                  <a:pos x="168" y="78"/>
                </a:cxn>
                <a:cxn ang="0">
                  <a:pos x="171" y="63"/>
                </a:cxn>
                <a:cxn ang="0">
                  <a:pos x="153" y="63"/>
                </a:cxn>
                <a:cxn ang="0">
                  <a:pos x="131" y="63"/>
                </a:cxn>
                <a:cxn ang="0">
                  <a:pos x="147" y="45"/>
                </a:cxn>
                <a:cxn ang="0">
                  <a:pos x="164" y="29"/>
                </a:cxn>
                <a:cxn ang="0">
                  <a:pos x="177" y="1"/>
                </a:cxn>
                <a:cxn ang="0">
                  <a:pos x="153" y="1"/>
                </a:cxn>
                <a:cxn ang="0">
                  <a:pos x="116" y="1"/>
                </a:cxn>
                <a:cxn ang="0">
                  <a:pos x="104" y="9"/>
                </a:cxn>
                <a:cxn ang="0">
                  <a:pos x="101" y="25"/>
                </a:cxn>
                <a:cxn ang="0">
                  <a:pos x="113" y="24"/>
                </a:cxn>
                <a:cxn ang="0">
                  <a:pos x="133" y="25"/>
                </a:cxn>
                <a:cxn ang="0">
                  <a:pos x="113" y="45"/>
                </a:cxn>
                <a:cxn ang="0">
                  <a:pos x="98" y="64"/>
                </a:cxn>
                <a:cxn ang="0">
                  <a:pos x="83" y="60"/>
                </a:cxn>
                <a:cxn ang="0">
                  <a:pos x="87" y="38"/>
                </a:cxn>
                <a:cxn ang="0">
                  <a:pos x="89" y="24"/>
                </a:cxn>
                <a:cxn ang="0">
                  <a:pos x="62" y="0"/>
                </a:cxn>
                <a:cxn ang="0">
                  <a:pos x="41" y="9"/>
                </a:cxn>
                <a:cxn ang="0">
                  <a:pos x="31" y="2"/>
                </a:cxn>
                <a:cxn ang="0">
                  <a:pos x="15" y="2"/>
                </a:cxn>
                <a:cxn ang="0">
                  <a:pos x="2" y="75"/>
                </a:cxn>
                <a:cxn ang="0">
                  <a:pos x="12" y="85"/>
                </a:cxn>
                <a:cxn ang="0">
                  <a:pos x="28" y="86"/>
                </a:cxn>
                <a:cxn ang="0">
                  <a:pos x="38" y="31"/>
                </a:cxn>
                <a:cxn ang="0">
                  <a:pos x="52" y="22"/>
                </a:cxn>
                <a:cxn ang="0">
                  <a:pos x="60" y="31"/>
                </a:cxn>
                <a:cxn ang="0">
                  <a:pos x="55" y="60"/>
                </a:cxn>
                <a:cxn ang="0">
                  <a:pos x="60" y="80"/>
                </a:cxn>
                <a:cxn ang="0">
                  <a:pos x="76" y="87"/>
                </a:cxn>
                <a:cxn ang="0">
                  <a:pos x="94" y="83"/>
                </a:cxn>
              </a:cxnLst>
              <a:rect l="0" t="0" r="r" b="b"/>
              <a:pathLst>
                <a:path w="179" h="87">
                  <a:moveTo>
                    <a:pt x="94" y="83"/>
                  </a:moveTo>
                  <a:cubicBezTo>
                    <a:pt x="95" y="85"/>
                    <a:pt x="98" y="87"/>
                    <a:pt x="103" y="87"/>
                  </a:cubicBezTo>
                  <a:cubicBezTo>
                    <a:pt x="110" y="87"/>
                    <a:pt x="117" y="86"/>
                    <a:pt x="125" y="86"/>
                  </a:cubicBezTo>
                  <a:cubicBezTo>
                    <a:pt x="137" y="86"/>
                    <a:pt x="141" y="86"/>
                    <a:pt x="157" y="87"/>
                  </a:cubicBezTo>
                  <a:cubicBezTo>
                    <a:pt x="164" y="87"/>
                    <a:pt x="167" y="85"/>
                    <a:pt x="168" y="78"/>
                  </a:cubicBezTo>
                  <a:cubicBezTo>
                    <a:pt x="169" y="74"/>
                    <a:pt x="170" y="70"/>
                    <a:pt x="171" y="63"/>
                  </a:cubicBezTo>
                  <a:cubicBezTo>
                    <a:pt x="164" y="64"/>
                    <a:pt x="158" y="63"/>
                    <a:pt x="153" y="63"/>
                  </a:cubicBezTo>
                  <a:cubicBezTo>
                    <a:pt x="146" y="63"/>
                    <a:pt x="138" y="62"/>
                    <a:pt x="131" y="63"/>
                  </a:cubicBezTo>
                  <a:cubicBezTo>
                    <a:pt x="134" y="58"/>
                    <a:pt x="139" y="52"/>
                    <a:pt x="147" y="45"/>
                  </a:cubicBezTo>
                  <a:cubicBezTo>
                    <a:pt x="150" y="42"/>
                    <a:pt x="157" y="36"/>
                    <a:pt x="164" y="29"/>
                  </a:cubicBezTo>
                  <a:cubicBezTo>
                    <a:pt x="171" y="21"/>
                    <a:pt x="179" y="12"/>
                    <a:pt x="177" y="1"/>
                  </a:cubicBezTo>
                  <a:cubicBezTo>
                    <a:pt x="169" y="1"/>
                    <a:pt x="163" y="1"/>
                    <a:pt x="153" y="1"/>
                  </a:cubicBezTo>
                  <a:cubicBezTo>
                    <a:pt x="140" y="1"/>
                    <a:pt x="125" y="1"/>
                    <a:pt x="116" y="1"/>
                  </a:cubicBezTo>
                  <a:cubicBezTo>
                    <a:pt x="109" y="1"/>
                    <a:pt x="105" y="3"/>
                    <a:pt x="104" y="9"/>
                  </a:cubicBezTo>
                  <a:cubicBezTo>
                    <a:pt x="103" y="14"/>
                    <a:pt x="101" y="25"/>
                    <a:pt x="101" y="25"/>
                  </a:cubicBezTo>
                  <a:cubicBezTo>
                    <a:pt x="102" y="24"/>
                    <a:pt x="108" y="24"/>
                    <a:pt x="113" y="24"/>
                  </a:cubicBezTo>
                  <a:cubicBezTo>
                    <a:pt x="117" y="24"/>
                    <a:pt x="130" y="24"/>
                    <a:pt x="133" y="25"/>
                  </a:cubicBezTo>
                  <a:cubicBezTo>
                    <a:pt x="132" y="28"/>
                    <a:pt x="121" y="37"/>
                    <a:pt x="113" y="45"/>
                  </a:cubicBezTo>
                  <a:cubicBezTo>
                    <a:pt x="109" y="50"/>
                    <a:pt x="101" y="58"/>
                    <a:pt x="98" y="64"/>
                  </a:cubicBezTo>
                  <a:cubicBezTo>
                    <a:pt x="88" y="70"/>
                    <a:pt x="82" y="68"/>
                    <a:pt x="83" y="60"/>
                  </a:cubicBezTo>
                  <a:cubicBezTo>
                    <a:pt x="87" y="38"/>
                    <a:pt x="87" y="38"/>
                    <a:pt x="87" y="38"/>
                  </a:cubicBezTo>
                  <a:cubicBezTo>
                    <a:pt x="88" y="33"/>
                    <a:pt x="89" y="28"/>
                    <a:pt x="89" y="24"/>
                  </a:cubicBezTo>
                  <a:cubicBezTo>
                    <a:pt x="88" y="9"/>
                    <a:pt x="78" y="0"/>
                    <a:pt x="62" y="0"/>
                  </a:cubicBezTo>
                  <a:cubicBezTo>
                    <a:pt x="53" y="0"/>
                    <a:pt x="46" y="5"/>
                    <a:pt x="41" y="9"/>
                  </a:cubicBezTo>
                  <a:cubicBezTo>
                    <a:pt x="41" y="9"/>
                    <a:pt x="40" y="2"/>
                    <a:pt x="31" y="2"/>
                  </a:cubicBezTo>
                  <a:cubicBezTo>
                    <a:pt x="31" y="2"/>
                    <a:pt x="15" y="2"/>
                    <a:pt x="15" y="2"/>
                  </a:cubicBezTo>
                  <a:cubicBezTo>
                    <a:pt x="2" y="75"/>
                    <a:pt x="2" y="75"/>
                    <a:pt x="2" y="75"/>
                  </a:cubicBezTo>
                  <a:cubicBezTo>
                    <a:pt x="0" y="84"/>
                    <a:pt x="4" y="85"/>
                    <a:pt x="12" y="85"/>
                  </a:cubicBezTo>
                  <a:cubicBezTo>
                    <a:pt x="12" y="85"/>
                    <a:pt x="28" y="86"/>
                    <a:pt x="28" y="86"/>
                  </a:cubicBezTo>
                  <a:cubicBezTo>
                    <a:pt x="38" y="31"/>
                    <a:pt x="38" y="31"/>
                    <a:pt x="38" y="31"/>
                  </a:cubicBezTo>
                  <a:cubicBezTo>
                    <a:pt x="39" y="28"/>
                    <a:pt x="45" y="22"/>
                    <a:pt x="52" y="22"/>
                  </a:cubicBezTo>
                  <a:cubicBezTo>
                    <a:pt x="57" y="22"/>
                    <a:pt x="61" y="25"/>
                    <a:pt x="60" y="31"/>
                  </a:cubicBezTo>
                  <a:cubicBezTo>
                    <a:pt x="60" y="33"/>
                    <a:pt x="55" y="60"/>
                    <a:pt x="55" y="60"/>
                  </a:cubicBezTo>
                  <a:cubicBezTo>
                    <a:pt x="54" y="70"/>
                    <a:pt x="57" y="77"/>
                    <a:pt x="60" y="80"/>
                  </a:cubicBezTo>
                  <a:cubicBezTo>
                    <a:pt x="64" y="85"/>
                    <a:pt x="70" y="87"/>
                    <a:pt x="76" y="87"/>
                  </a:cubicBezTo>
                  <a:cubicBezTo>
                    <a:pt x="83" y="87"/>
                    <a:pt x="91" y="85"/>
                    <a:pt x="94" y="83"/>
                  </a:cubicBezTo>
                  <a:close/>
                </a:path>
              </a:pathLst>
            </a:custGeom>
            <a:solidFill>
              <a:schemeClr val="bg1"/>
            </a:solidFill>
            <a:ln w="9525">
              <a:noFill/>
              <a:round/>
              <a:headEnd/>
              <a:tailEnd/>
            </a:ln>
          </p:spPr>
          <p:txBody>
            <a:bodyPr/>
            <a:lstStyle/>
            <a:p>
              <a:pPr>
                <a:defRPr/>
              </a:pPr>
              <a:endParaRPr lang="en-US" sz="1350">
                <a:latin typeface="Arial" charset="0"/>
              </a:endParaRPr>
            </a:p>
          </p:txBody>
        </p:sp>
        <p:sp>
          <p:nvSpPr>
            <p:cNvPr id="7" name="Freeform 59">
              <a:extLst>
                <a:ext uri="{FF2B5EF4-FFF2-40B4-BE49-F238E27FC236}">
                  <a16:creationId xmlns:a16="http://schemas.microsoft.com/office/drawing/2014/main" id="{F602FEC4-5325-8D0D-AAE1-CD8FF12FB517}"/>
                </a:ext>
              </a:extLst>
            </p:cNvPr>
            <p:cNvSpPr>
              <a:spLocks/>
            </p:cNvSpPr>
            <p:nvPr userDrawn="1"/>
          </p:nvSpPr>
          <p:spPr bwMode="auto">
            <a:xfrm>
              <a:off x="5671" y="111"/>
              <a:ext cx="102" cy="98"/>
            </a:xfrm>
            <a:custGeom>
              <a:avLst/>
              <a:gdLst/>
              <a:ahLst/>
              <a:cxnLst>
                <a:cxn ang="0">
                  <a:pos x="24" y="0"/>
                </a:cxn>
                <a:cxn ang="0">
                  <a:pos x="26" y="13"/>
                </a:cxn>
                <a:cxn ang="0">
                  <a:pos x="28" y="15"/>
                </a:cxn>
                <a:cxn ang="0">
                  <a:pos x="42" y="15"/>
                </a:cxn>
                <a:cxn ang="0">
                  <a:pos x="30" y="23"/>
                </a:cxn>
                <a:cxn ang="0">
                  <a:pos x="28" y="27"/>
                </a:cxn>
                <a:cxn ang="0">
                  <a:pos x="30" y="40"/>
                </a:cxn>
                <a:cxn ang="0">
                  <a:pos x="30" y="40"/>
                </a:cxn>
                <a:cxn ang="0">
                  <a:pos x="20" y="32"/>
                </a:cxn>
                <a:cxn ang="0">
                  <a:pos x="17" y="32"/>
                </a:cxn>
                <a:cxn ang="0">
                  <a:pos x="4" y="40"/>
                </a:cxn>
                <a:cxn ang="0">
                  <a:pos x="10" y="27"/>
                </a:cxn>
                <a:cxn ang="0">
                  <a:pos x="10" y="23"/>
                </a:cxn>
                <a:cxn ang="0">
                  <a:pos x="0" y="15"/>
                </a:cxn>
                <a:cxn ang="0">
                  <a:pos x="0" y="15"/>
                </a:cxn>
                <a:cxn ang="0">
                  <a:pos x="14" y="15"/>
                </a:cxn>
                <a:cxn ang="0">
                  <a:pos x="17" y="13"/>
                </a:cxn>
                <a:cxn ang="0">
                  <a:pos x="24" y="0"/>
                </a:cxn>
              </a:cxnLst>
              <a:rect l="0" t="0" r="r" b="b"/>
              <a:pathLst>
                <a:path w="42" h="40">
                  <a:moveTo>
                    <a:pt x="24" y="0"/>
                  </a:moveTo>
                  <a:cubicBezTo>
                    <a:pt x="26" y="13"/>
                    <a:pt x="26" y="13"/>
                    <a:pt x="26" y="13"/>
                  </a:cubicBezTo>
                  <a:cubicBezTo>
                    <a:pt x="26" y="14"/>
                    <a:pt x="27" y="15"/>
                    <a:pt x="28" y="15"/>
                  </a:cubicBezTo>
                  <a:cubicBezTo>
                    <a:pt x="28" y="15"/>
                    <a:pt x="42" y="15"/>
                    <a:pt x="42" y="15"/>
                  </a:cubicBezTo>
                  <a:cubicBezTo>
                    <a:pt x="30" y="23"/>
                    <a:pt x="30" y="23"/>
                    <a:pt x="30" y="23"/>
                  </a:cubicBezTo>
                  <a:cubicBezTo>
                    <a:pt x="29" y="24"/>
                    <a:pt x="28" y="25"/>
                    <a:pt x="28" y="27"/>
                  </a:cubicBezTo>
                  <a:cubicBezTo>
                    <a:pt x="28" y="27"/>
                    <a:pt x="30" y="40"/>
                    <a:pt x="30" y="40"/>
                  </a:cubicBezTo>
                  <a:cubicBezTo>
                    <a:pt x="30" y="40"/>
                    <a:pt x="30" y="40"/>
                    <a:pt x="30" y="40"/>
                  </a:cubicBezTo>
                  <a:cubicBezTo>
                    <a:pt x="20" y="32"/>
                    <a:pt x="20" y="32"/>
                    <a:pt x="20" y="32"/>
                  </a:cubicBezTo>
                  <a:cubicBezTo>
                    <a:pt x="19" y="31"/>
                    <a:pt x="18" y="31"/>
                    <a:pt x="17" y="32"/>
                  </a:cubicBezTo>
                  <a:cubicBezTo>
                    <a:pt x="16" y="32"/>
                    <a:pt x="4" y="40"/>
                    <a:pt x="4" y="40"/>
                  </a:cubicBezTo>
                  <a:cubicBezTo>
                    <a:pt x="10" y="27"/>
                    <a:pt x="10" y="27"/>
                    <a:pt x="10" y="27"/>
                  </a:cubicBezTo>
                  <a:cubicBezTo>
                    <a:pt x="11" y="25"/>
                    <a:pt x="11" y="24"/>
                    <a:pt x="10" y="23"/>
                  </a:cubicBezTo>
                  <a:cubicBezTo>
                    <a:pt x="10" y="23"/>
                    <a:pt x="0" y="15"/>
                    <a:pt x="0" y="15"/>
                  </a:cubicBezTo>
                  <a:cubicBezTo>
                    <a:pt x="0" y="15"/>
                    <a:pt x="0" y="15"/>
                    <a:pt x="0" y="15"/>
                  </a:cubicBezTo>
                  <a:cubicBezTo>
                    <a:pt x="14" y="15"/>
                    <a:pt x="14" y="15"/>
                    <a:pt x="14" y="15"/>
                  </a:cubicBezTo>
                  <a:cubicBezTo>
                    <a:pt x="15" y="15"/>
                    <a:pt x="17" y="14"/>
                    <a:pt x="17" y="13"/>
                  </a:cubicBezTo>
                  <a:cubicBezTo>
                    <a:pt x="17" y="13"/>
                    <a:pt x="24" y="0"/>
                    <a:pt x="24" y="0"/>
                  </a:cubicBezTo>
                  <a:close/>
                </a:path>
              </a:pathLst>
            </a:custGeom>
            <a:solidFill>
              <a:srgbClr val="F5AA01"/>
            </a:solidFill>
            <a:ln w="9525">
              <a:noFill/>
              <a:round/>
              <a:headEnd/>
              <a:tailEnd/>
            </a:ln>
          </p:spPr>
          <p:txBody>
            <a:bodyPr/>
            <a:lstStyle/>
            <a:p>
              <a:pPr>
                <a:defRPr/>
              </a:pPr>
              <a:endParaRPr lang="en-US" sz="1350">
                <a:latin typeface="Arial" charset="0"/>
              </a:endParaRPr>
            </a:p>
          </p:txBody>
        </p:sp>
        <p:sp>
          <p:nvSpPr>
            <p:cNvPr id="8" name="Freeform 60">
              <a:extLst>
                <a:ext uri="{FF2B5EF4-FFF2-40B4-BE49-F238E27FC236}">
                  <a16:creationId xmlns:a16="http://schemas.microsoft.com/office/drawing/2014/main" id="{73C5AD40-986E-DE7F-3632-CA96148DF907}"/>
                </a:ext>
              </a:extLst>
            </p:cNvPr>
            <p:cNvSpPr>
              <a:spLocks/>
            </p:cNvSpPr>
            <p:nvPr userDrawn="1"/>
          </p:nvSpPr>
          <p:spPr bwMode="auto">
            <a:xfrm>
              <a:off x="5566" y="177"/>
              <a:ext cx="102" cy="98"/>
            </a:xfrm>
            <a:custGeom>
              <a:avLst/>
              <a:gdLst/>
              <a:ahLst/>
              <a:cxnLst>
                <a:cxn ang="0">
                  <a:pos x="23" y="0"/>
                </a:cxn>
                <a:cxn ang="0">
                  <a:pos x="26" y="13"/>
                </a:cxn>
                <a:cxn ang="0">
                  <a:pos x="28" y="15"/>
                </a:cxn>
                <a:cxn ang="0">
                  <a:pos x="42" y="15"/>
                </a:cxn>
                <a:cxn ang="0">
                  <a:pos x="29" y="24"/>
                </a:cxn>
                <a:cxn ang="0">
                  <a:pos x="28" y="27"/>
                </a:cxn>
                <a:cxn ang="0">
                  <a:pos x="30" y="40"/>
                </a:cxn>
                <a:cxn ang="0">
                  <a:pos x="30" y="40"/>
                </a:cxn>
                <a:cxn ang="0">
                  <a:pos x="20" y="32"/>
                </a:cxn>
                <a:cxn ang="0">
                  <a:pos x="16" y="32"/>
                </a:cxn>
                <a:cxn ang="0">
                  <a:pos x="4" y="40"/>
                </a:cxn>
                <a:cxn ang="0">
                  <a:pos x="10" y="27"/>
                </a:cxn>
                <a:cxn ang="0">
                  <a:pos x="10" y="24"/>
                </a:cxn>
                <a:cxn ang="0">
                  <a:pos x="0" y="15"/>
                </a:cxn>
                <a:cxn ang="0">
                  <a:pos x="0" y="15"/>
                </a:cxn>
                <a:cxn ang="0">
                  <a:pos x="14" y="15"/>
                </a:cxn>
                <a:cxn ang="0">
                  <a:pos x="17" y="13"/>
                </a:cxn>
                <a:cxn ang="0">
                  <a:pos x="23" y="0"/>
                </a:cxn>
              </a:cxnLst>
              <a:rect l="0" t="0" r="r" b="b"/>
              <a:pathLst>
                <a:path w="42" h="40">
                  <a:moveTo>
                    <a:pt x="23" y="0"/>
                  </a:moveTo>
                  <a:cubicBezTo>
                    <a:pt x="26" y="13"/>
                    <a:pt x="26" y="13"/>
                    <a:pt x="26" y="13"/>
                  </a:cubicBezTo>
                  <a:cubicBezTo>
                    <a:pt x="26" y="15"/>
                    <a:pt x="27" y="15"/>
                    <a:pt x="28" y="15"/>
                  </a:cubicBezTo>
                  <a:cubicBezTo>
                    <a:pt x="28" y="15"/>
                    <a:pt x="42" y="15"/>
                    <a:pt x="42" y="15"/>
                  </a:cubicBezTo>
                  <a:cubicBezTo>
                    <a:pt x="29" y="24"/>
                    <a:pt x="29" y="24"/>
                    <a:pt x="29" y="24"/>
                  </a:cubicBezTo>
                  <a:cubicBezTo>
                    <a:pt x="28" y="24"/>
                    <a:pt x="27" y="26"/>
                    <a:pt x="28" y="27"/>
                  </a:cubicBezTo>
                  <a:cubicBezTo>
                    <a:pt x="28" y="27"/>
                    <a:pt x="30" y="40"/>
                    <a:pt x="30" y="40"/>
                  </a:cubicBezTo>
                  <a:cubicBezTo>
                    <a:pt x="30" y="40"/>
                    <a:pt x="30" y="40"/>
                    <a:pt x="30" y="40"/>
                  </a:cubicBezTo>
                  <a:cubicBezTo>
                    <a:pt x="20" y="32"/>
                    <a:pt x="20" y="32"/>
                    <a:pt x="20" y="32"/>
                  </a:cubicBezTo>
                  <a:cubicBezTo>
                    <a:pt x="19" y="31"/>
                    <a:pt x="17" y="31"/>
                    <a:pt x="16" y="32"/>
                  </a:cubicBezTo>
                  <a:cubicBezTo>
                    <a:pt x="16" y="32"/>
                    <a:pt x="4" y="40"/>
                    <a:pt x="4" y="40"/>
                  </a:cubicBezTo>
                  <a:cubicBezTo>
                    <a:pt x="10" y="27"/>
                    <a:pt x="10" y="27"/>
                    <a:pt x="10" y="27"/>
                  </a:cubicBezTo>
                  <a:cubicBezTo>
                    <a:pt x="11" y="26"/>
                    <a:pt x="10" y="24"/>
                    <a:pt x="10" y="24"/>
                  </a:cubicBezTo>
                  <a:cubicBezTo>
                    <a:pt x="9" y="24"/>
                    <a:pt x="0" y="15"/>
                    <a:pt x="0" y="15"/>
                  </a:cubicBezTo>
                  <a:cubicBezTo>
                    <a:pt x="0" y="15"/>
                    <a:pt x="0" y="15"/>
                    <a:pt x="0" y="15"/>
                  </a:cubicBezTo>
                  <a:cubicBezTo>
                    <a:pt x="14" y="15"/>
                    <a:pt x="14" y="15"/>
                    <a:pt x="14" y="15"/>
                  </a:cubicBezTo>
                  <a:cubicBezTo>
                    <a:pt x="15" y="15"/>
                    <a:pt x="16" y="15"/>
                    <a:pt x="17" y="13"/>
                  </a:cubicBezTo>
                  <a:cubicBezTo>
                    <a:pt x="17" y="13"/>
                    <a:pt x="23" y="0"/>
                    <a:pt x="23" y="0"/>
                  </a:cubicBezTo>
                  <a:close/>
                </a:path>
              </a:pathLst>
            </a:custGeom>
            <a:solidFill>
              <a:srgbClr val="F5AA01"/>
            </a:solidFill>
            <a:ln w="9525">
              <a:noFill/>
              <a:round/>
              <a:headEnd/>
              <a:tailEnd/>
            </a:ln>
          </p:spPr>
          <p:txBody>
            <a:bodyPr/>
            <a:lstStyle/>
            <a:p>
              <a:pPr>
                <a:defRPr/>
              </a:pPr>
              <a:endParaRPr lang="en-US" sz="1350">
                <a:latin typeface="Arial" charset="0"/>
              </a:endParaRPr>
            </a:p>
          </p:txBody>
        </p:sp>
        <p:sp>
          <p:nvSpPr>
            <p:cNvPr id="9" name="Freeform 61">
              <a:extLst>
                <a:ext uri="{FF2B5EF4-FFF2-40B4-BE49-F238E27FC236}">
                  <a16:creationId xmlns:a16="http://schemas.microsoft.com/office/drawing/2014/main" id="{BD9DFC7A-8502-0D99-389E-55547645FE46}"/>
                </a:ext>
              </a:extLst>
            </p:cNvPr>
            <p:cNvSpPr>
              <a:spLocks/>
            </p:cNvSpPr>
            <p:nvPr userDrawn="1"/>
          </p:nvSpPr>
          <p:spPr bwMode="auto">
            <a:xfrm>
              <a:off x="5751" y="164"/>
              <a:ext cx="102" cy="98"/>
            </a:xfrm>
            <a:custGeom>
              <a:avLst/>
              <a:gdLst/>
              <a:ahLst/>
              <a:cxnLst>
                <a:cxn ang="0">
                  <a:pos x="23" y="0"/>
                </a:cxn>
                <a:cxn ang="0">
                  <a:pos x="25" y="13"/>
                </a:cxn>
                <a:cxn ang="0">
                  <a:pos x="28" y="15"/>
                </a:cxn>
                <a:cxn ang="0">
                  <a:pos x="42" y="15"/>
                </a:cxn>
                <a:cxn ang="0">
                  <a:pos x="29" y="24"/>
                </a:cxn>
                <a:cxn ang="0">
                  <a:pos x="28" y="27"/>
                </a:cxn>
                <a:cxn ang="0">
                  <a:pos x="30" y="40"/>
                </a:cxn>
                <a:cxn ang="0">
                  <a:pos x="30" y="40"/>
                </a:cxn>
                <a:cxn ang="0">
                  <a:pos x="20" y="32"/>
                </a:cxn>
                <a:cxn ang="0">
                  <a:pos x="16" y="32"/>
                </a:cxn>
                <a:cxn ang="0">
                  <a:pos x="3" y="40"/>
                </a:cxn>
                <a:cxn ang="0">
                  <a:pos x="10" y="27"/>
                </a:cxn>
                <a:cxn ang="0">
                  <a:pos x="10" y="24"/>
                </a:cxn>
                <a:cxn ang="0">
                  <a:pos x="0" y="15"/>
                </a:cxn>
                <a:cxn ang="0">
                  <a:pos x="0" y="15"/>
                </a:cxn>
                <a:cxn ang="0">
                  <a:pos x="14" y="15"/>
                </a:cxn>
                <a:cxn ang="0">
                  <a:pos x="17" y="13"/>
                </a:cxn>
                <a:cxn ang="0">
                  <a:pos x="23" y="0"/>
                </a:cxn>
              </a:cxnLst>
              <a:rect l="0" t="0" r="r" b="b"/>
              <a:pathLst>
                <a:path w="42" h="40">
                  <a:moveTo>
                    <a:pt x="23" y="0"/>
                  </a:moveTo>
                  <a:cubicBezTo>
                    <a:pt x="25" y="13"/>
                    <a:pt x="25" y="13"/>
                    <a:pt x="25" y="13"/>
                  </a:cubicBezTo>
                  <a:cubicBezTo>
                    <a:pt x="26" y="15"/>
                    <a:pt x="27" y="15"/>
                    <a:pt x="28" y="15"/>
                  </a:cubicBezTo>
                  <a:cubicBezTo>
                    <a:pt x="28" y="15"/>
                    <a:pt x="42" y="15"/>
                    <a:pt x="42" y="15"/>
                  </a:cubicBezTo>
                  <a:cubicBezTo>
                    <a:pt x="29" y="24"/>
                    <a:pt x="29" y="24"/>
                    <a:pt x="29" y="24"/>
                  </a:cubicBezTo>
                  <a:cubicBezTo>
                    <a:pt x="28" y="24"/>
                    <a:pt x="27" y="26"/>
                    <a:pt x="28" y="27"/>
                  </a:cubicBezTo>
                  <a:cubicBezTo>
                    <a:pt x="28" y="27"/>
                    <a:pt x="30" y="40"/>
                    <a:pt x="30" y="40"/>
                  </a:cubicBezTo>
                  <a:cubicBezTo>
                    <a:pt x="30" y="40"/>
                    <a:pt x="30" y="40"/>
                    <a:pt x="30" y="40"/>
                  </a:cubicBezTo>
                  <a:cubicBezTo>
                    <a:pt x="20" y="32"/>
                    <a:pt x="20" y="32"/>
                    <a:pt x="20" y="32"/>
                  </a:cubicBezTo>
                  <a:cubicBezTo>
                    <a:pt x="19" y="31"/>
                    <a:pt x="17" y="31"/>
                    <a:pt x="16" y="32"/>
                  </a:cubicBezTo>
                  <a:cubicBezTo>
                    <a:pt x="16" y="32"/>
                    <a:pt x="3" y="40"/>
                    <a:pt x="3" y="40"/>
                  </a:cubicBezTo>
                  <a:cubicBezTo>
                    <a:pt x="10" y="27"/>
                    <a:pt x="10" y="27"/>
                    <a:pt x="10" y="27"/>
                  </a:cubicBezTo>
                  <a:cubicBezTo>
                    <a:pt x="11" y="26"/>
                    <a:pt x="10" y="24"/>
                    <a:pt x="10" y="24"/>
                  </a:cubicBezTo>
                  <a:cubicBezTo>
                    <a:pt x="9" y="24"/>
                    <a:pt x="0" y="15"/>
                    <a:pt x="0" y="15"/>
                  </a:cubicBezTo>
                  <a:cubicBezTo>
                    <a:pt x="0" y="15"/>
                    <a:pt x="0" y="15"/>
                    <a:pt x="0" y="15"/>
                  </a:cubicBezTo>
                  <a:cubicBezTo>
                    <a:pt x="14" y="15"/>
                    <a:pt x="14" y="15"/>
                    <a:pt x="14" y="15"/>
                  </a:cubicBezTo>
                  <a:cubicBezTo>
                    <a:pt x="15" y="15"/>
                    <a:pt x="16" y="15"/>
                    <a:pt x="17" y="13"/>
                  </a:cubicBezTo>
                  <a:cubicBezTo>
                    <a:pt x="17" y="13"/>
                    <a:pt x="23" y="0"/>
                    <a:pt x="23" y="0"/>
                  </a:cubicBezTo>
                  <a:close/>
                </a:path>
              </a:pathLst>
            </a:custGeom>
            <a:solidFill>
              <a:srgbClr val="F5AA01"/>
            </a:solidFill>
            <a:ln w="9525">
              <a:noFill/>
              <a:round/>
              <a:headEnd/>
              <a:tailEnd/>
            </a:ln>
          </p:spPr>
          <p:txBody>
            <a:bodyPr/>
            <a:lstStyle/>
            <a:p>
              <a:pPr>
                <a:defRPr/>
              </a:pPr>
              <a:endParaRPr lang="en-US" sz="1350">
                <a:latin typeface="Arial" charset="0"/>
              </a:endParaRPr>
            </a:p>
          </p:txBody>
        </p:sp>
        <p:sp>
          <p:nvSpPr>
            <p:cNvPr id="10" name="Freeform 62">
              <a:extLst>
                <a:ext uri="{FF2B5EF4-FFF2-40B4-BE49-F238E27FC236}">
                  <a16:creationId xmlns:a16="http://schemas.microsoft.com/office/drawing/2014/main" id="{E04D3A83-260C-7E81-8F2D-0EE0FBACF2AB}"/>
                </a:ext>
              </a:extLst>
            </p:cNvPr>
            <p:cNvSpPr>
              <a:spLocks/>
            </p:cNvSpPr>
            <p:nvPr userDrawn="1"/>
          </p:nvSpPr>
          <p:spPr bwMode="auto">
            <a:xfrm>
              <a:off x="5632" y="316"/>
              <a:ext cx="102" cy="98"/>
            </a:xfrm>
            <a:custGeom>
              <a:avLst/>
              <a:gdLst/>
              <a:ahLst/>
              <a:cxnLst>
                <a:cxn ang="0">
                  <a:pos x="24" y="0"/>
                </a:cxn>
                <a:cxn ang="0">
                  <a:pos x="26" y="13"/>
                </a:cxn>
                <a:cxn ang="0">
                  <a:pos x="29" y="15"/>
                </a:cxn>
                <a:cxn ang="0">
                  <a:pos x="42" y="15"/>
                </a:cxn>
                <a:cxn ang="0">
                  <a:pos x="30" y="24"/>
                </a:cxn>
                <a:cxn ang="0">
                  <a:pos x="28" y="27"/>
                </a:cxn>
                <a:cxn ang="0">
                  <a:pos x="30" y="40"/>
                </a:cxn>
                <a:cxn ang="0">
                  <a:pos x="30" y="40"/>
                </a:cxn>
                <a:cxn ang="0">
                  <a:pos x="20" y="32"/>
                </a:cxn>
                <a:cxn ang="0">
                  <a:pos x="17" y="32"/>
                </a:cxn>
                <a:cxn ang="0">
                  <a:pos x="4" y="40"/>
                </a:cxn>
                <a:cxn ang="0">
                  <a:pos x="10" y="27"/>
                </a:cxn>
                <a:cxn ang="0">
                  <a:pos x="10" y="24"/>
                </a:cxn>
                <a:cxn ang="0">
                  <a:pos x="0" y="15"/>
                </a:cxn>
                <a:cxn ang="0">
                  <a:pos x="0" y="15"/>
                </a:cxn>
                <a:cxn ang="0">
                  <a:pos x="14" y="15"/>
                </a:cxn>
                <a:cxn ang="0">
                  <a:pos x="17" y="13"/>
                </a:cxn>
                <a:cxn ang="0">
                  <a:pos x="24" y="0"/>
                </a:cxn>
              </a:cxnLst>
              <a:rect l="0" t="0" r="r" b="b"/>
              <a:pathLst>
                <a:path w="42" h="40">
                  <a:moveTo>
                    <a:pt x="24" y="0"/>
                  </a:moveTo>
                  <a:cubicBezTo>
                    <a:pt x="26" y="13"/>
                    <a:pt x="26" y="13"/>
                    <a:pt x="26" y="13"/>
                  </a:cubicBezTo>
                  <a:cubicBezTo>
                    <a:pt x="26" y="15"/>
                    <a:pt x="27" y="15"/>
                    <a:pt x="29" y="15"/>
                  </a:cubicBezTo>
                  <a:cubicBezTo>
                    <a:pt x="29" y="15"/>
                    <a:pt x="42" y="15"/>
                    <a:pt x="42" y="15"/>
                  </a:cubicBezTo>
                  <a:cubicBezTo>
                    <a:pt x="30" y="24"/>
                    <a:pt x="30" y="24"/>
                    <a:pt x="30" y="24"/>
                  </a:cubicBezTo>
                  <a:cubicBezTo>
                    <a:pt x="29" y="24"/>
                    <a:pt x="28" y="26"/>
                    <a:pt x="28" y="27"/>
                  </a:cubicBezTo>
                  <a:cubicBezTo>
                    <a:pt x="28" y="27"/>
                    <a:pt x="30" y="40"/>
                    <a:pt x="30" y="40"/>
                  </a:cubicBezTo>
                  <a:cubicBezTo>
                    <a:pt x="30" y="40"/>
                    <a:pt x="30" y="40"/>
                    <a:pt x="30" y="40"/>
                  </a:cubicBezTo>
                  <a:cubicBezTo>
                    <a:pt x="20" y="32"/>
                    <a:pt x="20" y="32"/>
                    <a:pt x="20" y="32"/>
                  </a:cubicBezTo>
                  <a:cubicBezTo>
                    <a:pt x="19" y="31"/>
                    <a:pt x="18" y="31"/>
                    <a:pt x="17" y="32"/>
                  </a:cubicBezTo>
                  <a:cubicBezTo>
                    <a:pt x="17" y="32"/>
                    <a:pt x="4" y="40"/>
                    <a:pt x="4" y="40"/>
                  </a:cubicBezTo>
                  <a:cubicBezTo>
                    <a:pt x="10" y="27"/>
                    <a:pt x="10" y="27"/>
                    <a:pt x="10" y="27"/>
                  </a:cubicBezTo>
                  <a:cubicBezTo>
                    <a:pt x="11" y="26"/>
                    <a:pt x="11" y="24"/>
                    <a:pt x="10" y="24"/>
                  </a:cubicBezTo>
                  <a:cubicBezTo>
                    <a:pt x="10" y="24"/>
                    <a:pt x="0" y="15"/>
                    <a:pt x="0" y="15"/>
                  </a:cubicBezTo>
                  <a:cubicBezTo>
                    <a:pt x="0" y="15"/>
                    <a:pt x="0" y="15"/>
                    <a:pt x="0" y="15"/>
                  </a:cubicBezTo>
                  <a:cubicBezTo>
                    <a:pt x="14" y="15"/>
                    <a:pt x="14" y="15"/>
                    <a:pt x="14" y="15"/>
                  </a:cubicBezTo>
                  <a:cubicBezTo>
                    <a:pt x="15" y="15"/>
                    <a:pt x="17" y="15"/>
                    <a:pt x="17" y="13"/>
                  </a:cubicBezTo>
                  <a:cubicBezTo>
                    <a:pt x="17" y="13"/>
                    <a:pt x="24" y="0"/>
                    <a:pt x="24" y="0"/>
                  </a:cubicBezTo>
                  <a:close/>
                </a:path>
              </a:pathLst>
            </a:custGeom>
            <a:solidFill>
              <a:srgbClr val="F5AA01"/>
            </a:solidFill>
            <a:ln w="9525">
              <a:noFill/>
              <a:round/>
              <a:headEnd/>
              <a:tailEnd/>
            </a:ln>
          </p:spPr>
          <p:txBody>
            <a:bodyPr/>
            <a:lstStyle/>
            <a:p>
              <a:pPr>
                <a:defRPr/>
              </a:pPr>
              <a:endParaRPr lang="en-US" sz="1350">
                <a:latin typeface="Arial" charset="0"/>
              </a:endParaRPr>
            </a:p>
          </p:txBody>
        </p:sp>
      </p:grpSp>
      <p:sp>
        <p:nvSpPr>
          <p:cNvPr id="11" name="Line 35">
            <a:extLst>
              <a:ext uri="{FF2B5EF4-FFF2-40B4-BE49-F238E27FC236}">
                <a16:creationId xmlns:a16="http://schemas.microsoft.com/office/drawing/2014/main" id="{15DE3BCE-3962-BDF8-4A46-5F68D84849AE}"/>
              </a:ext>
            </a:extLst>
          </p:cNvPr>
          <p:cNvSpPr>
            <a:spLocks noChangeShapeType="1"/>
          </p:cNvSpPr>
          <p:nvPr userDrawn="1"/>
        </p:nvSpPr>
        <p:spPr bwMode="auto">
          <a:xfrm>
            <a:off x="703385" y="0"/>
            <a:ext cx="0" cy="1306116"/>
          </a:xfrm>
          <a:prstGeom prst="line">
            <a:avLst/>
          </a:prstGeom>
          <a:noFill/>
          <a:ln w="6350">
            <a:solidFill>
              <a:schemeClr val="bg1"/>
            </a:solidFill>
            <a:round/>
            <a:headEnd/>
            <a:tailEnd/>
          </a:ln>
        </p:spPr>
        <p:txBody>
          <a:bodyPr/>
          <a:lstStyle/>
          <a:p>
            <a:pPr>
              <a:defRPr/>
            </a:pPr>
            <a:endParaRPr lang="en-US" sz="1350">
              <a:latin typeface="Arial" charset="0"/>
            </a:endParaRPr>
          </a:p>
        </p:txBody>
      </p:sp>
      <p:sp>
        <p:nvSpPr>
          <p:cNvPr id="2" name="Title 1"/>
          <p:cNvSpPr>
            <a:spLocks noGrp="1"/>
          </p:cNvSpPr>
          <p:nvPr>
            <p:ph type="title"/>
          </p:nvPr>
        </p:nvSpPr>
        <p:spPr>
          <a:xfrm>
            <a:off x="2013785" y="2060099"/>
            <a:ext cx="6446769" cy="1350000"/>
          </a:xfrm>
        </p:spPr>
        <p:txBody>
          <a:bodyPr>
            <a:normAutofit/>
          </a:bodyPr>
          <a:lstStyle>
            <a:lvl1pPr algn="l" defTabSz="685800" rtl="0" eaLnBrk="1" latinLnBrk="0" hangingPunct="1">
              <a:spcBef>
                <a:spcPct val="0"/>
              </a:spcBef>
              <a:buNone/>
              <a:defRPr lang="en-NZ" sz="2100" b="1" kern="1200" dirty="0" smtClean="0">
                <a:solidFill>
                  <a:schemeClr val="bg1"/>
                </a:solidFill>
                <a:latin typeface="Arial" pitchFamily="34" charset="0"/>
                <a:ea typeface="+mj-ea"/>
                <a:cs typeface="Arial" pitchFamily="34" charset="0"/>
              </a:defRPr>
            </a:lvl1pPr>
          </a:lstStyle>
          <a:p>
            <a:r>
              <a:rPr lang="en-NZ" noProof="0" dirty="0"/>
              <a:t>Click to edit Master title style</a:t>
            </a:r>
          </a:p>
        </p:txBody>
      </p:sp>
      <p:sp>
        <p:nvSpPr>
          <p:cNvPr id="3" name="Text Placeholder 2"/>
          <p:cNvSpPr>
            <a:spLocks noGrp="1"/>
          </p:cNvSpPr>
          <p:nvPr>
            <p:ph type="body" idx="1"/>
          </p:nvPr>
        </p:nvSpPr>
        <p:spPr>
          <a:xfrm>
            <a:off x="683568" y="2060100"/>
            <a:ext cx="1329231" cy="1350000"/>
          </a:xfrm>
          <a:noFill/>
        </p:spPr>
        <p:txBody>
          <a:bodyPr anchor="ctr">
            <a:noAutofit/>
          </a:bodyPr>
          <a:lstStyle>
            <a:lvl1pPr marL="0" indent="0" algn="r" defTabSz="685800" rtl="0" eaLnBrk="1" latinLnBrk="0" hangingPunct="1">
              <a:spcBef>
                <a:spcPct val="0"/>
              </a:spcBef>
              <a:buFont typeface="Wingdings" pitchFamily="2" charset="2"/>
              <a:buNone/>
              <a:defRPr lang="en-US" sz="7200" b="1" kern="1200" dirty="0" smtClean="0">
                <a:solidFill>
                  <a:schemeClr val="bg2"/>
                </a:solidFill>
                <a:latin typeface="Arial" pitchFamily="34" charset="0"/>
                <a:ea typeface="+mj-ea"/>
                <a:cs typeface="Arial" pitchFamily="34" charset="0"/>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noProof="0"/>
              <a:t>Click to edit Master text styles</a:t>
            </a:r>
          </a:p>
        </p:txBody>
      </p:sp>
      <p:sp>
        <p:nvSpPr>
          <p:cNvPr id="12" name="Footer Placeholder 4">
            <a:extLst>
              <a:ext uri="{FF2B5EF4-FFF2-40B4-BE49-F238E27FC236}">
                <a16:creationId xmlns:a16="http://schemas.microsoft.com/office/drawing/2014/main" id="{3D4D0947-1F39-B388-C85E-DF92E0A900B4}"/>
              </a:ext>
            </a:extLst>
          </p:cNvPr>
          <p:cNvSpPr>
            <a:spLocks noGrp="1"/>
          </p:cNvSpPr>
          <p:nvPr>
            <p:ph type="ftr" sz="quarter" idx="10"/>
          </p:nvPr>
        </p:nvSpPr>
        <p:spPr/>
        <p:txBody>
          <a:bodyPr/>
          <a:lstStyle>
            <a:lvl1pPr>
              <a:defRPr>
                <a:solidFill>
                  <a:schemeClr val="bg1"/>
                </a:solidFill>
              </a:defRPr>
            </a:lvl1pPr>
          </a:lstStyle>
          <a:p>
            <a:pPr>
              <a:defRPr/>
            </a:pPr>
            <a:r>
              <a:t>Confidential – Internal BNZ Discussion Only</a:t>
            </a:r>
          </a:p>
        </p:txBody>
      </p:sp>
    </p:spTree>
    <p:extLst>
      <p:ext uri="{BB962C8B-B14F-4D97-AF65-F5344CB8AC3E}">
        <p14:creationId xmlns:p14="http://schemas.microsoft.com/office/powerpoint/2010/main" val="3783374057"/>
      </p:ext>
    </p:extLst>
  </p:cSld>
  <p:clrMapOvr>
    <a:masterClrMapping/>
  </p:clrMapOvr>
</p:sldLayout>
</file>

<file path=ppt/slideLayouts/slideLayout148.xml><?xml version="1.0" encoding="utf-8"?>
<p:sldLayout xmlns:a="http://schemas.openxmlformats.org/drawingml/2006/main" xmlns:r="http://schemas.openxmlformats.org/officeDocument/2006/relationships" xmlns:p="http://schemas.openxmlformats.org/presentationml/2006/main" type="obj" preserve="1">
  <p:cSld name="Title &amp; Content">
    <p:spTree>
      <p:nvGrpSpPr>
        <p:cNvPr id="1" name=""/>
        <p:cNvGrpSpPr/>
        <p:nvPr/>
      </p:nvGrpSpPr>
      <p:grpSpPr>
        <a:xfrm>
          <a:off x="0" y="0"/>
          <a:ext cx="0" cy="0"/>
          <a:chOff x="0" y="0"/>
          <a:chExt cx="0" cy="0"/>
        </a:xfrm>
      </p:grpSpPr>
      <p:sp>
        <p:nvSpPr>
          <p:cNvPr id="4" name="Line 16">
            <a:extLst>
              <a:ext uri="{FF2B5EF4-FFF2-40B4-BE49-F238E27FC236}">
                <a16:creationId xmlns:a16="http://schemas.microsoft.com/office/drawing/2014/main" id="{07FB7A2A-D20A-7706-C231-B196EAA5D129}"/>
              </a:ext>
            </a:extLst>
          </p:cNvPr>
          <p:cNvSpPr>
            <a:spLocks noChangeShapeType="1"/>
          </p:cNvSpPr>
          <p:nvPr userDrawn="1"/>
        </p:nvSpPr>
        <p:spPr bwMode="auto">
          <a:xfrm>
            <a:off x="172915" y="0"/>
            <a:ext cx="0" cy="681038"/>
          </a:xfrm>
          <a:prstGeom prst="line">
            <a:avLst/>
          </a:prstGeom>
          <a:noFill/>
          <a:ln w="6350">
            <a:solidFill>
              <a:schemeClr val="bg1">
                <a:lumMod val="50000"/>
              </a:schemeClr>
            </a:solidFill>
            <a:round/>
            <a:headEnd/>
            <a:tailEnd/>
          </a:ln>
        </p:spPr>
        <p:txBody>
          <a:bodyPr/>
          <a:lstStyle/>
          <a:p>
            <a:pPr>
              <a:defRPr/>
            </a:pPr>
            <a:endParaRPr lang="en-US" sz="1350">
              <a:latin typeface="Arial" charset="0"/>
            </a:endParaRPr>
          </a:p>
        </p:txBody>
      </p:sp>
      <p:sp>
        <p:nvSpPr>
          <p:cNvPr id="5" name="Line 16">
            <a:extLst>
              <a:ext uri="{FF2B5EF4-FFF2-40B4-BE49-F238E27FC236}">
                <a16:creationId xmlns:a16="http://schemas.microsoft.com/office/drawing/2014/main" id="{996B4A42-EDE0-6A3E-A2AE-1876FAE2D156}"/>
              </a:ext>
            </a:extLst>
          </p:cNvPr>
          <p:cNvSpPr>
            <a:spLocks noChangeShapeType="1"/>
          </p:cNvSpPr>
          <p:nvPr userDrawn="1"/>
        </p:nvSpPr>
        <p:spPr bwMode="auto">
          <a:xfrm>
            <a:off x="9108831" y="4962525"/>
            <a:ext cx="0" cy="180975"/>
          </a:xfrm>
          <a:prstGeom prst="line">
            <a:avLst/>
          </a:prstGeom>
          <a:noFill/>
          <a:ln w="76200">
            <a:solidFill>
              <a:srgbClr val="0A1C42"/>
            </a:solidFill>
            <a:round/>
            <a:headEnd/>
            <a:tailEnd/>
          </a:ln>
        </p:spPr>
        <p:txBody>
          <a:bodyPr/>
          <a:lstStyle/>
          <a:p>
            <a:pPr>
              <a:defRPr/>
            </a:pPr>
            <a:endParaRPr lang="en-US" sz="1350">
              <a:latin typeface="Arial" charset="0"/>
            </a:endParaRPr>
          </a:p>
        </p:txBody>
      </p:sp>
      <p:sp>
        <p:nvSpPr>
          <p:cNvPr id="2" name="Title 1"/>
          <p:cNvSpPr>
            <a:spLocks noGrp="1"/>
          </p:cNvSpPr>
          <p:nvPr>
            <p:ph type="title"/>
          </p:nvPr>
        </p:nvSpPr>
        <p:spPr/>
        <p:txBody>
          <a:bodyPr/>
          <a:lstStyle>
            <a:lvl1pPr>
              <a:defRPr>
                <a:solidFill>
                  <a:schemeClr val="tx2"/>
                </a:solidFill>
              </a:defRPr>
            </a:lvl1pPr>
          </a:lstStyle>
          <a:p>
            <a:r>
              <a:rPr lang="en-NZ" noProof="0" dirty="0"/>
              <a:t>Click to edit Master title style</a:t>
            </a:r>
          </a:p>
        </p:txBody>
      </p:sp>
      <p:sp>
        <p:nvSpPr>
          <p:cNvPr id="3" name="Content Placeholder 2"/>
          <p:cNvSpPr>
            <a:spLocks noGrp="1"/>
          </p:cNvSpPr>
          <p:nvPr>
            <p:ph idx="1"/>
          </p:nvPr>
        </p:nvSpPr>
        <p:spPr/>
        <p:txBody>
          <a:bodyPr>
            <a:normAutofit/>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NZ" noProof="0" dirty="0"/>
              <a:t>Click to edit Master text styles</a:t>
            </a:r>
          </a:p>
          <a:p>
            <a:pPr lvl="1"/>
            <a:r>
              <a:rPr lang="en-NZ" noProof="0" dirty="0"/>
              <a:t>Second level</a:t>
            </a:r>
          </a:p>
          <a:p>
            <a:pPr lvl="2"/>
            <a:r>
              <a:rPr lang="en-NZ" noProof="0" dirty="0"/>
              <a:t>Third level</a:t>
            </a:r>
          </a:p>
          <a:p>
            <a:pPr lvl="3"/>
            <a:r>
              <a:rPr lang="en-NZ" noProof="0" dirty="0"/>
              <a:t>Fourth level</a:t>
            </a:r>
          </a:p>
          <a:p>
            <a:pPr lvl="4"/>
            <a:r>
              <a:rPr lang="en-NZ" noProof="0" dirty="0"/>
              <a:t>Fifth level</a:t>
            </a:r>
          </a:p>
        </p:txBody>
      </p:sp>
      <p:sp>
        <p:nvSpPr>
          <p:cNvPr id="6" name="Footer Placeholder 4">
            <a:extLst>
              <a:ext uri="{FF2B5EF4-FFF2-40B4-BE49-F238E27FC236}">
                <a16:creationId xmlns:a16="http://schemas.microsoft.com/office/drawing/2014/main" id="{1AA3B788-A404-3F3A-AC04-DF4931B6A116}"/>
              </a:ext>
            </a:extLst>
          </p:cNvPr>
          <p:cNvSpPr>
            <a:spLocks noGrp="1"/>
          </p:cNvSpPr>
          <p:nvPr>
            <p:ph type="ftr" sz="quarter" idx="10"/>
          </p:nvPr>
        </p:nvSpPr>
        <p:spPr>
          <a:xfrm>
            <a:off x="3059723" y="4962525"/>
            <a:ext cx="3024554" cy="180975"/>
          </a:xfrm>
        </p:spPr>
        <p:txBody>
          <a:bodyPr/>
          <a:lstStyle>
            <a:lvl1pPr>
              <a:defRPr>
                <a:solidFill>
                  <a:schemeClr val="bg1">
                    <a:lumMod val="50000"/>
                  </a:schemeClr>
                </a:solidFill>
              </a:defRPr>
            </a:lvl1pPr>
          </a:lstStyle>
          <a:p>
            <a:pPr>
              <a:defRPr/>
            </a:pPr>
            <a:r>
              <a:t>Confidential – Internal BNZ Discussion Only</a:t>
            </a:r>
          </a:p>
        </p:txBody>
      </p:sp>
      <p:sp>
        <p:nvSpPr>
          <p:cNvPr id="7" name="Slide Number Placeholder 5">
            <a:extLst>
              <a:ext uri="{FF2B5EF4-FFF2-40B4-BE49-F238E27FC236}">
                <a16:creationId xmlns:a16="http://schemas.microsoft.com/office/drawing/2014/main" id="{778378BE-1F95-10D6-2D9F-9364FDCFC096}"/>
              </a:ext>
            </a:extLst>
          </p:cNvPr>
          <p:cNvSpPr>
            <a:spLocks noGrp="1"/>
          </p:cNvSpPr>
          <p:nvPr>
            <p:ph type="sldNum" sz="quarter" idx="11"/>
          </p:nvPr>
        </p:nvSpPr>
        <p:spPr/>
        <p:txBody>
          <a:bodyPr/>
          <a:lstStyle>
            <a:lvl1pPr>
              <a:defRPr/>
            </a:lvl1pPr>
          </a:lstStyle>
          <a:p>
            <a:fld id="{06EF4574-5D4C-453D-AA26-ABDB2E5A71B4}" type="slidenum">
              <a:rPr lang="en-NZ" altLang="en-US"/>
              <a:pPr/>
              <a:t>‹#›</a:t>
            </a:fld>
            <a:endParaRPr lang="en-NZ" altLang="en-US"/>
          </a:p>
        </p:txBody>
      </p:sp>
    </p:spTree>
    <p:extLst>
      <p:ext uri="{BB962C8B-B14F-4D97-AF65-F5344CB8AC3E}">
        <p14:creationId xmlns:p14="http://schemas.microsoft.com/office/powerpoint/2010/main" val="3095510462"/>
      </p:ext>
    </p:extLst>
  </p:cSld>
  <p:clrMapOvr>
    <a:masterClrMapping/>
  </p:clrMapOvr>
</p:sldLayout>
</file>

<file path=ppt/slideLayouts/slideLayout149.xml><?xml version="1.0" encoding="utf-8"?>
<p:sldLayout xmlns:a="http://schemas.openxmlformats.org/drawingml/2006/main" xmlns:r="http://schemas.openxmlformats.org/officeDocument/2006/relationships" xmlns:p="http://schemas.openxmlformats.org/presentationml/2006/main" preserve="1" userDrawn="1">
  <p:cSld name="Title, Subtitle &amp; Content">
    <p:spTree>
      <p:nvGrpSpPr>
        <p:cNvPr id="1" name=""/>
        <p:cNvGrpSpPr/>
        <p:nvPr/>
      </p:nvGrpSpPr>
      <p:grpSpPr>
        <a:xfrm>
          <a:off x="0" y="0"/>
          <a:ext cx="0" cy="0"/>
          <a:chOff x="0" y="0"/>
          <a:chExt cx="0" cy="0"/>
        </a:xfrm>
      </p:grpSpPr>
      <p:sp>
        <p:nvSpPr>
          <p:cNvPr id="4" name="Line 16">
            <a:extLst>
              <a:ext uri="{FF2B5EF4-FFF2-40B4-BE49-F238E27FC236}">
                <a16:creationId xmlns:a16="http://schemas.microsoft.com/office/drawing/2014/main" id="{9AD8EDC0-FB56-276F-0AB6-47DDBF5B08CA}"/>
              </a:ext>
            </a:extLst>
          </p:cNvPr>
          <p:cNvSpPr>
            <a:spLocks noChangeShapeType="1"/>
          </p:cNvSpPr>
          <p:nvPr userDrawn="1"/>
        </p:nvSpPr>
        <p:spPr bwMode="auto">
          <a:xfrm>
            <a:off x="172915" y="0"/>
            <a:ext cx="0" cy="681038"/>
          </a:xfrm>
          <a:prstGeom prst="line">
            <a:avLst/>
          </a:prstGeom>
          <a:noFill/>
          <a:ln w="6350">
            <a:solidFill>
              <a:schemeClr val="bg1">
                <a:lumMod val="50000"/>
              </a:schemeClr>
            </a:solidFill>
            <a:round/>
            <a:headEnd/>
            <a:tailEnd/>
          </a:ln>
        </p:spPr>
        <p:txBody>
          <a:bodyPr/>
          <a:lstStyle/>
          <a:p>
            <a:pPr>
              <a:defRPr/>
            </a:pPr>
            <a:endParaRPr lang="en-US" sz="1350">
              <a:latin typeface="Arial" charset="0"/>
            </a:endParaRPr>
          </a:p>
        </p:txBody>
      </p:sp>
      <p:sp>
        <p:nvSpPr>
          <p:cNvPr id="5" name="Line 16">
            <a:extLst>
              <a:ext uri="{FF2B5EF4-FFF2-40B4-BE49-F238E27FC236}">
                <a16:creationId xmlns:a16="http://schemas.microsoft.com/office/drawing/2014/main" id="{178E1836-FD19-9776-7B61-7DFBF64C5594}"/>
              </a:ext>
            </a:extLst>
          </p:cNvPr>
          <p:cNvSpPr>
            <a:spLocks noChangeShapeType="1"/>
          </p:cNvSpPr>
          <p:nvPr userDrawn="1"/>
        </p:nvSpPr>
        <p:spPr bwMode="auto">
          <a:xfrm>
            <a:off x="9108831" y="4962525"/>
            <a:ext cx="0" cy="180975"/>
          </a:xfrm>
          <a:prstGeom prst="line">
            <a:avLst/>
          </a:prstGeom>
          <a:noFill/>
          <a:ln w="76200">
            <a:solidFill>
              <a:srgbClr val="0A1C42"/>
            </a:solidFill>
            <a:round/>
            <a:headEnd/>
            <a:tailEnd/>
          </a:ln>
        </p:spPr>
        <p:txBody>
          <a:bodyPr/>
          <a:lstStyle/>
          <a:p>
            <a:pPr>
              <a:defRPr/>
            </a:pPr>
            <a:endParaRPr lang="en-US" sz="1350">
              <a:latin typeface="Arial" charset="0"/>
            </a:endParaRPr>
          </a:p>
        </p:txBody>
      </p:sp>
      <p:sp>
        <p:nvSpPr>
          <p:cNvPr id="2" name="Title 1"/>
          <p:cNvSpPr>
            <a:spLocks noGrp="1"/>
          </p:cNvSpPr>
          <p:nvPr>
            <p:ph type="title"/>
          </p:nvPr>
        </p:nvSpPr>
        <p:spPr/>
        <p:txBody>
          <a:bodyPr>
            <a:normAutofit/>
          </a:bodyPr>
          <a:lstStyle>
            <a:lvl1pPr>
              <a:defRPr sz="1500">
                <a:solidFill>
                  <a:schemeClr val="tx2"/>
                </a:solidFill>
              </a:defRPr>
            </a:lvl1pPr>
          </a:lstStyle>
          <a:p>
            <a:r>
              <a:rPr lang="en-NZ" noProof="0" dirty="0"/>
              <a:t>Click to edit Master title style</a:t>
            </a:r>
          </a:p>
        </p:txBody>
      </p:sp>
      <p:sp>
        <p:nvSpPr>
          <p:cNvPr id="3" name="Content Placeholder 2"/>
          <p:cNvSpPr>
            <a:spLocks noGrp="1"/>
          </p:cNvSpPr>
          <p:nvPr>
            <p:ph idx="1"/>
          </p:nvPr>
        </p:nvSpPr>
        <p:spPr>
          <a:xfrm>
            <a:off x="251520" y="1309896"/>
            <a:ext cx="8640960" cy="3456384"/>
          </a:xfrm>
        </p:spPr>
        <p:txBody>
          <a:bodyPr>
            <a:normAutofit/>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NZ" noProof="0"/>
              <a:t>Click to edit Master text styles</a:t>
            </a:r>
          </a:p>
          <a:p>
            <a:pPr lvl="1"/>
            <a:r>
              <a:rPr lang="en-NZ" noProof="0"/>
              <a:t>Second level</a:t>
            </a:r>
          </a:p>
          <a:p>
            <a:pPr lvl="2"/>
            <a:r>
              <a:rPr lang="en-NZ" noProof="0"/>
              <a:t>Third level</a:t>
            </a:r>
          </a:p>
          <a:p>
            <a:pPr lvl="3"/>
            <a:r>
              <a:rPr lang="en-NZ" noProof="0"/>
              <a:t>Fourth level</a:t>
            </a:r>
          </a:p>
          <a:p>
            <a:pPr lvl="4"/>
            <a:r>
              <a:rPr lang="en-NZ" noProof="0"/>
              <a:t>Fifth level</a:t>
            </a:r>
          </a:p>
        </p:txBody>
      </p:sp>
      <p:sp>
        <p:nvSpPr>
          <p:cNvPr id="7" name="Text Placeholder 2"/>
          <p:cNvSpPr>
            <a:spLocks noGrp="1"/>
          </p:cNvSpPr>
          <p:nvPr>
            <p:ph type="body" idx="13"/>
          </p:nvPr>
        </p:nvSpPr>
        <p:spPr>
          <a:xfrm>
            <a:off x="251520" y="838130"/>
            <a:ext cx="8640960" cy="432048"/>
          </a:xfrm>
          <a:noFill/>
        </p:spPr>
        <p:txBody>
          <a:bodyPr anchor="b">
            <a:normAutofit/>
          </a:bodyPr>
          <a:lstStyle>
            <a:lvl1pPr marL="0" indent="0">
              <a:buNone/>
              <a:defRPr sz="1350" b="1">
                <a:solidFill>
                  <a:srgbClr val="669AD2"/>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NZ" noProof="0" dirty="0"/>
              <a:t>Click to edit Master text styles</a:t>
            </a:r>
          </a:p>
        </p:txBody>
      </p:sp>
      <p:sp>
        <p:nvSpPr>
          <p:cNvPr id="6" name="Slide Number Placeholder 5">
            <a:extLst>
              <a:ext uri="{FF2B5EF4-FFF2-40B4-BE49-F238E27FC236}">
                <a16:creationId xmlns:a16="http://schemas.microsoft.com/office/drawing/2014/main" id="{59408977-863E-1D8E-4ECC-ED0454BC93AA}"/>
              </a:ext>
            </a:extLst>
          </p:cNvPr>
          <p:cNvSpPr>
            <a:spLocks noGrp="1"/>
          </p:cNvSpPr>
          <p:nvPr>
            <p:ph type="sldNum" sz="quarter" idx="14"/>
          </p:nvPr>
        </p:nvSpPr>
        <p:spPr/>
        <p:txBody>
          <a:bodyPr/>
          <a:lstStyle>
            <a:lvl1pPr>
              <a:defRPr>
                <a:solidFill>
                  <a:srgbClr val="8F8F8F"/>
                </a:solidFill>
              </a:defRPr>
            </a:lvl1pPr>
          </a:lstStyle>
          <a:p>
            <a:fld id="{219ADE33-127A-40ED-888B-99101DE463A9}" type="slidenum">
              <a:rPr lang="en-NZ" altLang="en-US"/>
              <a:pPr/>
              <a:t>‹#›</a:t>
            </a:fld>
            <a:endParaRPr lang="en-NZ" altLang="en-US"/>
          </a:p>
        </p:txBody>
      </p:sp>
      <p:sp>
        <p:nvSpPr>
          <p:cNvPr id="8" name="Footer Placeholder 4">
            <a:extLst>
              <a:ext uri="{FF2B5EF4-FFF2-40B4-BE49-F238E27FC236}">
                <a16:creationId xmlns:a16="http://schemas.microsoft.com/office/drawing/2014/main" id="{341E8E67-3622-03AE-CDAC-A6D76CC946B7}"/>
              </a:ext>
            </a:extLst>
          </p:cNvPr>
          <p:cNvSpPr>
            <a:spLocks noGrp="1"/>
          </p:cNvSpPr>
          <p:nvPr>
            <p:ph type="ftr" sz="quarter" idx="15"/>
          </p:nvPr>
        </p:nvSpPr>
        <p:spPr/>
        <p:txBody>
          <a:bodyPr/>
          <a:lstStyle>
            <a:lvl1pPr>
              <a:defRPr>
                <a:solidFill>
                  <a:schemeClr val="tx1">
                    <a:lumMod val="50000"/>
                    <a:lumOff val="50000"/>
                  </a:schemeClr>
                </a:solidFill>
              </a:defRPr>
            </a:lvl1pPr>
          </a:lstStyle>
          <a:p>
            <a:pPr>
              <a:defRPr/>
            </a:pPr>
            <a:r>
              <a:t>Confidential – Internal BNZ Discussion Only</a:t>
            </a:r>
          </a:p>
        </p:txBody>
      </p:sp>
    </p:spTree>
    <p:extLst>
      <p:ext uri="{BB962C8B-B14F-4D97-AF65-F5344CB8AC3E}">
        <p14:creationId xmlns:p14="http://schemas.microsoft.com/office/powerpoint/2010/main" val="3251106394"/>
      </p:ext>
    </p:extLst>
  </p:cSld>
  <p:clrMapOvr>
    <a:masterClrMapping/>
  </p:clrMapOvr>
</p:sldLayout>
</file>

<file path=ppt/slideLayouts/slideLayout150.xml><?xml version="1.0" encoding="utf-8"?>
<p:sldLayout xmlns:a="http://schemas.openxmlformats.org/drawingml/2006/main" xmlns:r="http://schemas.openxmlformats.org/officeDocument/2006/relationships" xmlns:p="http://schemas.openxmlformats.org/presentationml/2006/main" type="twoObj" preserve="1">
  <p:cSld name="Side by Side">
    <p:spTree>
      <p:nvGrpSpPr>
        <p:cNvPr id="1" name=""/>
        <p:cNvGrpSpPr/>
        <p:nvPr/>
      </p:nvGrpSpPr>
      <p:grpSpPr>
        <a:xfrm>
          <a:off x="0" y="0"/>
          <a:ext cx="0" cy="0"/>
          <a:chOff x="0" y="0"/>
          <a:chExt cx="0" cy="0"/>
        </a:xfrm>
      </p:grpSpPr>
      <p:sp>
        <p:nvSpPr>
          <p:cNvPr id="5" name="Line 16">
            <a:extLst>
              <a:ext uri="{FF2B5EF4-FFF2-40B4-BE49-F238E27FC236}">
                <a16:creationId xmlns:a16="http://schemas.microsoft.com/office/drawing/2014/main" id="{84341211-57C3-5920-EF2D-3FB944FD1504}"/>
              </a:ext>
            </a:extLst>
          </p:cNvPr>
          <p:cNvSpPr>
            <a:spLocks noChangeShapeType="1"/>
          </p:cNvSpPr>
          <p:nvPr userDrawn="1"/>
        </p:nvSpPr>
        <p:spPr bwMode="auto">
          <a:xfrm>
            <a:off x="172915" y="0"/>
            <a:ext cx="0" cy="681038"/>
          </a:xfrm>
          <a:prstGeom prst="line">
            <a:avLst/>
          </a:prstGeom>
          <a:noFill/>
          <a:ln w="6350">
            <a:solidFill>
              <a:schemeClr val="bg1">
                <a:lumMod val="50000"/>
              </a:schemeClr>
            </a:solidFill>
            <a:round/>
            <a:headEnd/>
            <a:tailEnd/>
          </a:ln>
        </p:spPr>
        <p:txBody>
          <a:bodyPr/>
          <a:lstStyle/>
          <a:p>
            <a:pPr>
              <a:defRPr/>
            </a:pPr>
            <a:endParaRPr lang="en-US" sz="1350">
              <a:latin typeface="Arial" charset="0"/>
            </a:endParaRPr>
          </a:p>
        </p:txBody>
      </p:sp>
      <p:sp>
        <p:nvSpPr>
          <p:cNvPr id="6" name="Line 16">
            <a:extLst>
              <a:ext uri="{FF2B5EF4-FFF2-40B4-BE49-F238E27FC236}">
                <a16:creationId xmlns:a16="http://schemas.microsoft.com/office/drawing/2014/main" id="{4DC830BF-691E-2A22-A654-DFD179A3B32B}"/>
              </a:ext>
            </a:extLst>
          </p:cNvPr>
          <p:cNvSpPr>
            <a:spLocks noChangeShapeType="1"/>
          </p:cNvSpPr>
          <p:nvPr userDrawn="1"/>
        </p:nvSpPr>
        <p:spPr bwMode="auto">
          <a:xfrm>
            <a:off x="9108831" y="4962525"/>
            <a:ext cx="0" cy="180975"/>
          </a:xfrm>
          <a:prstGeom prst="line">
            <a:avLst/>
          </a:prstGeom>
          <a:noFill/>
          <a:ln w="76200">
            <a:solidFill>
              <a:srgbClr val="0A1C42"/>
            </a:solidFill>
            <a:round/>
            <a:headEnd/>
            <a:tailEnd/>
          </a:ln>
        </p:spPr>
        <p:txBody>
          <a:bodyPr/>
          <a:lstStyle/>
          <a:p>
            <a:pPr>
              <a:defRPr/>
            </a:pPr>
            <a:endParaRPr lang="en-US" sz="1350">
              <a:latin typeface="Arial" charset="0"/>
            </a:endParaRPr>
          </a:p>
        </p:txBody>
      </p:sp>
      <p:sp>
        <p:nvSpPr>
          <p:cNvPr id="2" name="Title 1"/>
          <p:cNvSpPr>
            <a:spLocks noGrp="1"/>
          </p:cNvSpPr>
          <p:nvPr>
            <p:ph type="title"/>
          </p:nvPr>
        </p:nvSpPr>
        <p:spPr/>
        <p:txBody>
          <a:bodyPr/>
          <a:lstStyle>
            <a:lvl1pPr>
              <a:defRPr>
                <a:solidFill>
                  <a:schemeClr val="tx2"/>
                </a:solidFill>
              </a:defRPr>
            </a:lvl1pPr>
          </a:lstStyle>
          <a:p>
            <a:r>
              <a:rPr lang="en-NZ" noProof="0" dirty="0"/>
              <a:t>Click to edit Master title style</a:t>
            </a:r>
          </a:p>
        </p:txBody>
      </p:sp>
      <p:sp>
        <p:nvSpPr>
          <p:cNvPr id="3" name="Content Placeholder 2"/>
          <p:cNvSpPr>
            <a:spLocks noGrp="1"/>
          </p:cNvSpPr>
          <p:nvPr>
            <p:ph sz="half" idx="1"/>
          </p:nvPr>
        </p:nvSpPr>
        <p:spPr>
          <a:xfrm>
            <a:off x="251520" y="951570"/>
            <a:ext cx="4244280" cy="3564396"/>
          </a:xfrm>
        </p:spPr>
        <p:txBody>
          <a:bodyPr>
            <a:normAutofit/>
          </a:bodyPr>
          <a:lstStyle>
            <a:lvl1pPr>
              <a:defRPr sz="1350">
                <a:solidFill>
                  <a:schemeClr val="tx1"/>
                </a:solidFill>
              </a:defRPr>
            </a:lvl1pPr>
            <a:lvl2pPr>
              <a:defRPr sz="1200">
                <a:solidFill>
                  <a:schemeClr val="tx1"/>
                </a:solidFill>
              </a:defRPr>
            </a:lvl2pPr>
            <a:lvl3pPr>
              <a:defRPr sz="1050">
                <a:solidFill>
                  <a:schemeClr val="tx1"/>
                </a:solidFill>
              </a:defRPr>
            </a:lvl3pPr>
            <a:lvl4pPr>
              <a:defRPr sz="1050">
                <a:solidFill>
                  <a:schemeClr val="tx1"/>
                </a:solidFill>
              </a:defRPr>
            </a:lvl4pPr>
            <a:lvl5pPr>
              <a:defRPr sz="900">
                <a:solidFill>
                  <a:schemeClr val="tx1"/>
                </a:solidFill>
              </a:defRPr>
            </a:lvl5pPr>
            <a:lvl6pPr>
              <a:defRPr sz="1350"/>
            </a:lvl6pPr>
            <a:lvl7pPr>
              <a:defRPr sz="1350"/>
            </a:lvl7pPr>
            <a:lvl8pPr>
              <a:defRPr sz="1350"/>
            </a:lvl8pPr>
            <a:lvl9pPr>
              <a:defRPr sz="1350"/>
            </a:lvl9pPr>
          </a:lstStyle>
          <a:p>
            <a:pPr lvl="0"/>
            <a:r>
              <a:rPr lang="en-NZ" noProof="0" dirty="0"/>
              <a:t>Click to edit Master text styles</a:t>
            </a:r>
          </a:p>
          <a:p>
            <a:pPr lvl="1"/>
            <a:r>
              <a:rPr lang="en-NZ" noProof="0" dirty="0"/>
              <a:t>Second level</a:t>
            </a:r>
          </a:p>
          <a:p>
            <a:pPr lvl="2"/>
            <a:r>
              <a:rPr lang="en-NZ" noProof="0" dirty="0"/>
              <a:t>Third level</a:t>
            </a:r>
          </a:p>
          <a:p>
            <a:pPr lvl="3"/>
            <a:r>
              <a:rPr lang="en-NZ" noProof="0" dirty="0"/>
              <a:t>Fourth level</a:t>
            </a:r>
          </a:p>
          <a:p>
            <a:pPr lvl="4"/>
            <a:r>
              <a:rPr lang="en-NZ" noProof="0" dirty="0"/>
              <a:t>Fifth level</a:t>
            </a:r>
          </a:p>
        </p:txBody>
      </p:sp>
      <p:sp>
        <p:nvSpPr>
          <p:cNvPr id="4" name="Content Placeholder 3"/>
          <p:cNvSpPr>
            <a:spLocks noGrp="1"/>
          </p:cNvSpPr>
          <p:nvPr>
            <p:ph sz="half" idx="2"/>
          </p:nvPr>
        </p:nvSpPr>
        <p:spPr>
          <a:xfrm>
            <a:off x="4648200" y="951570"/>
            <a:ext cx="4244280" cy="3564396"/>
          </a:xfrm>
        </p:spPr>
        <p:txBody>
          <a:bodyPr>
            <a:normAutofit/>
          </a:bodyPr>
          <a:lstStyle>
            <a:lvl1pPr>
              <a:defRPr sz="1350">
                <a:solidFill>
                  <a:schemeClr val="tx1"/>
                </a:solidFill>
              </a:defRPr>
            </a:lvl1pPr>
            <a:lvl2pPr>
              <a:defRPr sz="1200">
                <a:solidFill>
                  <a:schemeClr val="tx1"/>
                </a:solidFill>
              </a:defRPr>
            </a:lvl2pPr>
            <a:lvl3pPr>
              <a:defRPr sz="1050">
                <a:solidFill>
                  <a:schemeClr val="tx1"/>
                </a:solidFill>
              </a:defRPr>
            </a:lvl3pPr>
            <a:lvl4pPr>
              <a:defRPr sz="1050">
                <a:solidFill>
                  <a:schemeClr val="tx1"/>
                </a:solidFill>
              </a:defRPr>
            </a:lvl4pPr>
            <a:lvl5pPr>
              <a:defRPr sz="900">
                <a:solidFill>
                  <a:schemeClr val="tx1"/>
                </a:solidFill>
              </a:defRPr>
            </a:lvl5pPr>
            <a:lvl6pPr>
              <a:defRPr sz="1350"/>
            </a:lvl6pPr>
            <a:lvl7pPr>
              <a:defRPr sz="1350"/>
            </a:lvl7pPr>
            <a:lvl8pPr>
              <a:defRPr sz="1350"/>
            </a:lvl8pPr>
            <a:lvl9pPr>
              <a:defRPr sz="1350"/>
            </a:lvl9pPr>
          </a:lstStyle>
          <a:p>
            <a:pPr lvl="0"/>
            <a:r>
              <a:rPr lang="en-NZ" noProof="0" dirty="0"/>
              <a:t>Click to edit Master text styles</a:t>
            </a:r>
          </a:p>
          <a:p>
            <a:pPr lvl="1"/>
            <a:r>
              <a:rPr lang="en-NZ" noProof="0" dirty="0"/>
              <a:t>Second level</a:t>
            </a:r>
          </a:p>
          <a:p>
            <a:pPr lvl="2"/>
            <a:r>
              <a:rPr lang="en-NZ" noProof="0" dirty="0"/>
              <a:t>Third level</a:t>
            </a:r>
          </a:p>
          <a:p>
            <a:pPr lvl="3"/>
            <a:r>
              <a:rPr lang="en-NZ" noProof="0" dirty="0"/>
              <a:t>Fourth level</a:t>
            </a:r>
          </a:p>
          <a:p>
            <a:pPr lvl="4"/>
            <a:r>
              <a:rPr lang="en-NZ" noProof="0" dirty="0"/>
              <a:t>Fifth level</a:t>
            </a:r>
          </a:p>
        </p:txBody>
      </p:sp>
      <p:sp>
        <p:nvSpPr>
          <p:cNvPr id="7" name="Footer Placeholder 5">
            <a:extLst>
              <a:ext uri="{FF2B5EF4-FFF2-40B4-BE49-F238E27FC236}">
                <a16:creationId xmlns:a16="http://schemas.microsoft.com/office/drawing/2014/main" id="{8DED132B-3287-1FDF-05E4-75B924A58923}"/>
              </a:ext>
            </a:extLst>
          </p:cNvPr>
          <p:cNvSpPr>
            <a:spLocks noGrp="1"/>
          </p:cNvSpPr>
          <p:nvPr>
            <p:ph type="ftr" sz="quarter" idx="10"/>
          </p:nvPr>
        </p:nvSpPr>
        <p:spPr/>
        <p:txBody>
          <a:bodyPr/>
          <a:lstStyle>
            <a:lvl1pPr>
              <a:defRPr/>
            </a:lvl1pPr>
          </a:lstStyle>
          <a:p>
            <a:pPr>
              <a:defRPr/>
            </a:pPr>
            <a:r>
              <a:t>Confidential – Internal BNZ Discussion Only</a:t>
            </a:r>
          </a:p>
        </p:txBody>
      </p:sp>
      <p:sp>
        <p:nvSpPr>
          <p:cNvPr id="8" name="Slide Number Placeholder 6">
            <a:extLst>
              <a:ext uri="{FF2B5EF4-FFF2-40B4-BE49-F238E27FC236}">
                <a16:creationId xmlns:a16="http://schemas.microsoft.com/office/drawing/2014/main" id="{95122F9E-4A9C-B55F-91AA-BC57D25E779C}"/>
              </a:ext>
            </a:extLst>
          </p:cNvPr>
          <p:cNvSpPr>
            <a:spLocks noGrp="1"/>
          </p:cNvSpPr>
          <p:nvPr>
            <p:ph type="sldNum" sz="quarter" idx="11"/>
          </p:nvPr>
        </p:nvSpPr>
        <p:spPr/>
        <p:txBody>
          <a:bodyPr/>
          <a:lstStyle>
            <a:lvl1pPr>
              <a:defRPr/>
            </a:lvl1pPr>
          </a:lstStyle>
          <a:p>
            <a:fld id="{4FD7B959-21B9-4281-A62A-9541E1AEBC22}" type="slidenum">
              <a:rPr lang="en-NZ" altLang="en-US"/>
              <a:pPr/>
              <a:t>‹#›</a:t>
            </a:fld>
            <a:endParaRPr lang="en-NZ" altLang="en-US"/>
          </a:p>
        </p:txBody>
      </p:sp>
    </p:spTree>
    <p:extLst>
      <p:ext uri="{BB962C8B-B14F-4D97-AF65-F5344CB8AC3E}">
        <p14:creationId xmlns:p14="http://schemas.microsoft.com/office/powerpoint/2010/main" val="3147890905"/>
      </p:ext>
    </p:extLst>
  </p:cSld>
  <p:clrMapOvr>
    <a:masterClrMapping/>
  </p:clrMapOvr>
</p:sldLayout>
</file>

<file path=ppt/slideLayouts/slideLayout151.xml><?xml version="1.0" encoding="utf-8"?>
<p:sldLayout xmlns:a="http://schemas.openxmlformats.org/drawingml/2006/main" xmlns:r="http://schemas.openxmlformats.org/officeDocument/2006/relationships" xmlns:p="http://schemas.openxmlformats.org/presentationml/2006/main" type="twoTxTwoObj" preserve="1">
  <p:cSld name="Two Point Comparison">
    <p:spTree>
      <p:nvGrpSpPr>
        <p:cNvPr id="1" name=""/>
        <p:cNvGrpSpPr/>
        <p:nvPr/>
      </p:nvGrpSpPr>
      <p:grpSpPr>
        <a:xfrm>
          <a:off x="0" y="0"/>
          <a:ext cx="0" cy="0"/>
          <a:chOff x="0" y="0"/>
          <a:chExt cx="0" cy="0"/>
        </a:xfrm>
      </p:grpSpPr>
      <p:sp>
        <p:nvSpPr>
          <p:cNvPr id="7" name="Line 16">
            <a:extLst>
              <a:ext uri="{FF2B5EF4-FFF2-40B4-BE49-F238E27FC236}">
                <a16:creationId xmlns:a16="http://schemas.microsoft.com/office/drawing/2014/main" id="{FAD15517-9A57-487D-1A86-67AF355C294C}"/>
              </a:ext>
            </a:extLst>
          </p:cNvPr>
          <p:cNvSpPr>
            <a:spLocks noChangeShapeType="1"/>
          </p:cNvSpPr>
          <p:nvPr userDrawn="1"/>
        </p:nvSpPr>
        <p:spPr bwMode="auto">
          <a:xfrm>
            <a:off x="172915" y="0"/>
            <a:ext cx="0" cy="681038"/>
          </a:xfrm>
          <a:prstGeom prst="line">
            <a:avLst/>
          </a:prstGeom>
          <a:noFill/>
          <a:ln w="6350">
            <a:solidFill>
              <a:schemeClr val="bg1">
                <a:lumMod val="50000"/>
              </a:schemeClr>
            </a:solidFill>
            <a:round/>
            <a:headEnd/>
            <a:tailEnd/>
          </a:ln>
        </p:spPr>
        <p:txBody>
          <a:bodyPr/>
          <a:lstStyle/>
          <a:p>
            <a:pPr>
              <a:defRPr/>
            </a:pPr>
            <a:endParaRPr lang="en-US" sz="1350">
              <a:latin typeface="Arial" charset="0"/>
            </a:endParaRPr>
          </a:p>
        </p:txBody>
      </p:sp>
      <p:sp>
        <p:nvSpPr>
          <p:cNvPr id="8" name="Line 16">
            <a:extLst>
              <a:ext uri="{FF2B5EF4-FFF2-40B4-BE49-F238E27FC236}">
                <a16:creationId xmlns:a16="http://schemas.microsoft.com/office/drawing/2014/main" id="{312E53DC-0637-156B-51DF-039377511E4E}"/>
              </a:ext>
            </a:extLst>
          </p:cNvPr>
          <p:cNvSpPr>
            <a:spLocks noChangeShapeType="1"/>
          </p:cNvSpPr>
          <p:nvPr userDrawn="1"/>
        </p:nvSpPr>
        <p:spPr bwMode="auto">
          <a:xfrm>
            <a:off x="9108831" y="4962525"/>
            <a:ext cx="0" cy="180975"/>
          </a:xfrm>
          <a:prstGeom prst="line">
            <a:avLst/>
          </a:prstGeom>
          <a:noFill/>
          <a:ln w="76200">
            <a:solidFill>
              <a:srgbClr val="0A1C42"/>
            </a:solidFill>
            <a:round/>
            <a:headEnd/>
            <a:tailEnd/>
          </a:ln>
        </p:spPr>
        <p:txBody>
          <a:bodyPr/>
          <a:lstStyle/>
          <a:p>
            <a:pPr>
              <a:defRPr/>
            </a:pPr>
            <a:endParaRPr lang="en-US" sz="1350">
              <a:latin typeface="Arial" charset="0"/>
            </a:endParaRPr>
          </a:p>
        </p:txBody>
      </p:sp>
      <p:sp>
        <p:nvSpPr>
          <p:cNvPr id="2" name="Title 1"/>
          <p:cNvSpPr>
            <a:spLocks noGrp="1"/>
          </p:cNvSpPr>
          <p:nvPr>
            <p:ph type="title"/>
          </p:nvPr>
        </p:nvSpPr>
        <p:spPr/>
        <p:txBody>
          <a:bodyPr/>
          <a:lstStyle>
            <a:lvl1pPr>
              <a:defRPr>
                <a:solidFill>
                  <a:schemeClr val="tx2"/>
                </a:solidFill>
              </a:defRPr>
            </a:lvl1pPr>
          </a:lstStyle>
          <a:p>
            <a:r>
              <a:rPr lang="en-NZ" noProof="0" dirty="0"/>
              <a:t>Click to edit Master title style</a:t>
            </a:r>
          </a:p>
        </p:txBody>
      </p:sp>
      <p:sp>
        <p:nvSpPr>
          <p:cNvPr id="3" name="Text Placeholder 2"/>
          <p:cNvSpPr>
            <a:spLocks noGrp="1"/>
          </p:cNvSpPr>
          <p:nvPr>
            <p:ph type="body" idx="1"/>
          </p:nvPr>
        </p:nvSpPr>
        <p:spPr>
          <a:xfrm>
            <a:off x="251521" y="843558"/>
            <a:ext cx="4245868" cy="432048"/>
          </a:xfrm>
          <a:noFill/>
        </p:spPr>
        <p:txBody>
          <a:bodyPr anchor="b">
            <a:normAutofit/>
          </a:bodyPr>
          <a:lstStyle>
            <a:lvl1pPr marL="0" indent="0">
              <a:buNone/>
              <a:defRPr sz="1350" b="1">
                <a:solidFill>
                  <a:srgbClr val="669AD2"/>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NZ" noProof="0" dirty="0"/>
              <a:t>Click to edit Master text styles</a:t>
            </a:r>
          </a:p>
        </p:txBody>
      </p:sp>
      <p:sp>
        <p:nvSpPr>
          <p:cNvPr id="4" name="Content Placeholder 3"/>
          <p:cNvSpPr>
            <a:spLocks noGrp="1"/>
          </p:cNvSpPr>
          <p:nvPr>
            <p:ph sz="half" idx="2"/>
          </p:nvPr>
        </p:nvSpPr>
        <p:spPr>
          <a:xfrm>
            <a:off x="250504" y="1329612"/>
            <a:ext cx="4245868" cy="3132348"/>
          </a:xfrm>
        </p:spPr>
        <p:txBody>
          <a:bodyPr>
            <a:normAutofit/>
          </a:bodyPr>
          <a:lstStyle>
            <a:lvl1pPr>
              <a:defRPr sz="1350">
                <a:solidFill>
                  <a:schemeClr val="tx1"/>
                </a:solidFill>
              </a:defRPr>
            </a:lvl1pPr>
            <a:lvl2pPr>
              <a:defRPr sz="1200">
                <a:solidFill>
                  <a:schemeClr val="tx1"/>
                </a:solidFill>
              </a:defRPr>
            </a:lvl2pPr>
            <a:lvl3pPr>
              <a:defRPr sz="1050">
                <a:solidFill>
                  <a:schemeClr val="tx1"/>
                </a:solidFill>
              </a:defRPr>
            </a:lvl3pPr>
            <a:lvl4pPr>
              <a:defRPr sz="1050">
                <a:solidFill>
                  <a:schemeClr val="tx1"/>
                </a:solidFill>
              </a:defRPr>
            </a:lvl4pPr>
            <a:lvl5pPr>
              <a:defRPr sz="900">
                <a:solidFill>
                  <a:schemeClr val="tx1"/>
                </a:solidFill>
              </a:defRPr>
            </a:lvl5pPr>
            <a:lvl6pPr>
              <a:defRPr sz="1200"/>
            </a:lvl6pPr>
            <a:lvl7pPr>
              <a:defRPr sz="1200"/>
            </a:lvl7pPr>
            <a:lvl8pPr>
              <a:defRPr sz="1200"/>
            </a:lvl8pPr>
            <a:lvl9pPr>
              <a:defRPr sz="1200"/>
            </a:lvl9pPr>
          </a:lstStyle>
          <a:p>
            <a:pPr lvl="0"/>
            <a:r>
              <a:rPr lang="en-NZ" noProof="0" dirty="0"/>
              <a:t>Click to edit Master text styles</a:t>
            </a:r>
          </a:p>
          <a:p>
            <a:pPr lvl="1"/>
            <a:r>
              <a:rPr lang="en-NZ" noProof="0" dirty="0"/>
              <a:t>Second level</a:t>
            </a:r>
          </a:p>
          <a:p>
            <a:pPr lvl="2"/>
            <a:r>
              <a:rPr lang="en-NZ" noProof="0" dirty="0"/>
              <a:t>Third level</a:t>
            </a:r>
          </a:p>
          <a:p>
            <a:pPr lvl="3"/>
            <a:r>
              <a:rPr lang="en-NZ" noProof="0" dirty="0"/>
              <a:t>Fourth level</a:t>
            </a:r>
          </a:p>
          <a:p>
            <a:pPr lvl="4"/>
            <a:r>
              <a:rPr lang="en-NZ" noProof="0" dirty="0"/>
              <a:t>Fifth level</a:t>
            </a:r>
          </a:p>
        </p:txBody>
      </p:sp>
      <p:sp>
        <p:nvSpPr>
          <p:cNvPr id="5" name="Text Placeholder 4"/>
          <p:cNvSpPr>
            <a:spLocks noGrp="1"/>
          </p:cNvSpPr>
          <p:nvPr>
            <p:ph type="body" sz="quarter" idx="3"/>
          </p:nvPr>
        </p:nvSpPr>
        <p:spPr>
          <a:xfrm>
            <a:off x="4645026" y="843558"/>
            <a:ext cx="4247456" cy="432048"/>
          </a:xfrm>
          <a:noFill/>
        </p:spPr>
        <p:txBody>
          <a:bodyPr anchor="b">
            <a:normAutofit/>
          </a:bodyPr>
          <a:lstStyle>
            <a:lvl1pPr marL="0" indent="0">
              <a:buNone/>
              <a:defRPr sz="1350" b="1">
                <a:solidFill>
                  <a:srgbClr val="669AD2"/>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NZ" noProof="0"/>
              <a:t>Click to edit Master text styles</a:t>
            </a:r>
          </a:p>
        </p:txBody>
      </p:sp>
      <p:sp>
        <p:nvSpPr>
          <p:cNvPr id="6" name="Content Placeholder 5"/>
          <p:cNvSpPr>
            <a:spLocks noGrp="1"/>
          </p:cNvSpPr>
          <p:nvPr>
            <p:ph sz="quarter" idx="4"/>
          </p:nvPr>
        </p:nvSpPr>
        <p:spPr>
          <a:xfrm>
            <a:off x="4644009" y="1329612"/>
            <a:ext cx="4247456" cy="3132348"/>
          </a:xfrm>
        </p:spPr>
        <p:txBody>
          <a:bodyPr>
            <a:normAutofit/>
          </a:bodyPr>
          <a:lstStyle>
            <a:lvl1pPr>
              <a:defRPr sz="1350">
                <a:solidFill>
                  <a:schemeClr val="tx1"/>
                </a:solidFill>
              </a:defRPr>
            </a:lvl1pPr>
            <a:lvl2pPr>
              <a:defRPr sz="1200">
                <a:solidFill>
                  <a:schemeClr val="tx1"/>
                </a:solidFill>
              </a:defRPr>
            </a:lvl2pPr>
            <a:lvl3pPr>
              <a:defRPr sz="1050">
                <a:solidFill>
                  <a:schemeClr val="tx1"/>
                </a:solidFill>
              </a:defRPr>
            </a:lvl3pPr>
            <a:lvl4pPr>
              <a:defRPr sz="1050">
                <a:solidFill>
                  <a:schemeClr val="tx1"/>
                </a:solidFill>
              </a:defRPr>
            </a:lvl4pPr>
            <a:lvl5pPr>
              <a:defRPr sz="900">
                <a:solidFill>
                  <a:schemeClr val="tx1"/>
                </a:solidFill>
              </a:defRPr>
            </a:lvl5pPr>
            <a:lvl6pPr>
              <a:defRPr sz="1200"/>
            </a:lvl6pPr>
            <a:lvl7pPr>
              <a:defRPr sz="1200"/>
            </a:lvl7pPr>
            <a:lvl8pPr>
              <a:defRPr sz="1200"/>
            </a:lvl8pPr>
            <a:lvl9pPr>
              <a:defRPr sz="1200"/>
            </a:lvl9pPr>
          </a:lstStyle>
          <a:p>
            <a:pPr lvl="0"/>
            <a:r>
              <a:rPr lang="en-NZ" noProof="0" dirty="0"/>
              <a:t>Click to edit Master text styles</a:t>
            </a:r>
          </a:p>
          <a:p>
            <a:pPr lvl="1"/>
            <a:r>
              <a:rPr lang="en-NZ" noProof="0" dirty="0"/>
              <a:t>Second level</a:t>
            </a:r>
          </a:p>
          <a:p>
            <a:pPr lvl="2"/>
            <a:r>
              <a:rPr lang="en-NZ" noProof="0" dirty="0"/>
              <a:t>Third level</a:t>
            </a:r>
          </a:p>
          <a:p>
            <a:pPr lvl="3"/>
            <a:r>
              <a:rPr lang="en-NZ" noProof="0" dirty="0"/>
              <a:t>Fourth level</a:t>
            </a:r>
          </a:p>
          <a:p>
            <a:pPr lvl="4"/>
            <a:r>
              <a:rPr lang="en-NZ" noProof="0" dirty="0"/>
              <a:t>Fifth level</a:t>
            </a:r>
          </a:p>
        </p:txBody>
      </p:sp>
      <p:sp>
        <p:nvSpPr>
          <p:cNvPr id="9" name="Footer Placeholder 7">
            <a:extLst>
              <a:ext uri="{FF2B5EF4-FFF2-40B4-BE49-F238E27FC236}">
                <a16:creationId xmlns:a16="http://schemas.microsoft.com/office/drawing/2014/main" id="{BB66A65D-BA7B-6437-3F57-34365C965C21}"/>
              </a:ext>
            </a:extLst>
          </p:cNvPr>
          <p:cNvSpPr>
            <a:spLocks noGrp="1"/>
          </p:cNvSpPr>
          <p:nvPr>
            <p:ph type="ftr" sz="quarter" idx="10"/>
          </p:nvPr>
        </p:nvSpPr>
        <p:spPr/>
        <p:txBody>
          <a:bodyPr/>
          <a:lstStyle>
            <a:lvl1pPr>
              <a:defRPr/>
            </a:lvl1pPr>
          </a:lstStyle>
          <a:p>
            <a:pPr>
              <a:defRPr/>
            </a:pPr>
            <a:r>
              <a:t>Confidential – Internal BNZ Discussion Only</a:t>
            </a:r>
          </a:p>
        </p:txBody>
      </p:sp>
      <p:sp>
        <p:nvSpPr>
          <p:cNvPr id="10" name="Slide Number Placeholder 8">
            <a:extLst>
              <a:ext uri="{FF2B5EF4-FFF2-40B4-BE49-F238E27FC236}">
                <a16:creationId xmlns:a16="http://schemas.microsoft.com/office/drawing/2014/main" id="{FB2F7CE0-3858-309A-81C1-C238E9214276}"/>
              </a:ext>
            </a:extLst>
          </p:cNvPr>
          <p:cNvSpPr>
            <a:spLocks noGrp="1"/>
          </p:cNvSpPr>
          <p:nvPr>
            <p:ph type="sldNum" sz="quarter" idx="11"/>
          </p:nvPr>
        </p:nvSpPr>
        <p:spPr/>
        <p:txBody>
          <a:bodyPr/>
          <a:lstStyle>
            <a:lvl1pPr>
              <a:defRPr/>
            </a:lvl1pPr>
          </a:lstStyle>
          <a:p>
            <a:fld id="{456C04D5-3C23-4C74-AAC9-F4DC3402A243}" type="slidenum">
              <a:rPr lang="en-NZ" altLang="en-US"/>
              <a:pPr/>
              <a:t>‹#›</a:t>
            </a:fld>
            <a:endParaRPr lang="en-NZ" altLang="en-US"/>
          </a:p>
        </p:txBody>
      </p:sp>
    </p:spTree>
    <p:extLst>
      <p:ext uri="{BB962C8B-B14F-4D97-AF65-F5344CB8AC3E}">
        <p14:creationId xmlns:p14="http://schemas.microsoft.com/office/powerpoint/2010/main" val="675047797"/>
      </p:ext>
    </p:extLst>
  </p:cSld>
  <p:clrMapOvr>
    <a:masterClrMapping/>
  </p:clrMapOvr>
</p:sldLayout>
</file>

<file path=ppt/slideLayouts/slideLayout152.xml><?xml version="1.0" encoding="utf-8"?>
<p:sldLayout xmlns:a="http://schemas.openxmlformats.org/drawingml/2006/main" xmlns:r="http://schemas.openxmlformats.org/officeDocument/2006/relationships" xmlns:p="http://schemas.openxmlformats.org/presentationml/2006/main" preserve="1" userDrawn="1">
  <p:cSld name="Text &amp; Graphic Content">
    <p:spTree>
      <p:nvGrpSpPr>
        <p:cNvPr id="1" name=""/>
        <p:cNvGrpSpPr/>
        <p:nvPr/>
      </p:nvGrpSpPr>
      <p:grpSpPr>
        <a:xfrm>
          <a:off x="0" y="0"/>
          <a:ext cx="0" cy="0"/>
          <a:chOff x="0" y="0"/>
          <a:chExt cx="0" cy="0"/>
        </a:xfrm>
      </p:grpSpPr>
      <p:sp>
        <p:nvSpPr>
          <p:cNvPr id="4" name="Line 16">
            <a:extLst>
              <a:ext uri="{FF2B5EF4-FFF2-40B4-BE49-F238E27FC236}">
                <a16:creationId xmlns:a16="http://schemas.microsoft.com/office/drawing/2014/main" id="{69FD61B7-1B16-52EB-4B6E-0F826BE17C5A}"/>
              </a:ext>
            </a:extLst>
          </p:cNvPr>
          <p:cNvSpPr>
            <a:spLocks noChangeShapeType="1"/>
          </p:cNvSpPr>
          <p:nvPr userDrawn="1"/>
        </p:nvSpPr>
        <p:spPr bwMode="auto">
          <a:xfrm>
            <a:off x="172915" y="0"/>
            <a:ext cx="0" cy="681038"/>
          </a:xfrm>
          <a:prstGeom prst="line">
            <a:avLst/>
          </a:prstGeom>
          <a:noFill/>
          <a:ln w="6350">
            <a:solidFill>
              <a:schemeClr val="bg1">
                <a:lumMod val="50000"/>
              </a:schemeClr>
            </a:solidFill>
            <a:round/>
            <a:headEnd/>
            <a:tailEnd/>
          </a:ln>
        </p:spPr>
        <p:txBody>
          <a:bodyPr/>
          <a:lstStyle/>
          <a:p>
            <a:pPr>
              <a:defRPr/>
            </a:pPr>
            <a:endParaRPr lang="en-US" sz="1350">
              <a:latin typeface="Arial" charset="0"/>
            </a:endParaRPr>
          </a:p>
        </p:txBody>
      </p:sp>
      <p:sp>
        <p:nvSpPr>
          <p:cNvPr id="5" name="Line 16">
            <a:extLst>
              <a:ext uri="{FF2B5EF4-FFF2-40B4-BE49-F238E27FC236}">
                <a16:creationId xmlns:a16="http://schemas.microsoft.com/office/drawing/2014/main" id="{FAC04881-3D62-077A-441A-F2E15A4A049F}"/>
              </a:ext>
            </a:extLst>
          </p:cNvPr>
          <p:cNvSpPr>
            <a:spLocks noChangeShapeType="1"/>
          </p:cNvSpPr>
          <p:nvPr userDrawn="1"/>
        </p:nvSpPr>
        <p:spPr bwMode="auto">
          <a:xfrm>
            <a:off x="9108831" y="4962525"/>
            <a:ext cx="0" cy="180975"/>
          </a:xfrm>
          <a:prstGeom prst="line">
            <a:avLst/>
          </a:prstGeom>
          <a:noFill/>
          <a:ln w="76200">
            <a:solidFill>
              <a:srgbClr val="0A1C42"/>
            </a:solidFill>
            <a:round/>
            <a:headEnd/>
            <a:tailEnd/>
          </a:ln>
        </p:spPr>
        <p:txBody>
          <a:bodyPr/>
          <a:lstStyle/>
          <a:p>
            <a:pPr>
              <a:defRPr/>
            </a:pPr>
            <a:endParaRPr lang="en-US" sz="1350">
              <a:latin typeface="Arial" charset="0"/>
            </a:endParaRPr>
          </a:p>
        </p:txBody>
      </p:sp>
      <p:sp>
        <p:nvSpPr>
          <p:cNvPr id="2" name="Title 1"/>
          <p:cNvSpPr>
            <a:spLocks noGrp="1"/>
          </p:cNvSpPr>
          <p:nvPr>
            <p:ph type="title"/>
          </p:nvPr>
        </p:nvSpPr>
        <p:spPr/>
        <p:txBody>
          <a:bodyPr/>
          <a:lstStyle>
            <a:lvl1pPr>
              <a:defRPr>
                <a:solidFill>
                  <a:schemeClr val="tx2"/>
                </a:solidFill>
              </a:defRPr>
            </a:lvl1pPr>
          </a:lstStyle>
          <a:p>
            <a:r>
              <a:rPr lang="en-NZ" noProof="0" dirty="0"/>
              <a:t>Click to edit Master title style</a:t>
            </a:r>
          </a:p>
        </p:txBody>
      </p:sp>
      <p:sp>
        <p:nvSpPr>
          <p:cNvPr id="3" name="Content Placeholder 2"/>
          <p:cNvSpPr>
            <a:spLocks noGrp="1"/>
          </p:cNvSpPr>
          <p:nvPr>
            <p:ph sz="half" idx="1"/>
          </p:nvPr>
        </p:nvSpPr>
        <p:spPr>
          <a:xfrm>
            <a:off x="251520" y="951571"/>
            <a:ext cx="8640960" cy="1782198"/>
          </a:xfrm>
        </p:spPr>
        <p:txBody>
          <a:bodyPr>
            <a:normAutofit/>
          </a:bodyPr>
          <a:lstStyle>
            <a:lvl1pPr>
              <a:defRPr sz="1200">
                <a:solidFill>
                  <a:schemeClr val="tx1"/>
                </a:solidFill>
              </a:defRPr>
            </a:lvl1pPr>
            <a:lvl2pPr>
              <a:defRPr sz="1050">
                <a:solidFill>
                  <a:schemeClr val="tx1"/>
                </a:solidFill>
              </a:defRPr>
            </a:lvl2pPr>
            <a:lvl3pPr>
              <a:defRPr sz="900">
                <a:solidFill>
                  <a:schemeClr val="tx1"/>
                </a:solidFill>
              </a:defRPr>
            </a:lvl3pPr>
            <a:lvl4pPr>
              <a:defRPr sz="900">
                <a:solidFill>
                  <a:schemeClr val="tx1"/>
                </a:solidFill>
              </a:defRPr>
            </a:lvl4pPr>
            <a:lvl5pPr>
              <a:defRPr sz="825">
                <a:solidFill>
                  <a:schemeClr val="tx1"/>
                </a:solidFill>
              </a:defRPr>
            </a:lvl5pPr>
            <a:lvl6pPr>
              <a:defRPr sz="1350"/>
            </a:lvl6pPr>
            <a:lvl7pPr>
              <a:defRPr sz="1350"/>
            </a:lvl7pPr>
            <a:lvl8pPr>
              <a:defRPr sz="1350"/>
            </a:lvl8pPr>
            <a:lvl9pPr>
              <a:defRPr sz="1350"/>
            </a:lvl9pPr>
          </a:lstStyle>
          <a:p>
            <a:pPr lvl="0"/>
            <a:r>
              <a:rPr lang="en-NZ" noProof="0" dirty="0"/>
              <a:t>Click to edit Master text styles</a:t>
            </a:r>
          </a:p>
          <a:p>
            <a:pPr lvl="1"/>
            <a:r>
              <a:rPr lang="en-NZ" noProof="0" dirty="0"/>
              <a:t>Second level</a:t>
            </a:r>
          </a:p>
          <a:p>
            <a:pPr lvl="2"/>
            <a:r>
              <a:rPr lang="en-NZ" noProof="0" dirty="0"/>
              <a:t>Third level</a:t>
            </a:r>
          </a:p>
          <a:p>
            <a:pPr lvl="3"/>
            <a:r>
              <a:rPr lang="en-NZ" noProof="0" dirty="0"/>
              <a:t>Fourth level</a:t>
            </a:r>
          </a:p>
          <a:p>
            <a:pPr lvl="4"/>
            <a:r>
              <a:rPr lang="en-NZ" noProof="0" dirty="0"/>
              <a:t>Fifth level</a:t>
            </a:r>
          </a:p>
        </p:txBody>
      </p:sp>
      <p:sp>
        <p:nvSpPr>
          <p:cNvPr id="8" name="Content Placeholder 2"/>
          <p:cNvSpPr>
            <a:spLocks noGrp="1"/>
          </p:cNvSpPr>
          <p:nvPr>
            <p:ph sz="half" idx="13"/>
          </p:nvPr>
        </p:nvSpPr>
        <p:spPr>
          <a:xfrm>
            <a:off x="251520" y="2841780"/>
            <a:ext cx="8640960" cy="1782198"/>
          </a:xfrm>
        </p:spPr>
        <p:txBody>
          <a:bodyPr>
            <a:normAutofit/>
          </a:bodyPr>
          <a:lstStyle>
            <a:lvl1pPr>
              <a:defRPr sz="1200">
                <a:solidFill>
                  <a:schemeClr val="tx1"/>
                </a:solidFill>
              </a:defRPr>
            </a:lvl1pPr>
            <a:lvl2pPr>
              <a:defRPr sz="1050">
                <a:solidFill>
                  <a:schemeClr val="tx1"/>
                </a:solidFill>
              </a:defRPr>
            </a:lvl2pPr>
            <a:lvl3pPr>
              <a:defRPr sz="900">
                <a:solidFill>
                  <a:schemeClr val="tx1"/>
                </a:solidFill>
              </a:defRPr>
            </a:lvl3pPr>
            <a:lvl4pPr>
              <a:defRPr sz="900">
                <a:solidFill>
                  <a:schemeClr val="tx1"/>
                </a:solidFill>
              </a:defRPr>
            </a:lvl4pPr>
            <a:lvl5pPr>
              <a:defRPr sz="825">
                <a:solidFill>
                  <a:schemeClr val="tx1"/>
                </a:solidFill>
              </a:defRPr>
            </a:lvl5pPr>
            <a:lvl6pPr>
              <a:defRPr sz="1350"/>
            </a:lvl6pPr>
            <a:lvl7pPr>
              <a:defRPr sz="1350"/>
            </a:lvl7pPr>
            <a:lvl8pPr>
              <a:defRPr sz="1350"/>
            </a:lvl8pPr>
            <a:lvl9pPr>
              <a:defRPr sz="1350"/>
            </a:lvl9pPr>
          </a:lstStyle>
          <a:p>
            <a:pPr lvl="0"/>
            <a:r>
              <a:rPr lang="en-NZ" noProof="0" dirty="0"/>
              <a:t>Click to edit Master text styles</a:t>
            </a:r>
          </a:p>
          <a:p>
            <a:pPr lvl="1"/>
            <a:r>
              <a:rPr lang="en-NZ" noProof="0" dirty="0"/>
              <a:t>Second level</a:t>
            </a:r>
          </a:p>
          <a:p>
            <a:pPr lvl="2"/>
            <a:r>
              <a:rPr lang="en-NZ" noProof="0" dirty="0"/>
              <a:t>Third level</a:t>
            </a:r>
          </a:p>
          <a:p>
            <a:pPr lvl="3"/>
            <a:r>
              <a:rPr lang="en-NZ" noProof="0" dirty="0"/>
              <a:t>Fourth level</a:t>
            </a:r>
          </a:p>
          <a:p>
            <a:pPr lvl="4"/>
            <a:r>
              <a:rPr lang="en-NZ" noProof="0" dirty="0"/>
              <a:t>Fifth level</a:t>
            </a:r>
          </a:p>
        </p:txBody>
      </p:sp>
      <p:sp>
        <p:nvSpPr>
          <p:cNvPr id="6" name="Footer Placeholder 5">
            <a:extLst>
              <a:ext uri="{FF2B5EF4-FFF2-40B4-BE49-F238E27FC236}">
                <a16:creationId xmlns:a16="http://schemas.microsoft.com/office/drawing/2014/main" id="{F97E7B99-B2C1-C997-C2B6-622EEAA5DF1B}"/>
              </a:ext>
            </a:extLst>
          </p:cNvPr>
          <p:cNvSpPr>
            <a:spLocks noGrp="1"/>
          </p:cNvSpPr>
          <p:nvPr>
            <p:ph type="ftr" sz="quarter" idx="14"/>
          </p:nvPr>
        </p:nvSpPr>
        <p:spPr/>
        <p:txBody>
          <a:bodyPr/>
          <a:lstStyle>
            <a:lvl1pPr>
              <a:defRPr/>
            </a:lvl1pPr>
          </a:lstStyle>
          <a:p>
            <a:pPr>
              <a:defRPr/>
            </a:pPr>
            <a:r>
              <a:t>Confidential – Internal BNZ Discussion Only</a:t>
            </a:r>
          </a:p>
        </p:txBody>
      </p:sp>
      <p:sp>
        <p:nvSpPr>
          <p:cNvPr id="7" name="Slide Number Placeholder 6">
            <a:extLst>
              <a:ext uri="{FF2B5EF4-FFF2-40B4-BE49-F238E27FC236}">
                <a16:creationId xmlns:a16="http://schemas.microsoft.com/office/drawing/2014/main" id="{346FA28B-870E-0B2D-FEA2-54E400B0CDD2}"/>
              </a:ext>
            </a:extLst>
          </p:cNvPr>
          <p:cNvSpPr>
            <a:spLocks noGrp="1"/>
          </p:cNvSpPr>
          <p:nvPr>
            <p:ph type="sldNum" sz="quarter" idx="15"/>
          </p:nvPr>
        </p:nvSpPr>
        <p:spPr/>
        <p:txBody>
          <a:bodyPr/>
          <a:lstStyle>
            <a:lvl1pPr>
              <a:defRPr/>
            </a:lvl1pPr>
          </a:lstStyle>
          <a:p>
            <a:fld id="{8A04DC9C-F81B-4227-A94C-FC1E72690E29}" type="slidenum">
              <a:rPr lang="en-NZ" altLang="en-US"/>
              <a:pPr/>
              <a:t>‹#›</a:t>
            </a:fld>
            <a:endParaRPr lang="en-NZ" altLang="en-US"/>
          </a:p>
        </p:txBody>
      </p:sp>
    </p:spTree>
    <p:extLst>
      <p:ext uri="{BB962C8B-B14F-4D97-AF65-F5344CB8AC3E}">
        <p14:creationId xmlns:p14="http://schemas.microsoft.com/office/powerpoint/2010/main" val="2706059543"/>
      </p:ext>
    </p:extLst>
  </p:cSld>
  <p:clrMapOvr>
    <a:masterClrMapping/>
  </p:clrMapOvr>
</p:sldLayout>
</file>

<file path=ppt/slideLayouts/slideLayout153.xml><?xml version="1.0" encoding="utf-8"?>
<p:sldLayout xmlns:a="http://schemas.openxmlformats.org/drawingml/2006/main" xmlns:r="http://schemas.openxmlformats.org/officeDocument/2006/relationships" xmlns:p="http://schemas.openxmlformats.org/presentationml/2006/main" preserve="1" userDrawn="1">
  <p:cSld name="Text &amp; Graphic Content with Subtitles">
    <p:spTree>
      <p:nvGrpSpPr>
        <p:cNvPr id="1" name=""/>
        <p:cNvGrpSpPr/>
        <p:nvPr/>
      </p:nvGrpSpPr>
      <p:grpSpPr>
        <a:xfrm>
          <a:off x="0" y="0"/>
          <a:ext cx="0" cy="0"/>
          <a:chOff x="0" y="0"/>
          <a:chExt cx="0" cy="0"/>
        </a:xfrm>
      </p:grpSpPr>
      <p:sp>
        <p:nvSpPr>
          <p:cNvPr id="5" name="Line 16">
            <a:extLst>
              <a:ext uri="{FF2B5EF4-FFF2-40B4-BE49-F238E27FC236}">
                <a16:creationId xmlns:a16="http://schemas.microsoft.com/office/drawing/2014/main" id="{820CA38B-8B39-7497-CBDB-4F200C5E7D0C}"/>
              </a:ext>
            </a:extLst>
          </p:cNvPr>
          <p:cNvSpPr>
            <a:spLocks noChangeShapeType="1"/>
          </p:cNvSpPr>
          <p:nvPr userDrawn="1"/>
        </p:nvSpPr>
        <p:spPr bwMode="auto">
          <a:xfrm>
            <a:off x="172915" y="0"/>
            <a:ext cx="0" cy="681038"/>
          </a:xfrm>
          <a:prstGeom prst="line">
            <a:avLst/>
          </a:prstGeom>
          <a:noFill/>
          <a:ln w="6350">
            <a:solidFill>
              <a:schemeClr val="bg1">
                <a:lumMod val="50000"/>
              </a:schemeClr>
            </a:solidFill>
            <a:round/>
            <a:headEnd/>
            <a:tailEnd/>
          </a:ln>
        </p:spPr>
        <p:txBody>
          <a:bodyPr/>
          <a:lstStyle/>
          <a:p>
            <a:pPr>
              <a:defRPr/>
            </a:pPr>
            <a:endParaRPr lang="en-US" sz="1350">
              <a:latin typeface="Arial" charset="0"/>
            </a:endParaRPr>
          </a:p>
        </p:txBody>
      </p:sp>
      <p:sp>
        <p:nvSpPr>
          <p:cNvPr id="6" name="Line 16">
            <a:extLst>
              <a:ext uri="{FF2B5EF4-FFF2-40B4-BE49-F238E27FC236}">
                <a16:creationId xmlns:a16="http://schemas.microsoft.com/office/drawing/2014/main" id="{AF0488BB-C214-0E85-6B87-DA7440C4C92F}"/>
              </a:ext>
            </a:extLst>
          </p:cNvPr>
          <p:cNvSpPr>
            <a:spLocks noChangeShapeType="1"/>
          </p:cNvSpPr>
          <p:nvPr userDrawn="1"/>
        </p:nvSpPr>
        <p:spPr bwMode="auto">
          <a:xfrm>
            <a:off x="9108831" y="4962525"/>
            <a:ext cx="0" cy="180975"/>
          </a:xfrm>
          <a:prstGeom prst="line">
            <a:avLst/>
          </a:prstGeom>
          <a:noFill/>
          <a:ln w="76200">
            <a:solidFill>
              <a:srgbClr val="0A1C42"/>
            </a:solidFill>
            <a:round/>
            <a:headEnd/>
            <a:tailEnd/>
          </a:ln>
        </p:spPr>
        <p:txBody>
          <a:bodyPr/>
          <a:lstStyle/>
          <a:p>
            <a:pPr>
              <a:defRPr/>
            </a:pPr>
            <a:endParaRPr lang="en-US" sz="1350">
              <a:latin typeface="Arial" charset="0"/>
            </a:endParaRPr>
          </a:p>
        </p:txBody>
      </p:sp>
      <p:sp>
        <p:nvSpPr>
          <p:cNvPr id="2" name="Title 1"/>
          <p:cNvSpPr>
            <a:spLocks noGrp="1"/>
          </p:cNvSpPr>
          <p:nvPr>
            <p:ph type="title"/>
          </p:nvPr>
        </p:nvSpPr>
        <p:spPr/>
        <p:txBody>
          <a:bodyPr/>
          <a:lstStyle>
            <a:lvl1pPr>
              <a:defRPr>
                <a:solidFill>
                  <a:schemeClr val="tx2"/>
                </a:solidFill>
              </a:defRPr>
            </a:lvl1pPr>
          </a:lstStyle>
          <a:p>
            <a:r>
              <a:rPr lang="en-NZ" noProof="0"/>
              <a:t>Click to edit Master title style</a:t>
            </a:r>
          </a:p>
        </p:txBody>
      </p:sp>
      <p:sp>
        <p:nvSpPr>
          <p:cNvPr id="3" name="Text Placeholder 2"/>
          <p:cNvSpPr>
            <a:spLocks noGrp="1"/>
          </p:cNvSpPr>
          <p:nvPr>
            <p:ph type="body" idx="1"/>
          </p:nvPr>
        </p:nvSpPr>
        <p:spPr>
          <a:xfrm>
            <a:off x="251520" y="842700"/>
            <a:ext cx="8640960" cy="270030"/>
          </a:xfrm>
          <a:noFill/>
        </p:spPr>
        <p:txBody>
          <a:bodyPr anchor="b">
            <a:noAutofit/>
          </a:bodyPr>
          <a:lstStyle>
            <a:lvl1pPr marL="0" indent="0">
              <a:buNone/>
              <a:defRPr sz="1350" b="1">
                <a:solidFill>
                  <a:srgbClr val="669AD2"/>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NZ" noProof="0" dirty="0"/>
              <a:t>Click to edit Master text styles</a:t>
            </a:r>
          </a:p>
        </p:txBody>
      </p:sp>
      <p:sp>
        <p:nvSpPr>
          <p:cNvPr id="4" name="Content Placeholder 3"/>
          <p:cNvSpPr>
            <a:spLocks noGrp="1"/>
          </p:cNvSpPr>
          <p:nvPr>
            <p:ph sz="half" idx="2"/>
          </p:nvPr>
        </p:nvSpPr>
        <p:spPr>
          <a:xfrm>
            <a:off x="251520" y="1166736"/>
            <a:ext cx="8640960" cy="1620180"/>
          </a:xfrm>
        </p:spPr>
        <p:txBody>
          <a:bodyPr>
            <a:normAutofit/>
          </a:bodyPr>
          <a:lstStyle>
            <a:lvl1pPr>
              <a:defRPr sz="1200">
                <a:solidFill>
                  <a:schemeClr val="tx1"/>
                </a:solidFill>
              </a:defRPr>
            </a:lvl1pPr>
            <a:lvl2pPr>
              <a:defRPr sz="1050">
                <a:solidFill>
                  <a:schemeClr val="tx1"/>
                </a:solidFill>
              </a:defRPr>
            </a:lvl2pPr>
            <a:lvl3pPr>
              <a:defRPr sz="900">
                <a:solidFill>
                  <a:schemeClr val="tx1"/>
                </a:solidFill>
              </a:defRPr>
            </a:lvl3pPr>
            <a:lvl4pPr>
              <a:defRPr sz="900">
                <a:solidFill>
                  <a:schemeClr val="tx1"/>
                </a:solidFill>
              </a:defRPr>
            </a:lvl4pPr>
            <a:lvl5pPr>
              <a:defRPr sz="825">
                <a:solidFill>
                  <a:schemeClr val="tx1"/>
                </a:solidFill>
              </a:defRPr>
            </a:lvl5pPr>
            <a:lvl6pPr>
              <a:defRPr sz="1200"/>
            </a:lvl6pPr>
            <a:lvl7pPr>
              <a:defRPr sz="1200"/>
            </a:lvl7pPr>
            <a:lvl8pPr>
              <a:defRPr sz="1200"/>
            </a:lvl8pPr>
            <a:lvl9pPr>
              <a:defRPr sz="1200"/>
            </a:lvl9pPr>
          </a:lstStyle>
          <a:p>
            <a:pPr lvl="0"/>
            <a:r>
              <a:rPr lang="en-NZ" noProof="0"/>
              <a:t>Click to edit Master text styles</a:t>
            </a:r>
          </a:p>
          <a:p>
            <a:pPr lvl="1"/>
            <a:r>
              <a:rPr lang="en-NZ" noProof="0"/>
              <a:t>Second level</a:t>
            </a:r>
          </a:p>
          <a:p>
            <a:pPr lvl="2"/>
            <a:r>
              <a:rPr lang="en-NZ" noProof="0"/>
              <a:t>Third level</a:t>
            </a:r>
          </a:p>
          <a:p>
            <a:pPr lvl="3"/>
            <a:r>
              <a:rPr lang="en-NZ" noProof="0"/>
              <a:t>Fourth level</a:t>
            </a:r>
          </a:p>
          <a:p>
            <a:pPr lvl="4"/>
            <a:r>
              <a:rPr lang="en-NZ" noProof="0"/>
              <a:t>Fifth level</a:t>
            </a:r>
          </a:p>
        </p:txBody>
      </p:sp>
      <p:sp>
        <p:nvSpPr>
          <p:cNvPr id="10" name="Text Placeholder 2"/>
          <p:cNvSpPr>
            <a:spLocks noGrp="1"/>
          </p:cNvSpPr>
          <p:nvPr>
            <p:ph type="body" idx="13"/>
          </p:nvPr>
        </p:nvSpPr>
        <p:spPr>
          <a:xfrm>
            <a:off x="251520" y="2861496"/>
            <a:ext cx="8640960" cy="270030"/>
          </a:xfrm>
          <a:noFill/>
        </p:spPr>
        <p:txBody>
          <a:bodyPr anchor="b">
            <a:noAutofit/>
          </a:bodyPr>
          <a:lstStyle>
            <a:lvl1pPr marL="0" indent="0">
              <a:buNone/>
              <a:defRPr sz="1350" b="1">
                <a:solidFill>
                  <a:srgbClr val="669AD2"/>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NZ" noProof="0" dirty="0"/>
              <a:t>Click to edit Master text styles</a:t>
            </a:r>
          </a:p>
        </p:txBody>
      </p:sp>
      <p:sp>
        <p:nvSpPr>
          <p:cNvPr id="11" name="Content Placeholder 3"/>
          <p:cNvSpPr>
            <a:spLocks noGrp="1"/>
          </p:cNvSpPr>
          <p:nvPr>
            <p:ph sz="half" idx="14"/>
          </p:nvPr>
        </p:nvSpPr>
        <p:spPr>
          <a:xfrm>
            <a:off x="251520" y="3185533"/>
            <a:ext cx="8640960" cy="1620180"/>
          </a:xfrm>
        </p:spPr>
        <p:txBody>
          <a:bodyPr>
            <a:normAutofit/>
          </a:bodyPr>
          <a:lstStyle>
            <a:lvl1pPr>
              <a:defRPr sz="1200">
                <a:solidFill>
                  <a:schemeClr val="tx1"/>
                </a:solidFill>
              </a:defRPr>
            </a:lvl1pPr>
            <a:lvl2pPr>
              <a:defRPr sz="1050">
                <a:solidFill>
                  <a:schemeClr val="tx1"/>
                </a:solidFill>
              </a:defRPr>
            </a:lvl2pPr>
            <a:lvl3pPr>
              <a:defRPr sz="900">
                <a:solidFill>
                  <a:schemeClr val="tx1"/>
                </a:solidFill>
              </a:defRPr>
            </a:lvl3pPr>
            <a:lvl4pPr>
              <a:defRPr sz="900">
                <a:solidFill>
                  <a:schemeClr val="tx1"/>
                </a:solidFill>
              </a:defRPr>
            </a:lvl4pPr>
            <a:lvl5pPr>
              <a:defRPr sz="825">
                <a:solidFill>
                  <a:schemeClr val="tx1"/>
                </a:solidFill>
              </a:defRPr>
            </a:lvl5pPr>
            <a:lvl6pPr>
              <a:defRPr sz="1200"/>
            </a:lvl6pPr>
            <a:lvl7pPr>
              <a:defRPr sz="1200"/>
            </a:lvl7pPr>
            <a:lvl8pPr>
              <a:defRPr sz="1200"/>
            </a:lvl8pPr>
            <a:lvl9pPr>
              <a:defRPr sz="1200"/>
            </a:lvl9pPr>
          </a:lstStyle>
          <a:p>
            <a:pPr lvl="0"/>
            <a:r>
              <a:rPr lang="en-NZ" noProof="0"/>
              <a:t>Click to edit Master text styles</a:t>
            </a:r>
          </a:p>
          <a:p>
            <a:pPr lvl="1"/>
            <a:r>
              <a:rPr lang="en-NZ" noProof="0"/>
              <a:t>Second level</a:t>
            </a:r>
          </a:p>
          <a:p>
            <a:pPr lvl="2"/>
            <a:r>
              <a:rPr lang="en-NZ" noProof="0"/>
              <a:t>Third level</a:t>
            </a:r>
          </a:p>
          <a:p>
            <a:pPr lvl="3"/>
            <a:r>
              <a:rPr lang="en-NZ" noProof="0"/>
              <a:t>Fourth level</a:t>
            </a:r>
          </a:p>
          <a:p>
            <a:pPr lvl="4"/>
            <a:r>
              <a:rPr lang="en-NZ" noProof="0"/>
              <a:t>Fifth level</a:t>
            </a:r>
          </a:p>
        </p:txBody>
      </p:sp>
      <p:sp>
        <p:nvSpPr>
          <p:cNvPr id="7" name="Footer Placeholder 7">
            <a:extLst>
              <a:ext uri="{FF2B5EF4-FFF2-40B4-BE49-F238E27FC236}">
                <a16:creationId xmlns:a16="http://schemas.microsoft.com/office/drawing/2014/main" id="{468BC124-EF25-6DC8-670D-1BE54CB4E2BB}"/>
              </a:ext>
            </a:extLst>
          </p:cNvPr>
          <p:cNvSpPr>
            <a:spLocks noGrp="1"/>
          </p:cNvSpPr>
          <p:nvPr>
            <p:ph type="ftr" sz="quarter" idx="15"/>
          </p:nvPr>
        </p:nvSpPr>
        <p:spPr/>
        <p:txBody>
          <a:bodyPr/>
          <a:lstStyle>
            <a:lvl1pPr>
              <a:defRPr/>
            </a:lvl1pPr>
          </a:lstStyle>
          <a:p>
            <a:pPr>
              <a:defRPr/>
            </a:pPr>
            <a:r>
              <a:t>Confidential – Internal BNZ Discussion Only</a:t>
            </a:r>
          </a:p>
        </p:txBody>
      </p:sp>
      <p:sp>
        <p:nvSpPr>
          <p:cNvPr id="8" name="Slide Number Placeholder 8">
            <a:extLst>
              <a:ext uri="{FF2B5EF4-FFF2-40B4-BE49-F238E27FC236}">
                <a16:creationId xmlns:a16="http://schemas.microsoft.com/office/drawing/2014/main" id="{D11B11E8-6498-A5FC-4296-749D66149BB0}"/>
              </a:ext>
            </a:extLst>
          </p:cNvPr>
          <p:cNvSpPr>
            <a:spLocks noGrp="1"/>
          </p:cNvSpPr>
          <p:nvPr>
            <p:ph type="sldNum" sz="quarter" idx="16"/>
          </p:nvPr>
        </p:nvSpPr>
        <p:spPr/>
        <p:txBody>
          <a:bodyPr/>
          <a:lstStyle>
            <a:lvl1pPr>
              <a:defRPr/>
            </a:lvl1pPr>
          </a:lstStyle>
          <a:p>
            <a:fld id="{2AEBE7B6-EF1F-46CF-AC72-755353C86320}" type="slidenum">
              <a:rPr lang="en-NZ" altLang="en-US"/>
              <a:pPr/>
              <a:t>‹#›</a:t>
            </a:fld>
            <a:endParaRPr lang="en-NZ" altLang="en-US"/>
          </a:p>
        </p:txBody>
      </p:sp>
    </p:spTree>
    <p:extLst>
      <p:ext uri="{BB962C8B-B14F-4D97-AF65-F5344CB8AC3E}">
        <p14:creationId xmlns:p14="http://schemas.microsoft.com/office/powerpoint/2010/main" val="3846860423"/>
      </p:ext>
    </p:extLst>
  </p:cSld>
  <p:clrMapOvr>
    <a:masterClrMapping/>
  </p:clrMapOvr>
</p:sldLayout>
</file>

<file path=ppt/slideLayouts/slideLayout154.xml><?xml version="1.0" encoding="utf-8"?>
<p:sldLayout xmlns:a="http://schemas.openxmlformats.org/drawingml/2006/main" xmlns:r="http://schemas.openxmlformats.org/officeDocument/2006/relationships" xmlns:p="http://schemas.openxmlformats.org/presentationml/2006/main" preserve="1" userDrawn="1">
  <p:cSld name="Content + Comparison Below">
    <p:spTree>
      <p:nvGrpSpPr>
        <p:cNvPr id="1" name=""/>
        <p:cNvGrpSpPr/>
        <p:nvPr/>
      </p:nvGrpSpPr>
      <p:grpSpPr>
        <a:xfrm>
          <a:off x="0" y="0"/>
          <a:ext cx="0" cy="0"/>
          <a:chOff x="0" y="0"/>
          <a:chExt cx="0" cy="0"/>
        </a:xfrm>
      </p:grpSpPr>
      <p:sp>
        <p:nvSpPr>
          <p:cNvPr id="4" name="Line 16">
            <a:extLst>
              <a:ext uri="{FF2B5EF4-FFF2-40B4-BE49-F238E27FC236}">
                <a16:creationId xmlns:a16="http://schemas.microsoft.com/office/drawing/2014/main" id="{C486AC2E-8874-5FD5-A1C3-EB65321A05C9}"/>
              </a:ext>
            </a:extLst>
          </p:cNvPr>
          <p:cNvSpPr>
            <a:spLocks noChangeShapeType="1"/>
          </p:cNvSpPr>
          <p:nvPr userDrawn="1"/>
        </p:nvSpPr>
        <p:spPr bwMode="auto">
          <a:xfrm>
            <a:off x="172915" y="0"/>
            <a:ext cx="0" cy="681038"/>
          </a:xfrm>
          <a:prstGeom prst="line">
            <a:avLst/>
          </a:prstGeom>
          <a:noFill/>
          <a:ln w="6350">
            <a:solidFill>
              <a:schemeClr val="bg1">
                <a:lumMod val="50000"/>
              </a:schemeClr>
            </a:solidFill>
            <a:round/>
            <a:headEnd/>
            <a:tailEnd/>
          </a:ln>
        </p:spPr>
        <p:txBody>
          <a:bodyPr/>
          <a:lstStyle/>
          <a:p>
            <a:pPr>
              <a:defRPr/>
            </a:pPr>
            <a:endParaRPr lang="en-US" sz="1350">
              <a:latin typeface="Arial" charset="0"/>
            </a:endParaRPr>
          </a:p>
        </p:txBody>
      </p:sp>
      <p:sp>
        <p:nvSpPr>
          <p:cNvPr id="5" name="Line 16">
            <a:extLst>
              <a:ext uri="{FF2B5EF4-FFF2-40B4-BE49-F238E27FC236}">
                <a16:creationId xmlns:a16="http://schemas.microsoft.com/office/drawing/2014/main" id="{7FAAF71F-E9AD-28F6-8B0D-464A17E9BD08}"/>
              </a:ext>
            </a:extLst>
          </p:cNvPr>
          <p:cNvSpPr>
            <a:spLocks noChangeShapeType="1"/>
          </p:cNvSpPr>
          <p:nvPr userDrawn="1"/>
        </p:nvSpPr>
        <p:spPr bwMode="auto">
          <a:xfrm>
            <a:off x="9108831" y="4962525"/>
            <a:ext cx="0" cy="180975"/>
          </a:xfrm>
          <a:prstGeom prst="line">
            <a:avLst/>
          </a:prstGeom>
          <a:noFill/>
          <a:ln w="76200">
            <a:solidFill>
              <a:srgbClr val="0A1C42"/>
            </a:solidFill>
            <a:round/>
            <a:headEnd/>
            <a:tailEnd/>
          </a:ln>
        </p:spPr>
        <p:txBody>
          <a:bodyPr/>
          <a:lstStyle/>
          <a:p>
            <a:pPr>
              <a:defRPr/>
            </a:pPr>
            <a:endParaRPr lang="en-US" sz="1350">
              <a:latin typeface="Arial" charset="0"/>
            </a:endParaRPr>
          </a:p>
        </p:txBody>
      </p:sp>
      <p:sp>
        <p:nvSpPr>
          <p:cNvPr id="2" name="Title 1"/>
          <p:cNvSpPr>
            <a:spLocks noGrp="1"/>
          </p:cNvSpPr>
          <p:nvPr>
            <p:ph type="title"/>
          </p:nvPr>
        </p:nvSpPr>
        <p:spPr/>
        <p:txBody>
          <a:bodyPr/>
          <a:lstStyle>
            <a:lvl1pPr>
              <a:defRPr>
                <a:solidFill>
                  <a:schemeClr val="tx2"/>
                </a:solidFill>
              </a:defRPr>
            </a:lvl1pPr>
          </a:lstStyle>
          <a:p>
            <a:r>
              <a:rPr lang="en-NZ" noProof="0" dirty="0"/>
              <a:t>Click to edit Master title style</a:t>
            </a:r>
          </a:p>
        </p:txBody>
      </p:sp>
      <p:sp>
        <p:nvSpPr>
          <p:cNvPr id="3" name="Content Placeholder 2"/>
          <p:cNvSpPr>
            <a:spLocks noGrp="1"/>
          </p:cNvSpPr>
          <p:nvPr>
            <p:ph sz="half" idx="1"/>
          </p:nvPr>
        </p:nvSpPr>
        <p:spPr>
          <a:xfrm>
            <a:off x="251520" y="951571"/>
            <a:ext cx="8640960" cy="1782198"/>
          </a:xfrm>
        </p:spPr>
        <p:txBody>
          <a:bodyPr>
            <a:normAutofit/>
          </a:bodyPr>
          <a:lstStyle>
            <a:lvl1pPr>
              <a:defRPr sz="1200">
                <a:solidFill>
                  <a:schemeClr val="tx1"/>
                </a:solidFill>
              </a:defRPr>
            </a:lvl1pPr>
            <a:lvl2pPr>
              <a:defRPr sz="1050">
                <a:solidFill>
                  <a:schemeClr val="tx1"/>
                </a:solidFill>
              </a:defRPr>
            </a:lvl2pPr>
            <a:lvl3pPr>
              <a:defRPr sz="900">
                <a:solidFill>
                  <a:schemeClr val="tx1"/>
                </a:solidFill>
              </a:defRPr>
            </a:lvl3pPr>
            <a:lvl4pPr>
              <a:defRPr sz="900">
                <a:solidFill>
                  <a:schemeClr val="tx1"/>
                </a:solidFill>
              </a:defRPr>
            </a:lvl4pPr>
            <a:lvl5pPr>
              <a:defRPr sz="825">
                <a:solidFill>
                  <a:schemeClr val="tx1"/>
                </a:solidFill>
              </a:defRPr>
            </a:lvl5pPr>
            <a:lvl6pPr>
              <a:defRPr sz="1350"/>
            </a:lvl6pPr>
            <a:lvl7pPr>
              <a:defRPr sz="1350"/>
            </a:lvl7pPr>
            <a:lvl8pPr>
              <a:defRPr sz="1350"/>
            </a:lvl8pPr>
            <a:lvl9pPr>
              <a:defRPr sz="1350"/>
            </a:lvl9pPr>
          </a:lstStyle>
          <a:p>
            <a:pPr lvl="0"/>
            <a:r>
              <a:rPr lang="en-NZ" noProof="0"/>
              <a:t>Click to edit Master text styles</a:t>
            </a:r>
          </a:p>
          <a:p>
            <a:pPr lvl="1"/>
            <a:r>
              <a:rPr lang="en-NZ" noProof="0"/>
              <a:t>Second level</a:t>
            </a:r>
          </a:p>
          <a:p>
            <a:pPr lvl="2"/>
            <a:r>
              <a:rPr lang="en-NZ" noProof="0"/>
              <a:t>Third level</a:t>
            </a:r>
          </a:p>
          <a:p>
            <a:pPr lvl="3"/>
            <a:r>
              <a:rPr lang="en-NZ" noProof="0"/>
              <a:t>Fourth level</a:t>
            </a:r>
          </a:p>
          <a:p>
            <a:pPr lvl="4"/>
            <a:r>
              <a:rPr lang="en-NZ" noProof="0"/>
              <a:t>Fifth level</a:t>
            </a:r>
          </a:p>
        </p:txBody>
      </p:sp>
      <p:sp>
        <p:nvSpPr>
          <p:cNvPr id="8" name="Content Placeholder 2"/>
          <p:cNvSpPr>
            <a:spLocks noGrp="1"/>
          </p:cNvSpPr>
          <p:nvPr>
            <p:ph sz="half" idx="13"/>
          </p:nvPr>
        </p:nvSpPr>
        <p:spPr>
          <a:xfrm>
            <a:off x="251520" y="2841780"/>
            <a:ext cx="4244280" cy="1782198"/>
          </a:xfrm>
        </p:spPr>
        <p:txBody>
          <a:bodyPr>
            <a:normAutofit/>
          </a:bodyPr>
          <a:lstStyle>
            <a:lvl1pPr>
              <a:defRPr sz="1200">
                <a:solidFill>
                  <a:schemeClr val="tx1"/>
                </a:solidFill>
              </a:defRPr>
            </a:lvl1pPr>
            <a:lvl2pPr>
              <a:defRPr sz="1050">
                <a:solidFill>
                  <a:schemeClr val="tx1"/>
                </a:solidFill>
              </a:defRPr>
            </a:lvl2pPr>
            <a:lvl3pPr>
              <a:defRPr sz="900">
                <a:solidFill>
                  <a:schemeClr val="tx1"/>
                </a:solidFill>
              </a:defRPr>
            </a:lvl3pPr>
            <a:lvl4pPr>
              <a:defRPr sz="900">
                <a:solidFill>
                  <a:schemeClr val="tx1"/>
                </a:solidFill>
              </a:defRPr>
            </a:lvl4pPr>
            <a:lvl5pPr>
              <a:defRPr sz="825">
                <a:solidFill>
                  <a:schemeClr val="tx1"/>
                </a:solidFill>
              </a:defRPr>
            </a:lvl5pPr>
            <a:lvl6pPr>
              <a:defRPr sz="1350"/>
            </a:lvl6pPr>
            <a:lvl7pPr>
              <a:defRPr sz="1350"/>
            </a:lvl7pPr>
            <a:lvl8pPr>
              <a:defRPr sz="1350"/>
            </a:lvl8pPr>
            <a:lvl9pPr>
              <a:defRPr sz="1350"/>
            </a:lvl9pPr>
          </a:lstStyle>
          <a:p>
            <a:pPr lvl="0"/>
            <a:r>
              <a:rPr lang="en-NZ" noProof="0"/>
              <a:t>Click to edit Master text styles</a:t>
            </a:r>
          </a:p>
          <a:p>
            <a:pPr lvl="1"/>
            <a:r>
              <a:rPr lang="en-NZ" noProof="0"/>
              <a:t>Second level</a:t>
            </a:r>
          </a:p>
          <a:p>
            <a:pPr lvl="2"/>
            <a:r>
              <a:rPr lang="en-NZ" noProof="0"/>
              <a:t>Third level</a:t>
            </a:r>
          </a:p>
          <a:p>
            <a:pPr lvl="3"/>
            <a:r>
              <a:rPr lang="en-NZ" noProof="0"/>
              <a:t>Fourth level</a:t>
            </a:r>
          </a:p>
          <a:p>
            <a:pPr lvl="4"/>
            <a:r>
              <a:rPr lang="en-NZ" noProof="0"/>
              <a:t>Fifth level</a:t>
            </a:r>
          </a:p>
        </p:txBody>
      </p:sp>
      <p:sp>
        <p:nvSpPr>
          <p:cNvPr id="9" name="Content Placeholder 3"/>
          <p:cNvSpPr>
            <a:spLocks noGrp="1"/>
          </p:cNvSpPr>
          <p:nvPr>
            <p:ph sz="half" idx="14"/>
          </p:nvPr>
        </p:nvSpPr>
        <p:spPr>
          <a:xfrm>
            <a:off x="4648200" y="2841780"/>
            <a:ext cx="4244280" cy="1782198"/>
          </a:xfrm>
        </p:spPr>
        <p:txBody>
          <a:bodyPr>
            <a:normAutofit/>
          </a:bodyPr>
          <a:lstStyle>
            <a:lvl1pPr>
              <a:defRPr sz="1200">
                <a:solidFill>
                  <a:schemeClr val="tx1"/>
                </a:solidFill>
              </a:defRPr>
            </a:lvl1pPr>
            <a:lvl2pPr>
              <a:defRPr sz="1050">
                <a:solidFill>
                  <a:schemeClr val="tx1"/>
                </a:solidFill>
              </a:defRPr>
            </a:lvl2pPr>
            <a:lvl3pPr>
              <a:defRPr sz="900">
                <a:solidFill>
                  <a:schemeClr val="tx1"/>
                </a:solidFill>
              </a:defRPr>
            </a:lvl3pPr>
            <a:lvl4pPr>
              <a:defRPr sz="900">
                <a:solidFill>
                  <a:schemeClr val="tx1"/>
                </a:solidFill>
              </a:defRPr>
            </a:lvl4pPr>
            <a:lvl5pPr>
              <a:defRPr sz="825">
                <a:solidFill>
                  <a:schemeClr val="tx1"/>
                </a:solidFill>
              </a:defRPr>
            </a:lvl5pPr>
            <a:lvl6pPr>
              <a:defRPr sz="1350"/>
            </a:lvl6pPr>
            <a:lvl7pPr>
              <a:defRPr sz="1350"/>
            </a:lvl7pPr>
            <a:lvl8pPr>
              <a:defRPr sz="1350"/>
            </a:lvl8pPr>
            <a:lvl9pPr>
              <a:defRPr sz="1350"/>
            </a:lvl9pPr>
          </a:lstStyle>
          <a:p>
            <a:pPr lvl="0"/>
            <a:r>
              <a:rPr lang="en-NZ" noProof="0"/>
              <a:t>Click to edit Master text styles</a:t>
            </a:r>
          </a:p>
          <a:p>
            <a:pPr lvl="1"/>
            <a:r>
              <a:rPr lang="en-NZ" noProof="0"/>
              <a:t>Second level</a:t>
            </a:r>
          </a:p>
          <a:p>
            <a:pPr lvl="2"/>
            <a:r>
              <a:rPr lang="en-NZ" noProof="0"/>
              <a:t>Third level</a:t>
            </a:r>
          </a:p>
          <a:p>
            <a:pPr lvl="3"/>
            <a:r>
              <a:rPr lang="en-NZ" noProof="0"/>
              <a:t>Fourth level</a:t>
            </a:r>
          </a:p>
          <a:p>
            <a:pPr lvl="4"/>
            <a:r>
              <a:rPr lang="en-NZ" noProof="0"/>
              <a:t>Fifth level</a:t>
            </a:r>
          </a:p>
        </p:txBody>
      </p:sp>
      <p:sp>
        <p:nvSpPr>
          <p:cNvPr id="6" name="Footer Placeholder 5">
            <a:extLst>
              <a:ext uri="{FF2B5EF4-FFF2-40B4-BE49-F238E27FC236}">
                <a16:creationId xmlns:a16="http://schemas.microsoft.com/office/drawing/2014/main" id="{BF5DE88D-5AB9-C8F8-0DF4-6AD04105B7F9}"/>
              </a:ext>
            </a:extLst>
          </p:cNvPr>
          <p:cNvSpPr>
            <a:spLocks noGrp="1"/>
          </p:cNvSpPr>
          <p:nvPr>
            <p:ph type="ftr" sz="quarter" idx="15"/>
          </p:nvPr>
        </p:nvSpPr>
        <p:spPr/>
        <p:txBody>
          <a:bodyPr/>
          <a:lstStyle>
            <a:lvl1pPr>
              <a:defRPr/>
            </a:lvl1pPr>
          </a:lstStyle>
          <a:p>
            <a:pPr>
              <a:defRPr/>
            </a:pPr>
            <a:r>
              <a:t>Confidential – Internal BNZ Discussion Only</a:t>
            </a:r>
          </a:p>
        </p:txBody>
      </p:sp>
      <p:sp>
        <p:nvSpPr>
          <p:cNvPr id="7" name="Slide Number Placeholder 6">
            <a:extLst>
              <a:ext uri="{FF2B5EF4-FFF2-40B4-BE49-F238E27FC236}">
                <a16:creationId xmlns:a16="http://schemas.microsoft.com/office/drawing/2014/main" id="{69040C24-CFC6-B5F1-3CFA-5B59B7EC1052}"/>
              </a:ext>
            </a:extLst>
          </p:cNvPr>
          <p:cNvSpPr>
            <a:spLocks noGrp="1"/>
          </p:cNvSpPr>
          <p:nvPr>
            <p:ph type="sldNum" sz="quarter" idx="16"/>
          </p:nvPr>
        </p:nvSpPr>
        <p:spPr/>
        <p:txBody>
          <a:bodyPr/>
          <a:lstStyle>
            <a:lvl1pPr>
              <a:defRPr/>
            </a:lvl1pPr>
          </a:lstStyle>
          <a:p>
            <a:fld id="{0BCD762A-FFBE-4E39-9EF5-B7D046BBD6E9}" type="slidenum">
              <a:rPr lang="en-NZ" altLang="en-US"/>
              <a:pPr/>
              <a:t>‹#›</a:t>
            </a:fld>
            <a:endParaRPr lang="en-NZ" altLang="en-US"/>
          </a:p>
        </p:txBody>
      </p:sp>
    </p:spTree>
    <p:extLst>
      <p:ext uri="{BB962C8B-B14F-4D97-AF65-F5344CB8AC3E}">
        <p14:creationId xmlns:p14="http://schemas.microsoft.com/office/powerpoint/2010/main" val="1405615692"/>
      </p:ext>
    </p:extLst>
  </p:cSld>
  <p:clrMapOvr>
    <a:masterClrMapping/>
  </p:clrMapOvr>
</p:sldLayout>
</file>

<file path=ppt/slideLayouts/slideLayout155.xml><?xml version="1.0" encoding="utf-8"?>
<p:sldLayout xmlns:a="http://schemas.openxmlformats.org/drawingml/2006/main" xmlns:r="http://schemas.openxmlformats.org/officeDocument/2006/relationships" xmlns:p="http://schemas.openxmlformats.org/presentationml/2006/main" preserve="1" userDrawn="1">
  <p:cSld name="Content + 3 Comparison Below">
    <p:spTree>
      <p:nvGrpSpPr>
        <p:cNvPr id="1" name=""/>
        <p:cNvGrpSpPr/>
        <p:nvPr/>
      </p:nvGrpSpPr>
      <p:grpSpPr>
        <a:xfrm>
          <a:off x="0" y="0"/>
          <a:ext cx="0" cy="0"/>
          <a:chOff x="0" y="0"/>
          <a:chExt cx="0" cy="0"/>
        </a:xfrm>
      </p:grpSpPr>
      <p:sp>
        <p:nvSpPr>
          <p:cNvPr id="4" name="Line 16">
            <a:extLst>
              <a:ext uri="{FF2B5EF4-FFF2-40B4-BE49-F238E27FC236}">
                <a16:creationId xmlns:a16="http://schemas.microsoft.com/office/drawing/2014/main" id="{30B46D7E-B83A-62AC-4BCD-DAA9889A10F3}"/>
              </a:ext>
            </a:extLst>
          </p:cNvPr>
          <p:cNvSpPr>
            <a:spLocks noChangeShapeType="1"/>
          </p:cNvSpPr>
          <p:nvPr userDrawn="1"/>
        </p:nvSpPr>
        <p:spPr bwMode="auto">
          <a:xfrm>
            <a:off x="172915" y="0"/>
            <a:ext cx="0" cy="681038"/>
          </a:xfrm>
          <a:prstGeom prst="line">
            <a:avLst/>
          </a:prstGeom>
          <a:noFill/>
          <a:ln w="6350">
            <a:solidFill>
              <a:schemeClr val="bg1">
                <a:lumMod val="50000"/>
              </a:schemeClr>
            </a:solidFill>
            <a:round/>
            <a:headEnd/>
            <a:tailEnd/>
          </a:ln>
        </p:spPr>
        <p:txBody>
          <a:bodyPr/>
          <a:lstStyle/>
          <a:p>
            <a:pPr>
              <a:defRPr/>
            </a:pPr>
            <a:endParaRPr lang="en-US" sz="1350">
              <a:latin typeface="Arial" charset="0"/>
            </a:endParaRPr>
          </a:p>
        </p:txBody>
      </p:sp>
      <p:sp>
        <p:nvSpPr>
          <p:cNvPr id="5" name="Line 16">
            <a:extLst>
              <a:ext uri="{FF2B5EF4-FFF2-40B4-BE49-F238E27FC236}">
                <a16:creationId xmlns:a16="http://schemas.microsoft.com/office/drawing/2014/main" id="{12B63768-7312-6747-05F3-90992B76D48F}"/>
              </a:ext>
            </a:extLst>
          </p:cNvPr>
          <p:cNvSpPr>
            <a:spLocks noChangeShapeType="1"/>
          </p:cNvSpPr>
          <p:nvPr userDrawn="1"/>
        </p:nvSpPr>
        <p:spPr bwMode="auto">
          <a:xfrm>
            <a:off x="9108831" y="4962525"/>
            <a:ext cx="0" cy="180975"/>
          </a:xfrm>
          <a:prstGeom prst="line">
            <a:avLst/>
          </a:prstGeom>
          <a:noFill/>
          <a:ln w="76200">
            <a:solidFill>
              <a:srgbClr val="0A1C42"/>
            </a:solidFill>
            <a:round/>
            <a:headEnd/>
            <a:tailEnd/>
          </a:ln>
        </p:spPr>
        <p:txBody>
          <a:bodyPr/>
          <a:lstStyle/>
          <a:p>
            <a:pPr>
              <a:defRPr/>
            </a:pPr>
            <a:endParaRPr lang="en-US" sz="1350">
              <a:latin typeface="Arial" charset="0"/>
            </a:endParaRPr>
          </a:p>
        </p:txBody>
      </p:sp>
      <p:sp>
        <p:nvSpPr>
          <p:cNvPr id="2" name="Title 1"/>
          <p:cNvSpPr>
            <a:spLocks noGrp="1"/>
          </p:cNvSpPr>
          <p:nvPr>
            <p:ph type="title"/>
          </p:nvPr>
        </p:nvSpPr>
        <p:spPr/>
        <p:txBody>
          <a:bodyPr/>
          <a:lstStyle>
            <a:lvl1pPr>
              <a:defRPr>
                <a:solidFill>
                  <a:schemeClr val="tx2"/>
                </a:solidFill>
              </a:defRPr>
            </a:lvl1pPr>
          </a:lstStyle>
          <a:p>
            <a:r>
              <a:rPr lang="en-NZ" noProof="0" dirty="0"/>
              <a:t>Click to edit Master title style</a:t>
            </a:r>
          </a:p>
        </p:txBody>
      </p:sp>
      <p:sp>
        <p:nvSpPr>
          <p:cNvPr id="3" name="Content Placeholder 2"/>
          <p:cNvSpPr>
            <a:spLocks noGrp="1"/>
          </p:cNvSpPr>
          <p:nvPr>
            <p:ph sz="half" idx="1"/>
          </p:nvPr>
        </p:nvSpPr>
        <p:spPr>
          <a:xfrm>
            <a:off x="251520" y="951571"/>
            <a:ext cx="8640960" cy="1782198"/>
          </a:xfrm>
        </p:spPr>
        <p:txBody>
          <a:bodyPr>
            <a:normAutofit/>
          </a:bodyPr>
          <a:lstStyle>
            <a:lvl1pPr>
              <a:defRPr sz="1200">
                <a:solidFill>
                  <a:schemeClr val="tx1"/>
                </a:solidFill>
              </a:defRPr>
            </a:lvl1pPr>
            <a:lvl2pPr>
              <a:defRPr sz="1050">
                <a:solidFill>
                  <a:schemeClr val="tx1"/>
                </a:solidFill>
              </a:defRPr>
            </a:lvl2pPr>
            <a:lvl3pPr>
              <a:defRPr sz="900">
                <a:solidFill>
                  <a:schemeClr val="tx1"/>
                </a:solidFill>
              </a:defRPr>
            </a:lvl3pPr>
            <a:lvl4pPr>
              <a:defRPr sz="900">
                <a:solidFill>
                  <a:schemeClr val="tx1"/>
                </a:solidFill>
              </a:defRPr>
            </a:lvl4pPr>
            <a:lvl5pPr>
              <a:defRPr sz="825">
                <a:solidFill>
                  <a:schemeClr val="tx1"/>
                </a:solidFill>
              </a:defRPr>
            </a:lvl5pPr>
            <a:lvl6pPr>
              <a:defRPr sz="1350"/>
            </a:lvl6pPr>
            <a:lvl7pPr>
              <a:defRPr sz="1350"/>
            </a:lvl7pPr>
            <a:lvl8pPr>
              <a:defRPr sz="1350"/>
            </a:lvl8pPr>
            <a:lvl9pPr>
              <a:defRPr sz="1350"/>
            </a:lvl9pPr>
          </a:lstStyle>
          <a:p>
            <a:pPr lvl="0"/>
            <a:r>
              <a:rPr lang="en-NZ" noProof="0"/>
              <a:t>Click to edit Master text styles</a:t>
            </a:r>
          </a:p>
          <a:p>
            <a:pPr lvl="1"/>
            <a:r>
              <a:rPr lang="en-NZ" noProof="0"/>
              <a:t>Second level</a:t>
            </a:r>
          </a:p>
          <a:p>
            <a:pPr lvl="2"/>
            <a:r>
              <a:rPr lang="en-NZ" noProof="0"/>
              <a:t>Third level</a:t>
            </a:r>
          </a:p>
          <a:p>
            <a:pPr lvl="3"/>
            <a:r>
              <a:rPr lang="en-NZ" noProof="0"/>
              <a:t>Fourth level</a:t>
            </a:r>
          </a:p>
          <a:p>
            <a:pPr lvl="4"/>
            <a:r>
              <a:rPr lang="en-NZ" noProof="0"/>
              <a:t>Fifth level</a:t>
            </a:r>
          </a:p>
        </p:txBody>
      </p:sp>
      <p:sp>
        <p:nvSpPr>
          <p:cNvPr id="8" name="Content Placeholder 2"/>
          <p:cNvSpPr>
            <a:spLocks noGrp="1"/>
          </p:cNvSpPr>
          <p:nvPr>
            <p:ph sz="half" idx="13"/>
          </p:nvPr>
        </p:nvSpPr>
        <p:spPr>
          <a:xfrm>
            <a:off x="251520" y="2841780"/>
            <a:ext cx="2781415" cy="1782198"/>
          </a:xfrm>
        </p:spPr>
        <p:txBody>
          <a:bodyPr>
            <a:normAutofit/>
          </a:bodyPr>
          <a:lstStyle>
            <a:lvl1pPr>
              <a:defRPr sz="1200">
                <a:solidFill>
                  <a:schemeClr val="tx1"/>
                </a:solidFill>
              </a:defRPr>
            </a:lvl1pPr>
            <a:lvl2pPr>
              <a:defRPr sz="1050">
                <a:solidFill>
                  <a:schemeClr val="tx1"/>
                </a:solidFill>
              </a:defRPr>
            </a:lvl2pPr>
            <a:lvl3pPr>
              <a:defRPr sz="900">
                <a:solidFill>
                  <a:schemeClr val="tx1"/>
                </a:solidFill>
              </a:defRPr>
            </a:lvl3pPr>
            <a:lvl4pPr>
              <a:defRPr sz="900">
                <a:solidFill>
                  <a:schemeClr val="tx1"/>
                </a:solidFill>
              </a:defRPr>
            </a:lvl4pPr>
            <a:lvl5pPr>
              <a:defRPr sz="825">
                <a:solidFill>
                  <a:schemeClr val="tx1"/>
                </a:solidFill>
              </a:defRPr>
            </a:lvl5pPr>
            <a:lvl6pPr>
              <a:defRPr sz="1350"/>
            </a:lvl6pPr>
            <a:lvl7pPr>
              <a:defRPr sz="1350"/>
            </a:lvl7pPr>
            <a:lvl8pPr>
              <a:defRPr sz="1350"/>
            </a:lvl8pPr>
            <a:lvl9pPr>
              <a:defRPr sz="1350"/>
            </a:lvl9pPr>
          </a:lstStyle>
          <a:p>
            <a:pPr lvl="0"/>
            <a:r>
              <a:rPr lang="en-NZ" noProof="0"/>
              <a:t>Click to edit Master text styles</a:t>
            </a:r>
          </a:p>
          <a:p>
            <a:pPr lvl="1"/>
            <a:r>
              <a:rPr lang="en-NZ" noProof="0"/>
              <a:t>Second level</a:t>
            </a:r>
          </a:p>
          <a:p>
            <a:pPr lvl="2"/>
            <a:r>
              <a:rPr lang="en-NZ" noProof="0"/>
              <a:t>Third level</a:t>
            </a:r>
          </a:p>
          <a:p>
            <a:pPr lvl="3"/>
            <a:r>
              <a:rPr lang="en-NZ" noProof="0"/>
              <a:t>Fourth level</a:t>
            </a:r>
          </a:p>
          <a:p>
            <a:pPr lvl="4"/>
            <a:r>
              <a:rPr lang="en-NZ" noProof="0"/>
              <a:t>Fifth level</a:t>
            </a:r>
          </a:p>
        </p:txBody>
      </p:sp>
      <p:sp>
        <p:nvSpPr>
          <p:cNvPr id="9" name="Content Placeholder 3"/>
          <p:cNvSpPr>
            <a:spLocks noGrp="1"/>
          </p:cNvSpPr>
          <p:nvPr>
            <p:ph sz="half" idx="14"/>
          </p:nvPr>
        </p:nvSpPr>
        <p:spPr>
          <a:xfrm>
            <a:off x="6107816" y="2841780"/>
            <a:ext cx="2781415" cy="1782198"/>
          </a:xfrm>
        </p:spPr>
        <p:txBody>
          <a:bodyPr>
            <a:normAutofit/>
          </a:bodyPr>
          <a:lstStyle>
            <a:lvl1pPr>
              <a:defRPr sz="1200">
                <a:solidFill>
                  <a:schemeClr val="tx1"/>
                </a:solidFill>
              </a:defRPr>
            </a:lvl1pPr>
            <a:lvl2pPr>
              <a:defRPr sz="1050">
                <a:solidFill>
                  <a:schemeClr val="tx1"/>
                </a:solidFill>
              </a:defRPr>
            </a:lvl2pPr>
            <a:lvl3pPr>
              <a:defRPr sz="900">
                <a:solidFill>
                  <a:schemeClr val="tx1"/>
                </a:solidFill>
              </a:defRPr>
            </a:lvl3pPr>
            <a:lvl4pPr>
              <a:defRPr sz="900">
                <a:solidFill>
                  <a:schemeClr val="tx1"/>
                </a:solidFill>
              </a:defRPr>
            </a:lvl4pPr>
            <a:lvl5pPr>
              <a:defRPr sz="825">
                <a:solidFill>
                  <a:schemeClr val="tx1"/>
                </a:solidFill>
              </a:defRPr>
            </a:lvl5pPr>
            <a:lvl6pPr>
              <a:defRPr sz="1350"/>
            </a:lvl6pPr>
            <a:lvl7pPr>
              <a:defRPr sz="1350"/>
            </a:lvl7pPr>
            <a:lvl8pPr>
              <a:defRPr sz="1350"/>
            </a:lvl8pPr>
            <a:lvl9pPr>
              <a:defRPr sz="1350"/>
            </a:lvl9pPr>
          </a:lstStyle>
          <a:p>
            <a:pPr lvl="0"/>
            <a:r>
              <a:rPr lang="en-NZ" noProof="0"/>
              <a:t>Click to edit Master text styles</a:t>
            </a:r>
          </a:p>
          <a:p>
            <a:pPr lvl="1"/>
            <a:r>
              <a:rPr lang="en-NZ" noProof="0"/>
              <a:t>Second level</a:t>
            </a:r>
          </a:p>
          <a:p>
            <a:pPr lvl="2"/>
            <a:r>
              <a:rPr lang="en-NZ" noProof="0"/>
              <a:t>Third level</a:t>
            </a:r>
          </a:p>
          <a:p>
            <a:pPr lvl="3"/>
            <a:r>
              <a:rPr lang="en-NZ" noProof="0"/>
              <a:t>Fourth level</a:t>
            </a:r>
          </a:p>
          <a:p>
            <a:pPr lvl="4"/>
            <a:r>
              <a:rPr lang="en-NZ" noProof="0"/>
              <a:t>Fifth level</a:t>
            </a:r>
          </a:p>
        </p:txBody>
      </p:sp>
      <p:sp>
        <p:nvSpPr>
          <p:cNvPr id="12" name="Content Placeholder 3"/>
          <p:cNvSpPr>
            <a:spLocks noGrp="1"/>
          </p:cNvSpPr>
          <p:nvPr>
            <p:ph sz="half" idx="17"/>
          </p:nvPr>
        </p:nvSpPr>
        <p:spPr>
          <a:xfrm>
            <a:off x="3180185" y="2843100"/>
            <a:ext cx="2781415" cy="1782198"/>
          </a:xfrm>
        </p:spPr>
        <p:txBody>
          <a:bodyPr>
            <a:normAutofit/>
          </a:bodyPr>
          <a:lstStyle>
            <a:lvl1pPr>
              <a:defRPr sz="1200">
                <a:solidFill>
                  <a:schemeClr val="tx1"/>
                </a:solidFill>
              </a:defRPr>
            </a:lvl1pPr>
            <a:lvl2pPr>
              <a:defRPr sz="1050">
                <a:solidFill>
                  <a:schemeClr val="tx1"/>
                </a:solidFill>
              </a:defRPr>
            </a:lvl2pPr>
            <a:lvl3pPr>
              <a:defRPr sz="900">
                <a:solidFill>
                  <a:schemeClr val="tx1"/>
                </a:solidFill>
              </a:defRPr>
            </a:lvl3pPr>
            <a:lvl4pPr>
              <a:defRPr sz="900">
                <a:solidFill>
                  <a:schemeClr val="tx1"/>
                </a:solidFill>
              </a:defRPr>
            </a:lvl4pPr>
            <a:lvl5pPr>
              <a:defRPr sz="825">
                <a:solidFill>
                  <a:schemeClr val="tx1"/>
                </a:solidFill>
              </a:defRPr>
            </a:lvl5pPr>
            <a:lvl6pPr>
              <a:defRPr sz="1350"/>
            </a:lvl6pPr>
            <a:lvl7pPr>
              <a:defRPr sz="1350"/>
            </a:lvl7pPr>
            <a:lvl8pPr>
              <a:defRPr sz="1350"/>
            </a:lvl8pPr>
            <a:lvl9pPr>
              <a:defRPr sz="1350"/>
            </a:lvl9pPr>
          </a:lstStyle>
          <a:p>
            <a:pPr lvl="0"/>
            <a:r>
              <a:rPr lang="en-NZ" noProof="0"/>
              <a:t>Click to edit Master text styles</a:t>
            </a:r>
          </a:p>
          <a:p>
            <a:pPr lvl="1"/>
            <a:r>
              <a:rPr lang="en-NZ" noProof="0"/>
              <a:t>Second level</a:t>
            </a:r>
          </a:p>
          <a:p>
            <a:pPr lvl="2"/>
            <a:r>
              <a:rPr lang="en-NZ" noProof="0"/>
              <a:t>Third level</a:t>
            </a:r>
          </a:p>
          <a:p>
            <a:pPr lvl="3"/>
            <a:r>
              <a:rPr lang="en-NZ" noProof="0"/>
              <a:t>Fourth level</a:t>
            </a:r>
          </a:p>
          <a:p>
            <a:pPr lvl="4"/>
            <a:r>
              <a:rPr lang="en-NZ" noProof="0"/>
              <a:t>Fifth level</a:t>
            </a:r>
          </a:p>
        </p:txBody>
      </p:sp>
      <p:sp>
        <p:nvSpPr>
          <p:cNvPr id="6" name="Footer Placeholder 5">
            <a:extLst>
              <a:ext uri="{FF2B5EF4-FFF2-40B4-BE49-F238E27FC236}">
                <a16:creationId xmlns:a16="http://schemas.microsoft.com/office/drawing/2014/main" id="{34BD02DA-9744-F505-45BC-3028E4340E10}"/>
              </a:ext>
            </a:extLst>
          </p:cNvPr>
          <p:cNvSpPr>
            <a:spLocks noGrp="1"/>
          </p:cNvSpPr>
          <p:nvPr>
            <p:ph type="ftr" sz="quarter" idx="18"/>
          </p:nvPr>
        </p:nvSpPr>
        <p:spPr/>
        <p:txBody>
          <a:bodyPr/>
          <a:lstStyle>
            <a:lvl1pPr>
              <a:defRPr/>
            </a:lvl1pPr>
          </a:lstStyle>
          <a:p>
            <a:pPr>
              <a:defRPr/>
            </a:pPr>
            <a:r>
              <a:t>Confidential – Internal BNZ Discussion Only</a:t>
            </a:r>
          </a:p>
        </p:txBody>
      </p:sp>
      <p:sp>
        <p:nvSpPr>
          <p:cNvPr id="7" name="Slide Number Placeholder 6">
            <a:extLst>
              <a:ext uri="{FF2B5EF4-FFF2-40B4-BE49-F238E27FC236}">
                <a16:creationId xmlns:a16="http://schemas.microsoft.com/office/drawing/2014/main" id="{A70BCA6A-F13E-952F-A711-26438DE5A101}"/>
              </a:ext>
            </a:extLst>
          </p:cNvPr>
          <p:cNvSpPr>
            <a:spLocks noGrp="1"/>
          </p:cNvSpPr>
          <p:nvPr>
            <p:ph type="sldNum" sz="quarter" idx="19"/>
          </p:nvPr>
        </p:nvSpPr>
        <p:spPr/>
        <p:txBody>
          <a:bodyPr/>
          <a:lstStyle>
            <a:lvl1pPr>
              <a:defRPr/>
            </a:lvl1pPr>
          </a:lstStyle>
          <a:p>
            <a:fld id="{DBD72AA7-B5BD-47AC-B3CA-128E9876C5B7}" type="slidenum">
              <a:rPr lang="en-NZ" altLang="en-US"/>
              <a:pPr/>
              <a:t>‹#›</a:t>
            </a:fld>
            <a:endParaRPr lang="en-NZ" altLang="en-US"/>
          </a:p>
        </p:txBody>
      </p:sp>
    </p:spTree>
    <p:extLst>
      <p:ext uri="{BB962C8B-B14F-4D97-AF65-F5344CB8AC3E}">
        <p14:creationId xmlns:p14="http://schemas.microsoft.com/office/powerpoint/2010/main" val="1646791014"/>
      </p:ext>
    </p:extLst>
  </p:cSld>
  <p:clrMapOvr>
    <a:masterClrMapping/>
  </p:clrMapOvr>
</p:sldLayout>
</file>

<file path=ppt/slideLayouts/slideLayout156.xml><?xml version="1.0" encoding="utf-8"?>
<p:sldLayout xmlns:a="http://schemas.openxmlformats.org/drawingml/2006/main" xmlns:r="http://schemas.openxmlformats.org/officeDocument/2006/relationships" xmlns:p="http://schemas.openxmlformats.org/presentationml/2006/main" preserve="1" userDrawn="1">
  <p:cSld name="Content + Comparison Above">
    <p:spTree>
      <p:nvGrpSpPr>
        <p:cNvPr id="1" name=""/>
        <p:cNvGrpSpPr/>
        <p:nvPr/>
      </p:nvGrpSpPr>
      <p:grpSpPr>
        <a:xfrm>
          <a:off x="0" y="0"/>
          <a:ext cx="0" cy="0"/>
          <a:chOff x="0" y="0"/>
          <a:chExt cx="0" cy="0"/>
        </a:xfrm>
      </p:grpSpPr>
      <p:sp>
        <p:nvSpPr>
          <p:cNvPr id="4" name="Line 16">
            <a:extLst>
              <a:ext uri="{FF2B5EF4-FFF2-40B4-BE49-F238E27FC236}">
                <a16:creationId xmlns:a16="http://schemas.microsoft.com/office/drawing/2014/main" id="{EDE9D519-05A1-88AA-EE47-CB1A69E9E39E}"/>
              </a:ext>
            </a:extLst>
          </p:cNvPr>
          <p:cNvSpPr>
            <a:spLocks noChangeShapeType="1"/>
          </p:cNvSpPr>
          <p:nvPr userDrawn="1"/>
        </p:nvSpPr>
        <p:spPr bwMode="auto">
          <a:xfrm>
            <a:off x="172915" y="0"/>
            <a:ext cx="0" cy="681038"/>
          </a:xfrm>
          <a:prstGeom prst="line">
            <a:avLst/>
          </a:prstGeom>
          <a:noFill/>
          <a:ln w="6350">
            <a:solidFill>
              <a:schemeClr val="bg1">
                <a:lumMod val="50000"/>
              </a:schemeClr>
            </a:solidFill>
            <a:round/>
            <a:headEnd/>
            <a:tailEnd/>
          </a:ln>
        </p:spPr>
        <p:txBody>
          <a:bodyPr/>
          <a:lstStyle/>
          <a:p>
            <a:pPr>
              <a:defRPr/>
            </a:pPr>
            <a:endParaRPr lang="en-US" sz="1350">
              <a:latin typeface="Arial" charset="0"/>
            </a:endParaRPr>
          </a:p>
        </p:txBody>
      </p:sp>
      <p:sp>
        <p:nvSpPr>
          <p:cNvPr id="5" name="Line 16">
            <a:extLst>
              <a:ext uri="{FF2B5EF4-FFF2-40B4-BE49-F238E27FC236}">
                <a16:creationId xmlns:a16="http://schemas.microsoft.com/office/drawing/2014/main" id="{376D2E66-2D52-5CCE-BE07-73BA987C6C63}"/>
              </a:ext>
            </a:extLst>
          </p:cNvPr>
          <p:cNvSpPr>
            <a:spLocks noChangeShapeType="1"/>
          </p:cNvSpPr>
          <p:nvPr userDrawn="1"/>
        </p:nvSpPr>
        <p:spPr bwMode="auto">
          <a:xfrm>
            <a:off x="9108831" y="4962525"/>
            <a:ext cx="0" cy="180975"/>
          </a:xfrm>
          <a:prstGeom prst="line">
            <a:avLst/>
          </a:prstGeom>
          <a:noFill/>
          <a:ln w="76200">
            <a:solidFill>
              <a:srgbClr val="0A1C42"/>
            </a:solidFill>
            <a:round/>
            <a:headEnd/>
            <a:tailEnd/>
          </a:ln>
        </p:spPr>
        <p:txBody>
          <a:bodyPr/>
          <a:lstStyle/>
          <a:p>
            <a:pPr>
              <a:defRPr/>
            </a:pPr>
            <a:endParaRPr lang="en-US" sz="1350">
              <a:latin typeface="Arial" charset="0"/>
            </a:endParaRPr>
          </a:p>
        </p:txBody>
      </p:sp>
      <p:sp>
        <p:nvSpPr>
          <p:cNvPr id="2" name="Title 1"/>
          <p:cNvSpPr>
            <a:spLocks noGrp="1"/>
          </p:cNvSpPr>
          <p:nvPr>
            <p:ph type="title"/>
          </p:nvPr>
        </p:nvSpPr>
        <p:spPr/>
        <p:txBody>
          <a:bodyPr/>
          <a:lstStyle>
            <a:lvl1pPr>
              <a:defRPr>
                <a:solidFill>
                  <a:schemeClr val="tx2"/>
                </a:solidFill>
              </a:defRPr>
            </a:lvl1pPr>
          </a:lstStyle>
          <a:p>
            <a:r>
              <a:rPr lang="en-NZ" noProof="0"/>
              <a:t>Click to edit Master title style</a:t>
            </a:r>
          </a:p>
        </p:txBody>
      </p:sp>
      <p:sp>
        <p:nvSpPr>
          <p:cNvPr id="3" name="Content Placeholder 2"/>
          <p:cNvSpPr>
            <a:spLocks noGrp="1"/>
          </p:cNvSpPr>
          <p:nvPr>
            <p:ph sz="half" idx="1"/>
          </p:nvPr>
        </p:nvSpPr>
        <p:spPr>
          <a:xfrm>
            <a:off x="251520" y="951571"/>
            <a:ext cx="4248472" cy="1782198"/>
          </a:xfrm>
        </p:spPr>
        <p:txBody>
          <a:bodyPr>
            <a:normAutofit/>
          </a:bodyPr>
          <a:lstStyle>
            <a:lvl1pPr>
              <a:defRPr sz="1200">
                <a:solidFill>
                  <a:schemeClr val="tx1"/>
                </a:solidFill>
              </a:defRPr>
            </a:lvl1pPr>
            <a:lvl2pPr>
              <a:defRPr sz="1050">
                <a:solidFill>
                  <a:schemeClr val="tx1"/>
                </a:solidFill>
              </a:defRPr>
            </a:lvl2pPr>
            <a:lvl3pPr>
              <a:defRPr sz="900">
                <a:solidFill>
                  <a:schemeClr val="tx1"/>
                </a:solidFill>
              </a:defRPr>
            </a:lvl3pPr>
            <a:lvl4pPr>
              <a:defRPr sz="900">
                <a:solidFill>
                  <a:schemeClr val="tx1"/>
                </a:solidFill>
              </a:defRPr>
            </a:lvl4pPr>
            <a:lvl5pPr>
              <a:defRPr sz="825">
                <a:solidFill>
                  <a:schemeClr val="tx1"/>
                </a:solidFill>
              </a:defRPr>
            </a:lvl5pPr>
            <a:lvl6pPr>
              <a:defRPr sz="1350"/>
            </a:lvl6pPr>
            <a:lvl7pPr>
              <a:defRPr sz="1350"/>
            </a:lvl7pPr>
            <a:lvl8pPr>
              <a:defRPr sz="1350"/>
            </a:lvl8pPr>
            <a:lvl9pPr>
              <a:defRPr sz="1350"/>
            </a:lvl9pPr>
          </a:lstStyle>
          <a:p>
            <a:pPr lvl="0"/>
            <a:r>
              <a:rPr lang="en-NZ" noProof="0"/>
              <a:t>Click to edit Master text styles</a:t>
            </a:r>
          </a:p>
          <a:p>
            <a:pPr lvl="1"/>
            <a:r>
              <a:rPr lang="en-NZ" noProof="0"/>
              <a:t>Second level</a:t>
            </a:r>
          </a:p>
          <a:p>
            <a:pPr lvl="2"/>
            <a:r>
              <a:rPr lang="en-NZ" noProof="0"/>
              <a:t>Third level</a:t>
            </a:r>
          </a:p>
          <a:p>
            <a:pPr lvl="3"/>
            <a:r>
              <a:rPr lang="en-NZ" noProof="0"/>
              <a:t>Fourth level</a:t>
            </a:r>
          </a:p>
          <a:p>
            <a:pPr lvl="4"/>
            <a:r>
              <a:rPr lang="en-NZ" noProof="0"/>
              <a:t>Fifth level</a:t>
            </a:r>
          </a:p>
        </p:txBody>
      </p:sp>
      <p:sp>
        <p:nvSpPr>
          <p:cNvPr id="8" name="Content Placeholder 2"/>
          <p:cNvSpPr>
            <a:spLocks noGrp="1"/>
          </p:cNvSpPr>
          <p:nvPr>
            <p:ph sz="half" idx="13"/>
          </p:nvPr>
        </p:nvSpPr>
        <p:spPr>
          <a:xfrm>
            <a:off x="251520" y="2841780"/>
            <a:ext cx="8640960" cy="1782198"/>
          </a:xfrm>
        </p:spPr>
        <p:txBody>
          <a:bodyPr>
            <a:normAutofit/>
          </a:bodyPr>
          <a:lstStyle>
            <a:lvl1pPr>
              <a:defRPr sz="1200">
                <a:solidFill>
                  <a:schemeClr val="tx1"/>
                </a:solidFill>
              </a:defRPr>
            </a:lvl1pPr>
            <a:lvl2pPr>
              <a:defRPr sz="1050">
                <a:solidFill>
                  <a:schemeClr val="tx1"/>
                </a:solidFill>
              </a:defRPr>
            </a:lvl2pPr>
            <a:lvl3pPr>
              <a:defRPr sz="900">
                <a:solidFill>
                  <a:schemeClr val="tx1"/>
                </a:solidFill>
              </a:defRPr>
            </a:lvl3pPr>
            <a:lvl4pPr>
              <a:defRPr sz="900">
                <a:solidFill>
                  <a:schemeClr val="tx1"/>
                </a:solidFill>
              </a:defRPr>
            </a:lvl4pPr>
            <a:lvl5pPr>
              <a:defRPr sz="825">
                <a:solidFill>
                  <a:schemeClr val="tx1"/>
                </a:solidFill>
              </a:defRPr>
            </a:lvl5pPr>
            <a:lvl6pPr>
              <a:defRPr sz="1350"/>
            </a:lvl6pPr>
            <a:lvl7pPr>
              <a:defRPr sz="1350"/>
            </a:lvl7pPr>
            <a:lvl8pPr>
              <a:defRPr sz="1350"/>
            </a:lvl8pPr>
            <a:lvl9pPr>
              <a:defRPr sz="1350"/>
            </a:lvl9pPr>
          </a:lstStyle>
          <a:p>
            <a:pPr lvl="0"/>
            <a:r>
              <a:rPr lang="en-NZ" noProof="0"/>
              <a:t>Click to edit Master text styles</a:t>
            </a:r>
          </a:p>
          <a:p>
            <a:pPr lvl="1"/>
            <a:r>
              <a:rPr lang="en-NZ" noProof="0"/>
              <a:t>Second level</a:t>
            </a:r>
          </a:p>
          <a:p>
            <a:pPr lvl="2"/>
            <a:r>
              <a:rPr lang="en-NZ" noProof="0"/>
              <a:t>Third level</a:t>
            </a:r>
          </a:p>
          <a:p>
            <a:pPr lvl="3"/>
            <a:r>
              <a:rPr lang="en-NZ" noProof="0"/>
              <a:t>Fourth level</a:t>
            </a:r>
          </a:p>
          <a:p>
            <a:pPr lvl="4"/>
            <a:r>
              <a:rPr lang="en-NZ" noProof="0"/>
              <a:t>Fifth level</a:t>
            </a:r>
          </a:p>
        </p:txBody>
      </p:sp>
      <p:sp>
        <p:nvSpPr>
          <p:cNvPr id="9" name="Content Placeholder 3"/>
          <p:cNvSpPr>
            <a:spLocks noGrp="1"/>
          </p:cNvSpPr>
          <p:nvPr>
            <p:ph sz="half" idx="14"/>
          </p:nvPr>
        </p:nvSpPr>
        <p:spPr>
          <a:xfrm>
            <a:off x="4644008" y="951571"/>
            <a:ext cx="4244280" cy="1782198"/>
          </a:xfrm>
        </p:spPr>
        <p:txBody>
          <a:bodyPr>
            <a:normAutofit/>
          </a:bodyPr>
          <a:lstStyle>
            <a:lvl1pPr>
              <a:defRPr sz="1200">
                <a:solidFill>
                  <a:schemeClr val="tx1"/>
                </a:solidFill>
              </a:defRPr>
            </a:lvl1pPr>
            <a:lvl2pPr>
              <a:defRPr sz="1050">
                <a:solidFill>
                  <a:schemeClr val="tx1"/>
                </a:solidFill>
              </a:defRPr>
            </a:lvl2pPr>
            <a:lvl3pPr>
              <a:defRPr sz="900">
                <a:solidFill>
                  <a:schemeClr val="tx1"/>
                </a:solidFill>
              </a:defRPr>
            </a:lvl3pPr>
            <a:lvl4pPr>
              <a:defRPr sz="900">
                <a:solidFill>
                  <a:schemeClr val="tx1"/>
                </a:solidFill>
              </a:defRPr>
            </a:lvl4pPr>
            <a:lvl5pPr>
              <a:defRPr sz="825">
                <a:solidFill>
                  <a:schemeClr val="tx1"/>
                </a:solidFill>
              </a:defRPr>
            </a:lvl5pPr>
            <a:lvl6pPr>
              <a:defRPr sz="1350"/>
            </a:lvl6pPr>
            <a:lvl7pPr>
              <a:defRPr sz="1350"/>
            </a:lvl7pPr>
            <a:lvl8pPr>
              <a:defRPr sz="1350"/>
            </a:lvl8pPr>
            <a:lvl9pPr>
              <a:defRPr sz="1350"/>
            </a:lvl9pPr>
          </a:lstStyle>
          <a:p>
            <a:pPr lvl="0"/>
            <a:r>
              <a:rPr lang="en-NZ" noProof="0"/>
              <a:t>Click to edit Master text styles</a:t>
            </a:r>
          </a:p>
          <a:p>
            <a:pPr lvl="1"/>
            <a:r>
              <a:rPr lang="en-NZ" noProof="0"/>
              <a:t>Second level</a:t>
            </a:r>
          </a:p>
          <a:p>
            <a:pPr lvl="2"/>
            <a:r>
              <a:rPr lang="en-NZ" noProof="0"/>
              <a:t>Third level</a:t>
            </a:r>
          </a:p>
          <a:p>
            <a:pPr lvl="3"/>
            <a:r>
              <a:rPr lang="en-NZ" noProof="0"/>
              <a:t>Fourth level</a:t>
            </a:r>
          </a:p>
          <a:p>
            <a:pPr lvl="4"/>
            <a:r>
              <a:rPr lang="en-NZ" noProof="0"/>
              <a:t>Fifth level</a:t>
            </a:r>
          </a:p>
        </p:txBody>
      </p:sp>
      <p:sp>
        <p:nvSpPr>
          <p:cNvPr id="6" name="Footer Placeholder 5">
            <a:extLst>
              <a:ext uri="{FF2B5EF4-FFF2-40B4-BE49-F238E27FC236}">
                <a16:creationId xmlns:a16="http://schemas.microsoft.com/office/drawing/2014/main" id="{5CCA7404-8AAF-463B-E412-6E8CDA0E033C}"/>
              </a:ext>
            </a:extLst>
          </p:cNvPr>
          <p:cNvSpPr>
            <a:spLocks noGrp="1"/>
          </p:cNvSpPr>
          <p:nvPr>
            <p:ph type="ftr" sz="quarter" idx="15"/>
          </p:nvPr>
        </p:nvSpPr>
        <p:spPr/>
        <p:txBody>
          <a:bodyPr/>
          <a:lstStyle>
            <a:lvl1pPr>
              <a:defRPr/>
            </a:lvl1pPr>
          </a:lstStyle>
          <a:p>
            <a:pPr>
              <a:defRPr/>
            </a:pPr>
            <a:r>
              <a:t>Confidential – Internal BNZ Discussion Only</a:t>
            </a:r>
          </a:p>
        </p:txBody>
      </p:sp>
      <p:sp>
        <p:nvSpPr>
          <p:cNvPr id="7" name="Slide Number Placeholder 6">
            <a:extLst>
              <a:ext uri="{FF2B5EF4-FFF2-40B4-BE49-F238E27FC236}">
                <a16:creationId xmlns:a16="http://schemas.microsoft.com/office/drawing/2014/main" id="{9DF198A8-8EB4-77AA-2374-A05E532E4501}"/>
              </a:ext>
            </a:extLst>
          </p:cNvPr>
          <p:cNvSpPr>
            <a:spLocks noGrp="1"/>
          </p:cNvSpPr>
          <p:nvPr>
            <p:ph type="sldNum" sz="quarter" idx="16"/>
          </p:nvPr>
        </p:nvSpPr>
        <p:spPr/>
        <p:txBody>
          <a:bodyPr/>
          <a:lstStyle>
            <a:lvl1pPr>
              <a:defRPr/>
            </a:lvl1pPr>
          </a:lstStyle>
          <a:p>
            <a:fld id="{B106E13F-3837-473C-AB4B-765E987764DE}" type="slidenum">
              <a:rPr lang="en-NZ" altLang="en-US"/>
              <a:pPr/>
              <a:t>‹#›</a:t>
            </a:fld>
            <a:endParaRPr lang="en-NZ" altLang="en-US"/>
          </a:p>
        </p:txBody>
      </p:sp>
    </p:spTree>
    <p:extLst>
      <p:ext uri="{BB962C8B-B14F-4D97-AF65-F5344CB8AC3E}">
        <p14:creationId xmlns:p14="http://schemas.microsoft.com/office/powerpoint/2010/main" val="4130165540"/>
      </p:ext>
    </p:extLst>
  </p:cSld>
  <p:clrMapOvr>
    <a:masterClrMapping/>
  </p:clrMapOvr>
</p:sldLayout>
</file>

<file path=ppt/slideLayouts/slideLayout157.xml><?xml version="1.0" encoding="utf-8"?>
<p:sldLayout xmlns:a="http://schemas.openxmlformats.org/drawingml/2006/main" xmlns:r="http://schemas.openxmlformats.org/officeDocument/2006/relationships" xmlns:p="http://schemas.openxmlformats.org/presentationml/2006/main" preserve="1" userDrawn="1">
  <p:cSld name="Subtitle, Content + Comparison Below">
    <p:spTree>
      <p:nvGrpSpPr>
        <p:cNvPr id="1" name=""/>
        <p:cNvGrpSpPr/>
        <p:nvPr/>
      </p:nvGrpSpPr>
      <p:grpSpPr>
        <a:xfrm>
          <a:off x="0" y="0"/>
          <a:ext cx="0" cy="0"/>
          <a:chOff x="0" y="0"/>
          <a:chExt cx="0" cy="0"/>
        </a:xfrm>
      </p:grpSpPr>
      <p:sp>
        <p:nvSpPr>
          <p:cNvPr id="5" name="Line 16">
            <a:extLst>
              <a:ext uri="{FF2B5EF4-FFF2-40B4-BE49-F238E27FC236}">
                <a16:creationId xmlns:a16="http://schemas.microsoft.com/office/drawing/2014/main" id="{DCCEE1E5-CCB4-174E-4D88-19E2C5267D79}"/>
              </a:ext>
            </a:extLst>
          </p:cNvPr>
          <p:cNvSpPr>
            <a:spLocks noChangeShapeType="1"/>
          </p:cNvSpPr>
          <p:nvPr userDrawn="1"/>
        </p:nvSpPr>
        <p:spPr bwMode="auto">
          <a:xfrm>
            <a:off x="172915" y="0"/>
            <a:ext cx="0" cy="681038"/>
          </a:xfrm>
          <a:prstGeom prst="line">
            <a:avLst/>
          </a:prstGeom>
          <a:noFill/>
          <a:ln w="6350">
            <a:solidFill>
              <a:schemeClr val="bg1">
                <a:lumMod val="50000"/>
              </a:schemeClr>
            </a:solidFill>
            <a:round/>
            <a:headEnd/>
            <a:tailEnd/>
          </a:ln>
        </p:spPr>
        <p:txBody>
          <a:bodyPr/>
          <a:lstStyle/>
          <a:p>
            <a:pPr>
              <a:defRPr/>
            </a:pPr>
            <a:endParaRPr lang="en-US" sz="1350">
              <a:latin typeface="Arial" charset="0"/>
            </a:endParaRPr>
          </a:p>
        </p:txBody>
      </p:sp>
      <p:sp>
        <p:nvSpPr>
          <p:cNvPr id="6" name="Line 16">
            <a:extLst>
              <a:ext uri="{FF2B5EF4-FFF2-40B4-BE49-F238E27FC236}">
                <a16:creationId xmlns:a16="http://schemas.microsoft.com/office/drawing/2014/main" id="{9E91A065-218C-97F0-B26B-254A9D36A354}"/>
              </a:ext>
            </a:extLst>
          </p:cNvPr>
          <p:cNvSpPr>
            <a:spLocks noChangeShapeType="1"/>
          </p:cNvSpPr>
          <p:nvPr userDrawn="1"/>
        </p:nvSpPr>
        <p:spPr bwMode="auto">
          <a:xfrm>
            <a:off x="9108831" y="4962525"/>
            <a:ext cx="0" cy="180975"/>
          </a:xfrm>
          <a:prstGeom prst="line">
            <a:avLst/>
          </a:prstGeom>
          <a:noFill/>
          <a:ln w="76200">
            <a:solidFill>
              <a:srgbClr val="0A1C42"/>
            </a:solidFill>
            <a:round/>
            <a:headEnd/>
            <a:tailEnd/>
          </a:ln>
        </p:spPr>
        <p:txBody>
          <a:bodyPr/>
          <a:lstStyle/>
          <a:p>
            <a:pPr>
              <a:defRPr/>
            </a:pPr>
            <a:endParaRPr lang="en-US" sz="1350">
              <a:latin typeface="Arial" charset="0"/>
            </a:endParaRPr>
          </a:p>
        </p:txBody>
      </p:sp>
      <p:sp>
        <p:nvSpPr>
          <p:cNvPr id="2" name="Title 1"/>
          <p:cNvSpPr>
            <a:spLocks noGrp="1"/>
          </p:cNvSpPr>
          <p:nvPr>
            <p:ph type="title"/>
          </p:nvPr>
        </p:nvSpPr>
        <p:spPr/>
        <p:txBody>
          <a:bodyPr/>
          <a:lstStyle>
            <a:lvl1pPr>
              <a:defRPr>
                <a:solidFill>
                  <a:schemeClr val="tx2"/>
                </a:solidFill>
              </a:defRPr>
            </a:lvl1pPr>
          </a:lstStyle>
          <a:p>
            <a:r>
              <a:rPr lang="en-NZ" noProof="0"/>
              <a:t>Click to edit Master title style</a:t>
            </a:r>
          </a:p>
        </p:txBody>
      </p:sp>
      <p:sp>
        <p:nvSpPr>
          <p:cNvPr id="3" name="Text Placeholder 2"/>
          <p:cNvSpPr>
            <a:spLocks noGrp="1"/>
          </p:cNvSpPr>
          <p:nvPr>
            <p:ph type="body" idx="1"/>
          </p:nvPr>
        </p:nvSpPr>
        <p:spPr>
          <a:xfrm>
            <a:off x="251520" y="837558"/>
            <a:ext cx="8640960" cy="270030"/>
          </a:xfrm>
          <a:noFill/>
        </p:spPr>
        <p:txBody>
          <a:bodyPr anchor="b">
            <a:noAutofit/>
          </a:bodyPr>
          <a:lstStyle>
            <a:lvl1pPr marL="0" indent="0">
              <a:buNone/>
              <a:defRPr sz="1350" b="1">
                <a:solidFill>
                  <a:srgbClr val="669AD2"/>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NZ" noProof="0" dirty="0"/>
              <a:t>Click to edit Master text styles</a:t>
            </a:r>
          </a:p>
        </p:txBody>
      </p:sp>
      <p:sp>
        <p:nvSpPr>
          <p:cNvPr id="4" name="Content Placeholder 3"/>
          <p:cNvSpPr>
            <a:spLocks noGrp="1"/>
          </p:cNvSpPr>
          <p:nvPr>
            <p:ph sz="half" idx="2"/>
          </p:nvPr>
        </p:nvSpPr>
        <p:spPr>
          <a:xfrm>
            <a:off x="251520" y="1161594"/>
            <a:ext cx="8640960" cy="1620180"/>
          </a:xfrm>
        </p:spPr>
        <p:txBody>
          <a:bodyPr>
            <a:normAutofit/>
          </a:bodyPr>
          <a:lstStyle>
            <a:lvl1pPr>
              <a:defRPr sz="1200">
                <a:solidFill>
                  <a:schemeClr val="tx1"/>
                </a:solidFill>
              </a:defRPr>
            </a:lvl1pPr>
            <a:lvl2pPr>
              <a:defRPr sz="1050">
                <a:solidFill>
                  <a:schemeClr val="tx1"/>
                </a:solidFill>
              </a:defRPr>
            </a:lvl2pPr>
            <a:lvl3pPr>
              <a:defRPr sz="900">
                <a:solidFill>
                  <a:schemeClr val="tx1"/>
                </a:solidFill>
              </a:defRPr>
            </a:lvl3pPr>
            <a:lvl4pPr>
              <a:defRPr sz="900">
                <a:solidFill>
                  <a:schemeClr val="tx1"/>
                </a:solidFill>
              </a:defRPr>
            </a:lvl4pPr>
            <a:lvl5pPr>
              <a:defRPr sz="825">
                <a:solidFill>
                  <a:schemeClr val="tx1"/>
                </a:solidFill>
              </a:defRPr>
            </a:lvl5pPr>
            <a:lvl6pPr>
              <a:defRPr sz="1200"/>
            </a:lvl6pPr>
            <a:lvl7pPr>
              <a:defRPr sz="1200"/>
            </a:lvl7pPr>
            <a:lvl8pPr>
              <a:defRPr sz="1200"/>
            </a:lvl8pPr>
            <a:lvl9pPr>
              <a:defRPr sz="1200"/>
            </a:lvl9pPr>
          </a:lstStyle>
          <a:p>
            <a:pPr lvl="0"/>
            <a:r>
              <a:rPr lang="en-NZ" noProof="0"/>
              <a:t>Click to edit Master text styles</a:t>
            </a:r>
          </a:p>
          <a:p>
            <a:pPr lvl="1"/>
            <a:r>
              <a:rPr lang="en-NZ" noProof="0"/>
              <a:t>Second level</a:t>
            </a:r>
          </a:p>
          <a:p>
            <a:pPr lvl="2"/>
            <a:r>
              <a:rPr lang="en-NZ" noProof="0"/>
              <a:t>Third level</a:t>
            </a:r>
          </a:p>
          <a:p>
            <a:pPr lvl="3"/>
            <a:r>
              <a:rPr lang="en-NZ" noProof="0"/>
              <a:t>Fourth level</a:t>
            </a:r>
          </a:p>
          <a:p>
            <a:pPr lvl="4"/>
            <a:r>
              <a:rPr lang="en-NZ" noProof="0"/>
              <a:t>Fifth level</a:t>
            </a:r>
          </a:p>
        </p:txBody>
      </p:sp>
      <p:sp>
        <p:nvSpPr>
          <p:cNvPr id="10" name="Text Placeholder 2"/>
          <p:cNvSpPr>
            <a:spLocks noGrp="1"/>
          </p:cNvSpPr>
          <p:nvPr>
            <p:ph type="body" idx="13"/>
          </p:nvPr>
        </p:nvSpPr>
        <p:spPr>
          <a:xfrm>
            <a:off x="251521" y="2856354"/>
            <a:ext cx="4245868" cy="270030"/>
          </a:xfrm>
          <a:noFill/>
        </p:spPr>
        <p:txBody>
          <a:bodyPr anchor="b">
            <a:noAutofit/>
          </a:bodyPr>
          <a:lstStyle>
            <a:lvl1pPr marL="0" indent="0">
              <a:buNone/>
              <a:defRPr sz="1350" b="1">
                <a:solidFill>
                  <a:srgbClr val="669AD2"/>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NZ" noProof="0" dirty="0"/>
              <a:t>Click to edit Master text styles</a:t>
            </a:r>
          </a:p>
        </p:txBody>
      </p:sp>
      <p:sp>
        <p:nvSpPr>
          <p:cNvPr id="11" name="Content Placeholder 3"/>
          <p:cNvSpPr>
            <a:spLocks noGrp="1"/>
          </p:cNvSpPr>
          <p:nvPr>
            <p:ph sz="half" idx="14"/>
          </p:nvPr>
        </p:nvSpPr>
        <p:spPr>
          <a:xfrm>
            <a:off x="251521" y="3180390"/>
            <a:ext cx="4245868" cy="1620180"/>
          </a:xfrm>
        </p:spPr>
        <p:txBody>
          <a:bodyPr>
            <a:normAutofit/>
          </a:bodyPr>
          <a:lstStyle>
            <a:lvl1pPr>
              <a:defRPr sz="1200">
                <a:solidFill>
                  <a:schemeClr val="tx1"/>
                </a:solidFill>
              </a:defRPr>
            </a:lvl1pPr>
            <a:lvl2pPr>
              <a:defRPr sz="1050">
                <a:solidFill>
                  <a:schemeClr val="tx1"/>
                </a:solidFill>
              </a:defRPr>
            </a:lvl2pPr>
            <a:lvl3pPr>
              <a:defRPr sz="900">
                <a:solidFill>
                  <a:schemeClr val="tx1"/>
                </a:solidFill>
              </a:defRPr>
            </a:lvl3pPr>
            <a:lvl4pPr>
              <a:defRPr sz="900">
                <a:solidFill>
                  <a:schemeClr val="tx1"/>
                </a:solidFill>
              </a:defRPr>
            </a:lvl4pPr>
            <a:lvl5pPr>
              <a:defRPr sz="825">
                <a:solidFill>
                  <a:schemeClr val="tx1"/>
                </a:solidFill>
              </a:defRPr>
            </a:lvl5pPr>
            <a:lvl6pPr>
              <a:defRPr sz="1200"/>
            </a:lvl6pPr>
            <a:lvl7pPr>
              <a:defRPr sz="1200"/>
            </a:lvl7pPr>
            <a:lvl8pPr>
              <a:defRPr sz="1200"/>
            </a:lvl8pPr>
            <a:lvl9pPr>
              <a:defRPr sz="1200"/>
            </a:lvl9pPr>
          </a:lstStyle>
          <a:p>
            <a:pPr lvl="0"/>
            <a:r>
              <a:rPr lang="en-NZ" noProof="0"/>
              <a:t>Click to edit Master text styles</a:t>
            </a:r>
          </a:p>
          <a:p>
            <a:pPr lvl="1"/>
            <a:r>
              <a:rPr lang="en-NZ" noProof="0"/>
              <a:t>Second level</a:t>
            </a:r>
          </a:p>
          <a:p>
            <a:pPr lvl="2"/>
            <a:r>
              <a:rPr lang="en-NZ" noProof="0"/>
              <a:t>Third level</a:t>
            </a:r>
          </a:p>
          <a:p>
            <a:pPr lvl="3"/>
            <a:r>
              <a:rPr lang="en-NZ" noProof="0"/>
              <a:t>Fourth level</a:t>
            </a:r>
          </a:p>
          <a:p>
            <a:pPr lvl="4"/>
            <a:r>
              <a:rPr lang="en-NZ" noProof="0"/>
              <a:t>Fifth level</a:t>
            </a:r>
          </a:p>
        </p:txBody>
      </p:sp>
      <p:sp>
        <p:nvSpPr>
          <p:cNvPr id="12" name="Text Placeholder 4"/>
          <p:cNvSpPr>
            <a:spLocks noGrp="1"/>
          </p:cNvSpPr>
          <p:nvPr>
            <p:ph type="body" sz="quarter" idx="15"/>
          </p:nvPr>
        </p:nvSpPr>
        <p:spPr>
          <a:xfrm>
            <a:off x="4645026" y="2856354"/>
            <a:ext cx="4247456" cy="270030"/>
          </a:xfrm>
          <a:noFill/>
        </p:spPr>
        <p:txBody>
          <a:bodyPr anchor="b">
            <a:noAutofit/>
          </a:bodyPr>
          <a:lstStyle>
            <a:lvl1pPr marL="0" indent="0">
              <a:buNone/>
              <a:defRPr sz="1350" b="1">
                <a:solidFill>
                  <a:srgbClr val="669AD2"/>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NZ" noProof="0" dirty="0"/>
              <a:t>Click to edit Master text styles</a:t>
            </a:r>
          </a:p>
        </p:txBody>
      </p:sp>
      <p:sp>
        <p:nvSpPr>
          <p:cNvPr id="13" name="Content Placeholder 5"/>
          <p:cNvSpPr>
            <a:spLocks noGrp="1"/>
          </p:cNvSpPr>
          <p:nvPr>
            <p:ph sz="quarter" idx="16"/>
          </p:nvPr>
        </p:nvSpPr>
        <p:spPr>
          <a:xfrm>
            <a:off x="4645026" y="3180390"/>
            <a:ext cx="4247456" cy="1620180"/>
          </a:xfrm>
        </p:spPr>
        <p:txBody>
          <a:bodyPr>
            <a:normAutofit/>
          </a:bodyPr>
          <a:lstStyle>
            <a:lvl1pPr>
              <a:defRPr sz="1200">
                <a:solidFill>
                  <a:schemeClr val="tx1"/>
                </a:solidFill>
              </a:defRPr>
            </a:lvl1pPr>
            <a:lvl2pPr>
              <a:defRPr sz="1050">
                <a:solidFill>
                  <a:schemeClr val="tx1"/>
                </a:solidFill>
              </a:defRPr>
            </a:lvl2pPr>
            <a:lvl3pPr>
              <a:defRPr sz="900">
                <a:solidFill>
                  <a:schemeClr val="tx1"/>
                </a:solidFill>
              </a:defRPr>
            </a:lvl3pPr>
            <a:lvl4pPr>
              <a:defRPr sz="900">
                <a:solidFill>
                  <a:schemeClr val="tx1"/>
                </a:solidFill>
              </a:defRPr>
            </a:lvl4pPr>
            <a:lvl5pPr>
              <a:defRPr sz="825">
                <a:solidFill>
                  <a:schemeClr val="tx1"/>
                </a:solidFill>
              </a:defRPr>
            </a:lvl5pPr>
            <a:lvl6pPr>
              <a:defRPr sz="1200"/>
            </a:lvl6pPr>
            <a:lvl7pPr>
              <a:defRPr sz="1200"/>
            </a:lvl7pPr>
            <a:lvl8pPr>
              <a:defRPr sz="1200"/>
            </a:lvl8pPr>
            <a:lvl9pPr>
              <a:defRPr sz="1200"/>
            </a:lvl9pPr>
          </a:lstStyle>
          <a:p>
            <a:pPr lvl="0"/>
            <a:r>
              <a:rPr lang="en-NZ" noProof="0"/>
              <a:t>Click to edit Master text styles</a:t>
            </a:r>
          </a:p>
          <a:p>
            <a:pPr lvl="1"/>
            <a:r>
              <a:rPr lang="en-NZ" noProof="0"/>
              <a:t>Second level</a:t>
            </a:r>
          </a:p>
          <a:p>
            <a:pPr lvl="2"/>
            <a:r>
              <a:rPr lang="en-NZ" noProof="0"/>
              <a:t>Third level</a:t>
            </a:r>
          </a:p>
          <a:p>
            <a:pPr lvl="3"/>
            <a:r>
              <a:rPr lang="en-NZ" noProof="0"/>
              <a:t>Fourth level</a:t>
            </a:r>
          </a:p>
          <a:p>
            <a:pPr lvl="4"/>
            <a:r>
              <a:rPr lang="en-NZ" noProof="0"/>
              <a:t>Fifth level</a:t>
            </a:r>
          </a:p>
        </p:txBody>
      </p:sp>
      <p:sp>
        <p:nvSpPr>
          <p:cNvPr id="7" name="Footer Placeholder 7">
            <a:extLst>
              <a:ext uri="{FF2B5EF4-FFF2-40B4-BE49-F238E27FC236}">
                <a16:creationId xmlns:a16="http://schemas.microsoft.com/office/drawing/2014/main" id="{1B870233-8009-CC93-7B13-B3857525D9E1}"/>
              </a:ext>
            </a:extLst>
          </p:cNvPr>
          <p:cNvSpPr>
            <a:spLocks noGrp="1"/>
          </p:cNvSpPr>
          <p:nvPr>
            <p:ph type="ftr" sz="quarter" idx="17"/>
          </p:nvPr>
        </p:nvSpPr>
        <p:spPr/>
        <p:txBody>
          <a:bodyPr/>
          <a:lstStyle>
            <a:lvl1pPr>
              <a:defRPr/>
            </a:lvl1pPr>
          </a:lstStyle>
          <a:p>
            <a:pPr>
              <a:defRPr/>
            </a:pPr>
            <a:r>
              <a:t>Confidential – Internal BNZ Discussion Only</a:t>
            </a:r>
          </a:p>
        </p:txBody>
      </p:sp>
      <p:sp>
        <p:nvSpPr>
          <p:cNvPr id="8" name="Slide Number Placeholder 8">
            <a:extLst>
              <a:ext uri="{FF2B5EF4-FFF2-40B4-BE49-F238E27FC236}">
                <a16:creationId xmlns:a16="http://schemas.microsoft.com/office/drawing/2014/main" id="{0B53D9C0-8A2F-8B16-4C30-43A35F1FD747}"/>
              </a:ext>
            </a:extLst>
          </p:cNvPr>
          <p:cNvSpPr>
            <a:spLocks noGrp="1"/>
          </p:cNvSpPr>
          <p:nvPr>
            <p:ph type="sldNum" sz="quarter" idx="18"/>
          </p:nvPr>
        </p:nvSpPr>
        <p:spPr/>
        <p:txBody>
          <a:bodyPr/>
          <a:lstStyle>
            <a:lvl1pPr>
              <a:defRPr/>
            </a:lvl1pPr>
          </a:lstStyle>
          <a:p>
            <a:fld id="{F9A8586E-2AC6-41C0-977E-75079148F404}" type="slidenum">
              <a:rPr lang="en-NZ" altLang="en-US"/>
              <a:pPr/>
              <a:t>‹#›</a:t>
            </a:fld>
            <a:endParaRPr lang="en-NZ" altLang="en-US"/>
          </a:p>
        </p:txBody>
      </p:sp>
    </p:spTree>
    <p:extLst>
      <p:ext uri="{BB962C8B-B14F-4D97-AF65-F5344CB8AC3E}">
        <p14:creationId xmlns:p14="http://schemas.microsoft.com/office/powerpoint/2010/main" val="3727997992"/>
      </p:ext>
    </p:extLst>
  </p:cSld>
  <p:clrMapOvr>
    <a:masterClrMapping/>
  </p:clrMapOvr>
</p:sldLayout>
</file>

<file path=ppt/slideLayouts/slideLayout158.xml><?xml version="1.0" encoding="utf-8"?>
<p:sldLayout xmlns:a="http://schemas.openxmlformats.org/drawingml/2006/main" xmlns:r="http://schemas.openxmlformats.org/officeDocument/2006/relationships" xmlns:p="http://schemas.openxmlformats.org/presentationml/2006/main" preserve="1" userDrawn="1">
  <p:cSld name="Subtitle, Content + Comparison Above">
    <p:spTree>
      <p:nvGrpSpPr>
        <p:cNvPr id="1" name=""/>
        <p:cNvGrpSpPr/>
        <p:nvPr/>
      </p:nvGrpSpPr>
      <p:grpSpPr>
        <a:xfrm>
          <a:off x="0" y="0"/>
          <a:ext cx="0" cy="0"/>
          <a:chOff x="0" y="0"/>
          <a:chExt cx="0" cy="0"/>
        </a:xfrm>
      </p:grpSpPr>
      <p:sp>
        <p:nvSpPr>
          <p:cNvPr id="5" name="Line 16">
            <a:extLst>
              <a:ext uri="{FF2B5EF4-FFF2-40B4-BE49-F238E27FC236}">
                <a16:creationId xmlns:a16="http://schemas.microsoft.com/office/drawing/2014/main" id="{AB3DD554-5063-60F3-DD9A-06A56C2A3F4E}"/>
              </a:ext>
            </a:extLst>
          </p:cNvPr>
          <p:cNvSpPr>
            <a:spLocks noChangeShapeType="1"/>
          </p:cNvSpPr>
          <p:nvPr userDrawn="1"/>
        </p:nvSpPr>
        <p:spPr bwMode="auto">
          <a:xfrm>
            <a:off x="172915" y="0"/>
            <a:ext cx="0" cy="681038"/>
          </a:xfrm>
          <a:prstGeom prst="line">
            <a:avLst/>
          </a:prstGeom>
          <a:noFill/>
          <a:ln w="6350">
            <a:solidFill>
              <a:schemeClr val="bg1">
                <a:lumMod val="50000"/>
              </a:schemeClr>
            </a:solidFill>
            <a:round/>
            <a:headEnd/>
            <a:tailEnd/>
          </a:ln>
        </p:spPr>
        <p:txBody>
          <a:bodyPr/>
          <a:lstStyle/>
          <a:p>
            <a:pPr>
              <a:defRPr/>
            </a:pPr>
            <a:endParaRPr lang="en-US" sz="1350">
              <a:latin typeface="Arial" charset="0"/>
            </a:endParaRPr>
          </a:p>
        </p:txBody>
      </p:sp>
      <p:sp>
        <p:nvSpPr>
          <p:cNvPr id="6" name="Line 16">
            <a:extLst>
              <a:ext uri="{FF2B5EF4-FFF2-40B4-BE49-F238E27FC236}">
                <a16:creationId xmlns:a16="http://schemas.microsoft.com/office/drawing/2014/main" id="{DE0053E5-5465-2F0F-73E5-05C82A601EF6}"/>
              </a:ext>
            </a:extLst>
          </p:cNvPr>
          <p:cNvSpPr>
            <a:spLocks noChangeShapeType="1"/>
          </p:cNvSpPr>
          <p:nvPr userDrawn="1"/>
        </p:nvSpPr>
        <p:spPr bwMode="auto">
          <a:xfrm>
            <a:off x="9108831" y="4962525"/>
            <a:ext cx="0" cy="180975"/>
          </a:xfrm>
          <a:prstGeom prst="line">
            <a:avLst/>
          </a:prstGeom>
          <a:noFill/>
          <a:ln w="76200">
            <a:solidFill>
              <a:srgbClr val="0A1C42"/>
            </a:solidFill>
            <a:round/>
            <a:headEnd/>
            <a:tailEnd/>
          </a:ln>
        </p:spPr>
        <p:txBody>
          <a:bodyPr/>
          <a:lstStyle/>
          <a:p>
            <a:pPr>
              <a:defRPr/>
            </a:pPr>
            <a:endParaRPr lang="en-US" sz="1350">
              <a:latin typeface="Arial" charset="0"/>
            </a:endParaRPr>
          </a:p>
        </p:txBody>
      </p:sp>
      <p:sp>
        <p:nvSpPr>
          <p:cNvPr id="2" name="Title 1"/>
          <p:cNvSpPr>
            <a:spLocks noGrp="1"/>
          </p:cNvSpPr>
          <p:nvPr>
            <p:ph type="title"/>
          </p:nvPr>
        </p:nvSpPr>
        <p:spPr/>
        <p:txBody>
          <a:bodyPr/>
          <a:lstStyle>
            <a:lvl1pPr>
              <a:defRPr>
                <a:solidFill>
                  <a:schemeClr val="tx2"/>
                </a:solidFill>
              </a:defRPr>
            </a:lvl1pPr>
          </a:lstStyle>
          <a:p>
            <a:r>
              <a:rPr lang="en-NZ" noProof="0"/>
              <a:t>Click to edit Master title style</a:t>
            </a:r>
          </a:p>
        </p:txBody>
      </p:sp>
      <p:sp>
        <p:nvSpPr>
          <p:cNvPr id="3" name="Text Placeholder 2"/>
          <p:cNvSpPr>
            <a:spLocks noGrp="1"/>
          </p:cNvSpPr>
          <p:nvPr>
            <p:ph type="body" idx="1"/>
          </p:nvPr>
        </p:nvSpPr>
        <p:spPr>
          <a:xfrm>
            <a:off x="251520" y="837558"/>
            <a:ext cx="4248472" cy="270030"/>
          </a:xfrm>
          <a:noFill/>
        </p:spPr>
        <p:txBody>
          <a:bodyPr anchor="b">
            <a:noAutofit/>
          </a:bodyPr>
          <a:lstStyle>
            <a:lvl1pPr marL="0" indent="0">
              <a:buNone/>
              <a:defRPr sz="1350" b="1">
                <a:solidFill>
                  <a:srgbClr val="669AD2"/>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NZ" noProof="0" dirty="0"/>
              <a:t>Click to edit Master text styles</a:t>
            </a:r>
          </a:p>
        </p:txBody>
      </p:sp>
      <p:sp>
        <p:nvSpPr>
          <p:cNvPr id="4" name="Content Placeholder 3"/>
          <p:cNvSpPr>
            <a:spLocks noGrp="1"/>
          </p:cNvSpPr>
          <p:nvPr>
            <p:ph sz="half" idx="2"/>
          </p:nvPr>
        </p:nvSpPr>
        <p:spPr>
          <a:xfrm>
            <a:off x="251520" y="1161594"/>
            <a:ext cx="4248472" cy="1620180"/>
          </a:xfrm>
        </p:spPr>
        <p:txBody>
          <a:bodyPr>
            <a:normAutofit/>
          </a:bodyPr>
          <a:lstStyle>
            <a:lvl1pPr>
              <a:defRPr sz="1200">
                <a:solidFill>
                  <a:schemeClr val="tx1"/>
                </a:solidFill>
              </a:defRPr>
            </a:lvl1pPr>
            <a:lvl2pPr>
              <a:defRPr sz="1050">
                <a:solidFill>
                  <a:schemeClr val="tx1"/>
                </a:solidFill>
              </a:defRPr>
            </a:lvl2pPr>
            <a:lvl3pPr>
              <a:defRPr sz="900">
                <a:solidFill>
                  <a:schemeClr val="tx1"/>
                </a:solidFill>
              </a:defRPr>
            </a:lvl3pPr>
            <a:lvl4pPr>
              <a:defRPr sz="900">
                <a:solidFill>
                  <a:schemeClr val="tx1"/>
                </a:solidFill>
              </a:defRPr>
            </a:lvl4pPr>
            <a:lvl5pPr>
              <a:defRPr sz="825">
                <a:solidFill>
                  <a:schemeClr val="tx1"/>
                </a:solidFill>
              </a:defRPr>
            </a:lvl5pPr>
            <a:lvl6pPr>
              <a:defRPr sz="1200"/>
            </a:lvl6pPr>
            <a:lvl7pPr>
              <a:defRPr sz="1200"/>
            </a:lvl7pPr>
            <a:lvl8pPr>
              <a:defRPr sz="1200"/>
            </a:lvl8pPr>
            <a:lvl9pPr>
              <a:defRPr sz="1200"/>
            </a:lvl9pPr>
          </a:lstStyle>
          <a:p>
            <a:pPr lvl="0"/>
            <a:r>
              <a:rPr lang="en-NZ" noProof="0"/>
              <a:t>Click to edit Master text styles</a:t>
            </a:r>
          </a:p>
          <a:p>
            <a:pPr lvl="1"/>
            <a:r>
              <a:rPr lang="en-NZ" noProof="0"/>
              <a:t>Second level</a:t>
            </a:r>
          </a:p>
          <a:p>
            <a:pPr lvl="2"/>
            <a:r>
              <a:rPr lang="en-NZ" noProof="0"/>
              <a:t>Third level</a:t>
            </a:r>
          </a:p>
          <a:p>
            <a:pPr lvl="3"/>
            <a:r>
              <a:rPr lang="en-NZ" noProof="0"/>
              <a:t>Fourth level</a:t>
            </a:r>
          </a:p>
          <a:p>
            <a:pPr lvl="4"/>
            <a:r>
              <a:rPr lang="en-NZ" noProof="0"/>
              <a:t>Fifth level</a:t>
            </a:r>
          </a:p>
        </p:txBody>
      </p:sp>
      <p:sp>
        <p:nvSpPr>
          <p:cNvPr id="10" name="Text Placeholder 2"/>
          <p:cNvSpPr>
            <a:spLocks noGrp="1"/>
          </p:cNvSpPr>
          <p:nvPr>
            <p:ph type="body" idx="13"/>
          </p:nvPr>
        </p:nvSpPr>
        <p:spPr>
          <a:xfrm>
            <a:off x="251520" y="2856354"/>
            <a:ext cx="8640960" cy="270030"/>
          </a:xfrm>
          <a:noFill/>
        </p:spPr>
        <p:txBody>
          <a:bodyPr anchor="b">
            <a:noAutofit/>
          </a:bodyPr>
          <a:lstStyle>
            <a:lvl1pPr marL="0" indent="0">
              <a:buNone/>
              <a:defRPr sz="1350" b="1">
                <a:solidFill>
                  <a:srgbClr val="669AD2"/>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NZ" noProof="0" dirty="0"/>
              <a:t>Click to edit Master text styles</a:t>
            </a:r>
          </a:p>
        </p:txBody>
      </p:sp>
      <p:sp>
        <p:nvSpPr>
          <p:cNvPr id="11" name="Content Placeholder 3"/>
          <p:cNvSpPr>
            <a:spLocks noGrp="1"/>
          </p:cNvSpPr>
          <p:nvPr>
            <p:ph sz="half" idx="14"/>
          </p:nvPr>
        </p:nvSpPr>
        <p:spPr>
          <a:xfrm>
            <a:off x="251520" y="3180390"/>
            <a:ext cx="8640960" cy="1620180"/>
          </a:xfrm>
        </p:spPr>
        <p:txBody>
          <a:bodyPr>
            <a:normAutofit/>
          </a:bodyPr>
          <a:lstStyle>
            <a:lvl1pPr>
              <a:defRPr sz="1200">
                <a:solidFill>
                  <a:schemeClr val="tx1"/>
                </a:solidFill>
              </a:defRPr>
            </a:lvl1pPr>
            <a:lvl2pPr>
              <a:defRPr sz="1050">
                <a:solidFill>
                  <a:schemeClr val="tx1"/>
                </a:solidFill>
              </a:defRPr>
            </a:lvl2pPr>
            <a:lvl3pPr>
              <a:defRPr sz="900">
                <a:solidFill>
                  <a:schemeClr val="tx1"/>
                </a:solidFill>
              </a:defRPr>
            </a:lvl3pPr>
            <a:lvl4pPr>
              <a:defRPr sz="900">
                <a:solidFill>
                  <a:schemeClr val="tx1"/>
                </a:solidFill>
              </a:defRPr>
            </a:lvl4pPr>
            <a:lvl5pPr>
              <a:defRPr sz="825">
                <a:solidFill>
                  <a:schemeClr val="tx1"/>
                </a:solidFill>
              </a:defRPr>
            </a:lvl5pPr>
            <a:lvl6pPr>
              <a:defRPr sz="1200"/>
            </a:lvl6pPr>
            <a:lvl7pPr>
              <a:defRPr sz="1200"/>
            </a:lvl7pPr>
            <a:lvl8pPr>
              <a:defRPr sz="1200"/>
            </a:lvl8pPr>
            <a:lvl9pPr>
              <a:defRPr sz="1200"/>
            </a:lvl9pPr>
          </a:lstStyle>
          <a:p>
            <a:pPr lvl="0"/>
            <a:r>
              <a:rPr lang="en-NZ" noProof="0"/>
              <a:t>Click to edit Master text styles</a:t>
            </a:r>
          </a:p>
          <a:p>
            <a:pPr lvl="1"/>
            <a:r>
              <a:rPr lang="en-NZ" noProof="0"/>
              <a:t>Second level</a:t>
            </a:r>
          </a:p>
          <a:p>
            <a:pPr lvl="2"/>
            <a:r>
              <a:rPr lang="en-NZ" noProof="0"/>
              <a:t>Third level</a:t>
            </a:r>
          </a:p>
          <a:p>
            <a:pPr lvl="3"/>
            <a:r>
              <a:rPr lang="en-NZ" noProof="0"/>
              <a:t>Fourth level</a:t>
            </a:r>
          </a:p>
          <a:p>
            <a:pPr lvl="4"/>
            <a:r>
              <a:rPr lang="en-NZ" noProof="0"/>
              <a:t>Fifth level</a:t>
            </a:r>
          </a:p>
        </p:txBody>
      </p:sp>
      <p:sp>
        <p:nvSpPr>
          <p:cNvPr id="12" name="Text Placeholder 4"/>
          <p:cNvSpPr>
            <a:spLocks noGrp="1"/>
          </p:cNvSpPr>
          <p:nvPr>
            <p:ph type="body" sz="quarter" idx="15"/>
          </p:nvPr>
        </p:nvSpPr>
        <p:spPr>
          <a:xfrm>
            <a:off x="4645026" y="843558"/>
            <a:ext cx="4247456" cy="270030"/>
          </a:xfrm>
          <a:noFill/>
        </p:spPr>
        <p:txBody>
          <a:bodyPr anchor="b">
            <a:noAutofit/>
          </a:bodyPr>
          <a:lstStyle>
            <a:lvl1pPr marL="0" indent="0">
              <a:buNone/>
              <a:defRPr sz="1350" b="1">
                <a:solidFill>
                  <a:srgbClr val="669AD2"/>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NZ" noProof="0" dirty="0"/>
              <a:t>Click to edit Master text styles</a:t>
            </a:r>
          </a:p>
        </p:txBody>
      </p:sp>
      <p:sp>
        <p:nvSpPr>
          <p:cNvPr id="13" name="Content Placeholder 5"/>
          <p:cNvSpPr>
            <a:spLocks noGrp="1"/>
          </p:cNvSpPr>
          <p:nvPr>
            <p:ph sz="quarter" idx="16"/>
          </p:nvPr>
        </p:nvSpPr>
        <p:spPr>
          <a:xfrm>
            <a:off x="4645026" y="1167594"/>
            <a:ext cx="4247456" cy="1620180"/>
          </a:xfrm>
        </p:spPr>
        <p:txBody>
          <a:bodyPr>
            <a:normAutofit/>
          </a:bodyPr>
          <a:lstStyle>
            <a:lvl1pPr>
              <a:defRPr sz="1200">
                <a:solidFill>
                  <a:schemeClr val="tx1"/>
                </a:solidFill>
              </a:defRPr>
            </a:lvl1pPr>
            <a:lvl2pPr>
              <a:defRPr sz="1050">
                <a:solidFill>
                  <a:schemeClr val="tx1"/>
                </a:solidFill>
              </a:defRPr>
            </a:lvl2pPr>
            <a:lvl3pPr>
              <a:defRPr sz="900">
                <a:solidFill>
                  <a:schemeClr val="tx1"/>
                </a:solidFill>
              </a:defRPr>
            </a:lvl3pPr>
            <a:lvl4pPr>
              <a:defRPr sz="900">
                <a:solidFill>
                  <a:schemeClr val="tx1"/>
                </a:solidFill>
              </a:defRPr>
            </a:lvl4pPr>
            <a:lvl5pPr>
              <a:defRPr sz="825">
                <a:solidFill>
                  <a:schemeClr val="tx1"/>
                </a:solidFill>
              </a:defRPr>
            </a:lvl5pPr>
            <a:lvl6pPr>
              <a:defRPr sz="1200"/>
            </a:lvl6pPr>
            <a:lvl7pPr>
              <a:defRPr sz="1200"/>
            </a:lvl7pPr>
            <a:lvl8pPr>
              <a:defRPr sz="1200"/>
            </a:lvl8pPr>
            <a:lvl9pPr>
              <a:defRPr sz="1200"/>
            </a:lvl9pPr>
          </a:lstStyle>
          <a:p>
            <a:pPr lvl="0"/>
            <a:r>
              <a:rPr lang="en-NZ" noProof="0"/>
              <a:t>Click to edit Master text styles</a:t>
            </a:r>
          </a:p>
          <a:p>
            <a:pPr lvl="1"/>
            <a:r>
              <a:rPr lang="en-NZ" noProof="0"/>
              <a:t>Second level</a:t>
            </a:r>
          </a:p>
          <a:p>
            <a:pPr lvl="2"/>
            <a:r>
              <a:rPr lang="en-NZ" noProof="0"/>
              <a:t>Third level</a:t>
            </a:r>
          </a:p>
          <a:p>
            <a:pPr lvl="3"/>
            <a:r>
              <a:rPr lang="en-NZ" noProof="0"/>
              <a:t>Fourth level</a:t>
            </a:r>
          </a:p>
          <a:p>
            <a:pPr lvl="4"/>
            <a:r>
              <a:rPr lang="en-NZ" noProof="0"/>
              <a:t>Fifth level</a:t>
            </a:r>
          </a:p>
        </p:txBody>
      </p:sp>
      <p:sp>
        <p:nvSpPr>
          <p:cNvPr id="7" name="Footer Placeholder 7">
            <a:extLst>
              <a:ext uri="{FF2B5EF4-FFF2-40B4-BE49-F238E27FC236}">
                <a16:creationId xmlns:a16="http://schemas.microsoft.com/office/drawing/2014/main" id="{D013287D-6117-CBC4-FCF5-1CE1537CB53D}"/>
              </a:ext>
            </a:extLst>
          </p:cNvPr>
          <p:cNvSpPr>
            <a:spLocks noGrp="1"/>
          </p:cNvSpPr>
          <p:nvPr>
            <p:ph type="ftr" sz="quarter" idx="17"/>
          </p:nvPr>
        </p:nvSpPr>
        <p:spPr/>
        <p:txBody>
          <a:bodyPr/>
          <a:lstStyle>
            <a:lvl1pPr>
              <a:defRPr/>
            </a:lvl1pPr>
          </a:lstStyle>
          <a:p>
            <a:pPr>
              <a:defRPr/>
            </a:pPr>
            <a:r>
              <a:t>Confidential – Internal BNZ Discussion Only</a:t>
            </a:r>
          </a:p>
        </p:txBody>
      </p:sp>
      <p:sp>
        <p:nvSpPr>
          <p:cNvPr id="8" name="Slide Number Placeholder 8">
            <a:extLst>
              <a:ext uri="{FF2B5EF4-FFF2-40B4-BE49-F238E27FC236}">
                <a16:creationId xmlns:a16="http://schemas.microsoft.com/office/drawing/2014/main" id="{2EE7376D-5248-C7A5-094B-FCE0A371FADB}"/>
              </a:ext>
            </a:extLst>
          </p:cNvPr>
          <p:cNvSpPr>
            <a:spLocks noGrp="1"/>
          </p:cNvSpPr>
          <p:nvPr>
            <p:ph type="sldNum" sz="quarter" idx="18"/>
          </p:nvPr>
        </p:nvSpPr>
        <p:spPr/>
        <p:txBody>
          <a:bodyPr/>
          <a:lstStyle>
            <a:lvl1pPr>
              <a:defRPr/>
            </a:lvl1pPr>
          </a:lstStyle>
          <a:p>
            <a:fld id="{E9DF9BE2-EC13-4C46-A870-71783DEE2843}" type="slidenum">
              <a:rPr lang="en-NZ" altLang="en-US"/>
              <a:pPr/>
              <a:t>‹#›</a:t>
            </a:fld>
            <a:endParaRPr lang="en-NZ" altLang="en-US"/>
          </a:p>
        </p:txBody>
      </p:sp>
    </p:spTree>
    <p:extLst>
      <p:ext uri="{BB962C8B-B14F-4D97-AF65-F5344CB8AC3E}">
        <p14:creationId xmlns:p14="http://schemas.microsoft.com/office/powerpoint/2010/main" val="2764414677"/>
      </p:ext>
    </p:extLst>
  </p:cSld>
  <p:clrMapOvr>
    <a:masterClrMapping/>
  </p:clrMapOvr>
</p:sldLayout>
</file>

<file path=ppt/slideLayouts/slideLayout159.xml><?xml version="1.0" encoding="utf-8"?>
<p:sldLayout xmlns:a="http://schemas.openxmlformats.org/drawingml/2006/main" xmlns:r="http://schemas.openxmlformats.org/officeDocument/2006/relationships" xmlns:p="http://schemas.openxmlformats.org/presentationml/2006/main" preserve="1" userDrawn="1">
  <p:cSld name="Title &amp; 3 Contents">
    <p:spTree>
      <p:nvGrpSpPr>
        <p:cNvPr id="1" name=""/>
        <p:cNvGrpSpPr/>
        <p:nvPr/>
      </p:nvGrpSpPr>
      <p:grpSpPr>
        <a:xfrm>
          <a:off x="0" y="0"/>
          <a:ext cx="0" cy="0"/>
          <a:chOff x="0" y="0"/>
          <a:chExt cx="0" cy="0"/>
        </a:xfrm>
      </p:grpSpPr>
      <p:sp>
        <p:nvSpPr>
          <p:cNvPr id="5" name="Line 16">
            <a:extLst>
              <a:ext uri="{FF2B5EF4-FFF2-40B4-BE49-F238E27FC236}">
                <a16:creationId xmlns:a16="http://schemas.microsoft.com/office/drawing/2014/main" id="{E33600F9-86B0-05CA-D689-700B057009E0}"/>
              </a:ext>
            </a:extLst>
          </p:cNvPr>
          <p:cNvSpPr>
            <a:spLocks noChangeShapeType="1"/>
          </p:cNvSpPr>
          <p:nvPr userDrawn="1"/>
        </p:nvSpPr>
        <p:spPr bwMode="auto">
          <a:xfrm>
            <a:off x="172915" y="0"/>
            <a:ext cx="0" cy="681038"/>
          </a:xfrm>
          <a:prstGeom prst="line">
            <a:avLst/>
          </a:prstGeom>
          <a:noFill/>
          <a:ln w="6350">
            <a:solidFill>
              <a:schemeClr val="bg1">
                <a:lumMod val="50000"/>
              </a:schemeClr>
            </a:solidFill>
            <a:round/>
            <a:headEnd/>
            <a:tailEnd/>
          </a:ln>
        </p:spPr>
        <p:txBody>
          <a:bodyPr/>
          <a:lstStyle/>
          <a:p>
            <a:pPr>
              <a:defRPr/>
            </a:pPr>
            <a:endParaRPr lang="en-US" sz="1350">
              <a:latin typeface="Arial" charset="0"/>
            </a:endParaRPr>
          </a:p>
        </p:txBody>
      </p:sp>
      <p:sp>
        <p:nvSpPr>
          <p:cNvPr id="6" name="Line 16">
            <a:extLst>
              <a:ext uri="{FF2B5EF4-FFF2-40B4-BE49-F238E27FC236}">
                <a16:creationId xmlns:a16="http://schemas.microsoft.com/office/drawing/2014/main" id="{67A48264-E37D-92E7-9D39-2F3928DEF652}"/>
              </a:ext>
            </a:extLst>
          </p:cNvPr>
          <p:cNvSpPr>
            <a:spLocks noChangeShapeType="1"/>
          </p:cNvSpPr>
          <p:nvPr userDrawn="1"/>
        </p:nvSpPr>
        <p:spPr bwMode="auto">
          <a:xfrm>
            <a:off x="9108831" y="4962525"/>
            <a:ext cx="0" cy="180975"/>
          </a:xfrm>
          <a:prstGeom prst="line">
            <a:avLst/>
          </a:prstGeom>
          <a:noFill/>
          <a:ln w="76200">
            <a:solidFill>
              <a:srgbClr val="0A1C42"/>
            </a:solidFill>
            <a:round/>
            <a:headEnd/>
            <a:tailEnd/>
          </a:ln>
        </p:spPr>
        <p:txBody>
          <a:bodyPr/>
          <a:lstStyle/>
          <a:p>
            <a:pPr>
              <a:defRPr/>
            </a:pPr>
            <a:endParaRPr lang="en-US" sz="1350">
              <a:latin typeface="Arial" charset="0"/>
            </a:endParaRPr>
          </a:p>
        </p:txBody>
      </p:sp>
      <p:sp>
        <p:nvSpPr>
          <p:cNvPr id="2" name="Title 1"/>
          <p:cNvSpPr>
            <a:spLocks noGrp="1"/>
          </p:cNvSpPr>
          <p:nvPr>
            <p:ph type="title"/>
          </p:nvPr>
        </p:nvSpPr>
        <p:spPr/>
        <p:txBody>
          <a:bodyPr/>
          <a:lstStyle>
            <a:lvl1pPr>
              <a:defRPr>
                <a:solidFill>
                  <a:schemeClr val="tx2"/>
                </a:solidFill>
              </a:defRPr>
            </a:lvl1pPr>
          </a:lstStyle>
          <a:p>
            <a:r>
              <a:rPr lang="en-NZ" noProof="0"/>
              <a:t>Click to edit Master title style</a:t>
            </a:r>
          </a:p>
        </p:txBody>
      </p:sp>
      <p:sp>
        <p:nvSpPr>
          <p:cNvPr id="3" name="Content Placeholder 2"/>
          <p:cNvSpPr>
            <a:spLocks noGrp="1"/>
          </p:cNvSpPr>
          <p:nvPr>
            <p:ph sz="half" idx="1"/>
          </p:nvPr>
        </p:nvSpPr>
        <p:spPr>
          <a:xfrm>
            <a:off x="251520" y="951570"/>
            <a:ext cx="4244280" cy="3672408"/>
          </a:xfrm>
        </p:spPr>
        <p:txBody>
          <a:bodyPr>
            <a:normAutofit/>
          </a:bodyPr>
          <a:lstStyle>
            <a:lvl1pPr>
              <a:defRPr sz="1200">
                <a:solidFill>
                  <a:schemeClr val="tx1"/>
                </a:solidFill>
              </a:defRPr>
            </a:lvl1pPr>
            <a:lvl2pPr>
              <a:defRPr sz="1050">
                <a:solidFill>
                  <a:schemeClr val="tx1"/>
                </a:solidFill>
              </a:defRPr>
            </a:lvl2pPr>
            <a:lvl3pPr>
              <a:defRPr sz="900">
                <a:solidFill>
                  <a:schemeClr val="tx1"/>
                </a:solidFill>
              </a:defRPr>
            </a:lvl3pPr>
            <a:lvl4pPr>
              <a:defRPr sz="900">
                <a:solidFill>
                  <a:schemeClr val="tx1"/>
                </a:solidFill>
              </a:defRPr>
            </a:lvl4pPr>
            <a:lvl5pPr>
              <a:defRPr sz="825">
                <a:solidFill>
                  <a:schemeClr val="tx1"/>
                </a:solidFill>
              </a:defRPr>
            </a:lvl5pPr>
            <a:lvl6pPr>
              <a:defRPr sz="1350"/>
            </a:lvl6pPr>
            <a:lvl7pPr>
              <a:defRPr sz="1350"/>
            </a:lvl7pPr>
            <a:lvl8pPr>
              <a:defRPr sz="1350"/>
            </a:lvl8pPr>
            <a:lvl9pPr>
              <a:defRPr sz="1350"/>
            </a:lvl9pPr>
          </a:lstStyle>
          <a:p>
            <a:pPr lvl="0"/>
            <a:r>
              <a:rPr lang="en-NZ" noProof="0"/>
              <a:t>Click to edit Master text styles</a:t>
            </a:r>
          </a:p>
          <a:p>
            <a:pPr lvl="1"/>
            <a:r>
              <a:rPr lang="en-NZ" noProof="0"/>
              <a:t>Second level</a:t>
            </a:r>
          </a:p>
          <a:p>
            <a:pPr lvl="2"/>
            <a:r>
              <a:rPr lang="en-NZ" noProof="0"/>
              <a:t>Third level</a:t>
            </a:r>
          </a:p>
          <a:p>
            <a:pPr lvl="3"/>
            <a:r>
              <a:rPr lang="en-NZ" noProof="0"/>
              <a:t>Fourth level</a:t>
            </a:r>
          </a:p>
          <a:p>
            <a:pPr lvl="4"/>
            <a:r>
              <a:rPr lang="en-NZ" noProof="0"/>
              <a:t>Fifth level</a:t>
            </a:r>
          </a:p>
        </p:txBody>
      </p:sp>
      <p:sp>
        <p:nvSpPr>
          <p:cNvPr id="4" name="Content Placeholder 3"/>
          <p:cNvSpPr>
            <a:spLocks noGrp="1"/>
          </p:cNvSpPr>
          <p:nvPr>
            <p:ph sz="half" idx="2"/>
          </p:nvPr>
        </p:nvSpPr>
        <p:spPr>
          <a:xfrm>
            <a:off x="4648200" y="951571"/>
            <a:ext cx="4244280" cy="1782198"/>
          </a:xfrm>
        </p:spPr>
        <p:txBody>
          <a:bodyPr>
            <a:normAutofit/>
          </a:bodyPr>
          <a:lstStyle>
            <a:lvl1pPr>
              <a:defRPr sz="1200">
                <a:solidFill>
                  <a:schemeClr val="tx1"/>
                </a:solidFill>
              </a:defRPr>
            </a:lvl1pPr>
            <a:lvl2pPr>
              <a:defRPr sz="1050">
                <a:solidFill>
                  <a:schemeClr val="tx1"/>
                </a:solidFill>
              </a:defRPr>
            </a:lvl2pPr>
            <a:lvl3pPr>
              <a:defRPr sz="900">
                <a:solidFill>
                  <a:schemeClr val="tx1"/>
                </a:solidFill>
              </a:defRPr>
            </a:lvl3pPr>
            <a:lvl4pPr>
              <a:defRPr sz="900">
                <a:solidFill>
                  <a:schemeClr val="tx1"/>
                </a:solidFill>
              </a:defRPr>
            </a:lvl4pPr>
            <a:lvl5pPr>
              <a:defRPr sz="825">
                <a:solidFill>
                  <a:schemeClr val="tx1"/>
                </a:solidFill>
              </a:defRPr>
            </a:lvl5pPr>
            <a:lvl6pPr>
              <a:defRPr sz="1350"/>
            </a:lvl6pPr>
            <a:lvl7pPr>
              <a:defRPr sz="1350"/>
            </a:lvl7pPr>
            <a:lvl8pPr>
              <a:defRPr sz="1350"/>
            </a:lvl8pPr>
            <a:lvl9pPr>
              <a:defRPr sz="1350"/>
            </a:lvl9pPr>
          </a:lstStyle>
          <a:p>
            <a:pPr lvl="0"/>
            <a:r>
              <a:rPr lang="en-NZ" noProof="0"/>
              <a:t>Click to edit Master text styles</a:t>
            </a:r>
          </a:p>
          <a:p>
            <a:pPr lvl="1"/>
            <a:r>
              <a:rPr lang="en-NZ" noProof="0"/>
              <a:t>Second level</a:t>
            </a:r>
          </a:p>
          <a:p>
            <a:pPr lvl="2"/>
            <a:r>
              <a:rPr lang="en-NZ" noProof="0"/>
              <a:t>Third level</a:t>
            </a:r>
          </a:p>
          <a:p>
            <a:pPr lvl="3"/>
            <a:r>
              <a:rPr lang="en-NZ" noProof="0"/>
              <a:t>Fourth level</a:t>
            </a:r>
          </a:p>
          <a:p>
            <a:pPr lvl="4"/>
            <a:r>
              <a:rPr lang="en-NZ" noProof="0"/>
              <a:t>Fifth level</a:t>
            </a:r>
          </a:p>
        </p:txBody>
      </p:sp>
      <p:sp>
        <p:nvSpPr>
          <p:cNvPr id="9" name="Content Placeholder 3"/>
          <p:cNvSpPr>
            <a:spLocks noGrp="1"/>
          </p:cNvSpPr>
          <p:nvPr>
            <p:ph sz="half" idx="14"/>
          </p:nvPr>
        </p:nvSpPr>
        <p:spPr>
          <a:xfrm>
            <a:off x="4648200" y="2841780"/>
            <a:ext cx="4244280" cy="1782198"/>
          </a:xfrm>
        </p:spPr>
        <p:txBody>
          <a:bodyPr>
            <a:normAutofit/>
          </a:bodyPr>
          <a:lstStyle>
            <a:lvl1pPr>
              <a:defRPr sz="1200">
                <a:solidFill>
                  <a:schemeClr val="tx1"/>
                </a:solidFill>
              </a:defRPr>
            </a:lvl1pPr>
            <a:lvl2pPr>
              <a:defRPr sz="1050">
                <a:solidFill>
                  <a:schemeClr val="tx1"/>
                </a:solidFill>
              </a:defRPr>
            </a:lvl2pPr>
            <a:lvl3pPr>
              <a:defRPr sz="900">
                <a:solidFill>
                  <a:schemeClr val="tx1"/>
                </a:solidFill>
              </a:defRPr>
            </a:lvl3pPr>
            <a:lvl4pPr>
              <a:defRPr sz="900">
                <a:solidFill>
                  <a:schemeClr val="tx1"/>
                </a:solidFill>
              </a:defRPr>
            </a:lvl4pPr>
            <a:lvl5pPr>
              <a:defRPr sz="825">
                <a:solidFill>
                  <a:schemeClr val="tx1"/>
                </a:solidFill>
              </a:defRPr>
            </a:lvl5pPr>
            <a:lvl6pPr>
              <a:defRPr sz="1350"/>
            </a:lvl6pPr>
            <a:lvl7pPr>
              <a:defRPr sz="1350"/>
            </a:lvl7pPr>
            <a:lvl8pPr>
              <a:defRPr sz="1350"/>
            </a:lvl8pPr>
            <a:lvl9pPr>
              <a:defRPr sz="1350"/>
            </a:lvl9pPr>
          </a:lstStyle>
          <a:p>
            <a:pPr lvl="0"/>
            <a:r>
              <a:rPr lang="en-NZ" noProof="0"/>
              <a:t>Click to edit Master text styles</a:t>
            </a:r>
          </a:p>
          <a:p>
            <a:pPr lvl="1"/>
            <a:r>
              <a:rPr lang="en-NZ" noProof="0"/>
              <a:t>Second level</a:t>
            </a:r>
          </a:p>
          <a:p>
            <a:pPr lvl="2"/>
            <a:r>
              <a:rPr lang="en-NZ" noProof="0"/>
              <a:t>Third level</a:t>
            </a:r>
          </a:p>
          <a:p>
            <a:pPr lvl="3"/>
            <a:r>
              <a:rPr lang="en-NZ" noProof="0"/>
              <a:t>Fourth level</a:t>
            </a:r>
          </a:p>
          <a:p>
            <a:pPr lvl="4"/>
            <a:r>
              <a:rPr lang="en-NZ" noProof="0"/>
              <a:t>Fifth level</a:t>
            </a:r>
          </a:p>
        </p:txBody>
      </p:sp>
      <p:sp>
        <p:nvSpPr>
          <p:cNvPr id="7" name="Footer Placeholder 5">
            <a:extLst>
              <a:ext uri="{FF2B5EF4-FFF2-40B4-BE49-F238E27FC236}">
                <a16:creationId xmlns:a16="http://schemas.microsoft.com/office/drawing/2014/main" id="{FFCDF58C-C715-7E0F-5A29-761FDB6EBEE1}"/>
              </a:ext>
            </a:extLst>
          </p:cNvPr>
          <p:cNvSpPr>
            <a:spLocks noGrp="1"/>
          </p:cNvSpPr>
          <p:nvPr>
            <p:ph type="ftr" sz="quarter" idx="15"/>
          </p:nvPr>
        </p:nvSpPr>
        <p:spPr/>
        <p:txBody>
          <a:bodyPr/>
          <a:lstStyle>
            <a:lvl1pPr>
              <a:defRPr/>
            </a:lvl1pPr>
          </a:lstStyle>
          <a:p>
            <a:pPr>
              <a:defRPr/>
            </a:pPr>
            <a:r>
              <a:t>Confidential – Internal BNZ Discussion Only</a:t>
            </a:r>
          </a:p>
        </p:txBody>
      </p:sp>
      <p:sp>
        <p:nvSpPr>
          <p:cNvPr id="8" name="Slide Number Placeholder 6">
            <a:extLst>
              <a:ext uri="{FF2B5EF4-FFF2-40B4-BE49-F238E27FC236}">
                <a16:creationId xmlns:a16="http://schemas.microsoft.com/office/drawing/2014/main" id="{69ABD3E9-1902-678B-18AD-3B85B1343312}"/>
              </a:ext>
            </a:extLst>
          </p:cNvPr>
          <p:cNvSpPr>
            <a:spLocks noGrp="1"/>
          </p:cNvSpPr>
          <p:nvPr>
            <p:ph type="sldNum" sz="quarter" idx="16"/>
          </p:nvPr>
        </p:nvSpPr>
        <p:spPr/>
        <p:txBody>
          <a:bodyPr/>
          <a:lstStyle>
            <a:lvl1pPr>
              <a:defRPr/>
            </a:lvl1pPr>
          </a:lstStyle>
          <a:p>
            <a:fld id="{5B0CE4D1-8142-4578-A857-025CAF50E287}" type="slidenum">
              <a:rPr lang="en-NZ" altLang="en-US"/>
              <a:pPr/>
              <a:t>‹#›</a:t>
            </a:fld>
            <a:endParaRPr lang="en-NZ" altLang="en-US"/>
          </a:p>
        </p:txBody>
      </p:sp>
    </p:spTree>
    <p:extLst>
      <p:ext uri="{BB962C8B-B14F-4D97-AF65-F5344CB8AC3E}">
        <p14:creationId xmlns:p14="http://schemas.microsoft.com/office/powerpoint/2010/main" val="1234902859"/>
      </p:ext>
    </p:extLst>
  </p:cSld>
  <p:clrMapOvr>
    <a:masterClrMapping/>
  </p:clrMapOvr>
</p:sldLayout>
</file>

<file path=ppt/slideLayouts/slideLayout160.xml><?xml version="1.0" encoding="utf-8"?>
<p:sldLayout xmlns:a="http://schemas.openxmlformats.org/drawingml/2006/main" xmlns:r="http://schemas.openxmlformats.org/officeDocument/2006/relationships" xmlns:p="http://schemas.openxmlformats.org/presentationml/2006/main" preserve="1" userDrawn="1">
  <p:cSld name="Title, Subtitle &amp; 3 Contents ">
    <p:spTree>
      <p:nvGrpSpPr>
        <p:cNvPr id="1" name=""/>
        <p:cNvGrpSpPr/>
        <p:nvPr/>
      </p:nvGrpSpPr>
      <p:grpSpPr>
        <a:xfrm>
          <a:off x="0" y="0"/>
          <a:ext cx="0" cy="0"/>
          <a:chOff x="0" y="0"/>
          <a:chExt cx="0" cy="0"/>
        </a:xfrm>
      </p:grpSpPr>
      <p:sp>
        <p:nvSpPr>
          <p:cNvPr id="7" name="Line 16">
            <a:extLst>
              <a:ext uri="{FF2B5EF4-FFF2-40B4-BE49-F238E27FC236}">
                <a16:creationId xmlns:a16="http://schemas.microsoft.com/office/drawing/2014/main" id="{3CC4ECE6-1E7C-885E-6B49-4CC8E27CB65E}"/>
              </a:ext>
            </a:extLst>
          </p:cNvPr>
          <p:cNvSpPr>
            <a:spLocks noChangeShapeType="1"/>
          </p:cNvSpPr>
          <p:nvPr userDrawn="1"/>
        </p:nvSpPr>
        <p:spPr bwMode="auto">
          <a:xfrm>
            <a:off x="172915" y="0"/>
            <a:ext cx="0" cy="681038"/>
          </a:xfrm>
          <a:prstGeom prst="line">
            <a:avLst/>
          </a:prstGeom>
          <a:noFill/>
          <a:ln w="6350">
            <a:solidFill>
              <a:schemeClr val="bg1">
                <a:lumMod val="50000"/>
              </a:schemeClr>
            </a:solidFill>
            <a:round/>
            <a:headEnd/>
            <a:tailEnd/>
          </a:ln>
        </p:spPr>
        <p:txBody>
          <a:bodyPr/>
          <a:lstStyle/>
          <a:p>
            <a:pPr>
              <a:defRPr/>
            </a:pPr>
            <a:endParaRPr lang="en-US" sz="1350">
              <a:latin typeface="Arial" charset="0"/>
            </a:endParaRPr>
          </a:p>
        </p:txBody>
      </p:sp>
      <p:sp>
        <p:nvSpPr>
          <p:cNvPr id="8" name="Line 16">
            <a:extLst>
              <a:ext uri="{FF2B5EF4-FFF2-40B4-BE49-F238E27FC236}">
                <a16:creationId xmlns:a16="http://schemas.microsoft.com/office/drawing/2014/main" id="{EE1B3873-8D00-6414-C9ED-94B144DFACA4}"/>
              </a:ext>
            </a:extLst>
          </p:cNvPr>
          <p:cNvSpPr>
            <a:spLocks noChangeShapeType="1"/>
          </p:cNvSpPr>
          <p:nvPr userDrawn="1"/>
        </p:nvSpPr>
        <p:spPr bwMode="auto">
          <a:xfrm>
            <a:off x="9108831" y="4962525"/>
            <a:ext cx="0" cy="180975"/>
          </a:xfrm>
          <a:prstGeom prst="line">
            <a:avLst/>
          </a:prstGeom>
          <a:noFill/>
          <a:ln w="76200">
            <a:solidFill>
              <a:srgbClr val="0A1C42"/>
            </a:solidFill>
            <a:round/>
            <a:headEnd/>
            <a:tailEnd/>
          </a:ln>
        </p:spPr>
        <p:txBody>
          <a:bodyPr/>
          <a:lstStyle/>
          <a:p>
            <a:pPr>
              <a:defRPr/>
            </a:pPr>
            <a:endParaRPr lang="en-US" sz="1350">
              <a:latin typeface="Arial" charset="0"/>
            </a:endParaRPr>
          </a:p>
        </p:txBody>
      </p:sp>
      <p:sp>
        <p:nvSpPr>
          <p:cNvPr id="2" name="Title 1"/>
          <p:cNvSpPr>
            <a:spLocks noGrp="1"/>
          </p:cNvSpPr>
          <p:nvPr>
            <p:ph type="title"/>
          </p:nvPr>
        </p:nvSpPr>
        <p:spPr/>
        <p:txBody>
          <a:bodyPr/>
          <a:lstStyle>
            <a:lvl1pPr>
              <a:defRPr>
                <a:solidFill>
                  <a:schemeClr val="tx2"/>
                </a:solidFill>
              </a:defRPr>
            </a:lvl1pPr>
          </a:lstStyle>
          <a:p>
            <a:r>
              <a:rPr lang="en-NZ" noProof="0"/>
              <a:t>Click to edit Master title style</a:t>
            </a:r>
          </a:p>
        </p:txBody>
      </p:sp>
      <p:sp>
        <p:nvSpPr>
          <p:cNvPr id="3" name="Text Placeholder 2"/>
          <p:cNvSpPr>
            <a:spLocks noGrp="1"/>
          </p:cNvSpPr>
          <p:nvPr>
            <p:ph type="body" idx="1"/>
          </p:nvPr>
        </p:nvSpPr>
        <p:spPr>
          <a:xfrm>
            <a:off x="251521" y="849558"/>
            <a:ext cx="4245868" cy="270030"/>
          </a:xfrm>
          <a:noFill/>
        </p:spPr>
        <p:txBody>
          <a:bodyPr anchor="b">
            <a:noAutofit/>
          </a:bodyPr>
          <a:lstStyle>
            <a:lvl1pPr marL="0" indent="0">
              <a:buNone/>
              <a:defRPr sz="1350" b="1">
                <a:solidFill>
                  <a:srgbClr val="669AD2"/>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NZ" noProof="0" dirty="0"/>
              <a:t>Click to edit Master text styles</a:t>
            </a:r>
          </a:p>
        </p:txBody>
      </p:sp>
      <p:sp>
        <p:nvSpPr>
          <p:cNvPr id="4" name="Content Placeholder 3"/>
          <p:cNvSpPr>
            <a:spLocks noGrp="1"/>
          </p:cNvSpPr>
          <p:nvPr>
            <p:ph sz="half" idx="2"/>
          </p:nvPr>
        </p:nvSpPr>
        <p:spPr>
          <a:xfrm>
            <a:off x="251521" y="1173594"/>
            <a:ext cx="4245868" cy="3672408"/>
          </a:xfrm>
        </p:spPr>
        <p:txBody>
          <a:bodyPr>
            <a:normAutofit/>
          </a:bodyPr>
          <a:lstStyle>
            <a:lvl1pPr>
              <a:defRPr sz="1200">
                <a:solidFill>
                  <a:schemeClr val="tx1"/>
                </a:solidFill>
              </a:defRPr>
            </a:lvl1pPr>
            <a:lvl2pPr>
              <a:defRPr sz="1050">
                <a:solidFill>
                  <a:schemeClr val="tx1"/>
                </a:solidFill>
              </a:defRPr>
            </a:lvl2pPr>
            <a:lvl3pPr>
              <a:defRPr sz="900">
                <a:solidFill>
                  <a:schemeClr val="tx1"/>
                </a:solidFill>
              </a:defRPr>
            </a:lvl3pPr>
            <a:lvl4pPr>
              <a:defRPr sz="900">
                <a:solidFill>
                  <a:schemeClr val="tx1"/>
                </a:solidFill>
              </a:defRPr>
            </a:lvl4pPr>
            <a:lvl5pPr>
              <a:defRPr sz="825">
                <a:solidFill>
                  <a:schemeClr val="tx1"/>
                </a:solidFill>
              </a:defRPr>
            </a:lvl5pPr>
            <a:lvl6pPr>
              <a:defRPr sz="1200"/>
            </a:lvl6pPr>
            <a:lvl7pPr>
              <a:defRPr sz="1200"/>
            </a:lvl7pPr>
            <a:lvl8pPr>
              <a:defRPr sz="1200"/>
            </a:lvl8pPr>
            <a:lvl9pPr>
              <a:defRPr sz="1200"/>
            </a:lvl9pPr>
          </a:lstStyle>
          <a:p>
            <a:pPr lvl="0"/>
            <a:r>
              <a:rPr lang="en-NZ" noProof="0"/>
              <a:t>Click to edit Master text styles</a:t>
            </a:r>
          </a:p>
          <a:p>
            <a:pPr lvl="1"/>
            <a:r>
              <a:rPr lang="en-NZ" noProof="0"/>
              <a:t>Second level</a:t>
            </a:r>
          </a:p>
          <a:p>
            <a:pPr lvl="2"/>
            <a:r>
              <a:rPr lang="en-NZ" noProof="0"/>
              <a:t>Third level</a:t>
            </a:r>
          </a:p>
          <a:p>
            <a:pPr lvl="3"/>
            <a:r>
              <a:rPr lang="en-NZ" noProof="0"/>
              <a:t>Fourth level</a:t>
            </a:r>
          </a:p>
          <a:p>
            <a:pPr lvl="4"/>
            <a:r>
              <a:rPr lang="en-NZ" noProof="0"/>
              <a:t>Fifth level</a:t>
            </a:r>
          </a:p>
        </p:txBody>
      </p:sp>
      <p:sp>
        <p:nvSpPr>
          <p:cNvPr id="5" name="Text Placeholder 4"/>
          <p:cNvSpPr>
            <a:spLocks noGrp="1"/>
          </p:cNvSpPr>
          <p:nvPr>
            <p:ph type="body" sz="quarter" idx="3"/>
          </p:nvPr>
        </p:nvSpPr>
        <p:spPr>
          <a:xfrm>
            <a:off x="4645026" y="849558"/>
            <a:ext cx="4247456" cy="270030"/>
          </a:xfrm>
          <a:noFill/>
        </p:spPr>
        <p:txBody>
          <a:bodyPr anchor="b">
            <a:noAutofit/>
          </a:bodyPr>
          <a:lstStyle>
            <a:lvl1pPr marL="0" indent="0">
              <a:buNone/>
              <a:defRPr sz="1350" b="1">
                <a:solidFill>
                  <a:srgbClr val="669AD2"/>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NZ" noProof="0" dirty="0"/>
              <a:t>Click to edit Master text styles</a:t>
            </a:r>
          </a:p>
        </p:txBody>
      </p:sp>
      <p:sp>
        <p:nvSpPr>
          <p:cNvPr id="6" name="Content Placeholder 5"/>
          <p:cNvSpPr>
            <a:spLocks noGrp="1"/>
          </p:cNvSpPr>
          <p:nvPr>
            <p:ph sz="quarter" idx="4"/>
          </p:nvPr>
        </p:nvSpPr>
        <p:spPr>
          <a:xfrm>
            <a:off x="4645026" y="1173594"/>
            <a:ext cx="4247456" cy="1620180"/>
          </a:xfrm>
        </p:spPr>
        <p:txBody>
          <a:bodyPr>
            <a:normAutofit/>
          </a:bodyPr>
          <a:lstStyle>
            <a:lvl1pPr>
              <a:defRPr sz="1200">
                <a:solidFill>
                  <a:schemeClr val="tx1"/>
                </a:solidFill>
              </a:defRPr>
            </a:lvl1pPr>
            <a:lvl2pPr>
              <a:defRPr sz="1050">
                <a:solidFill>
                  <a:schemeClr val="tx1"/>
                </a:solidFill>
              </a:defRPr>
            </a:lvl2pPr>
            <a:lvl3pPr>
              <a:defRPr sz="900">
                <a:solidFill>
                  <a:schemeClr val="tx1"/>
                </a:solidFill>
              </a:defRPr>
            </a:lvl3pPr>
            <a:lvl4pPr>
              <a:defRPr sz="900">
                <a:solidFill>
                  <a:schemeClr val="tx1"/>
                </a:solidFill>
              </a:defRPr>
            </a:lvl4pPr>
            <a:lvl5pPr>
              <a:defRPr sz="825">
                <a:solidFill>
                  <a:schemeClr val="tx1"/>
                </a:solidFill>
              </a:defRPr>
            </a:lvl5pPr>
            <a:lvl6pPr>
              <a:defRPr sz="1200"/>
            </a:lvl6pPr>
            <a:lvl7pPr>
              <a:defRPr sz="1200"/>
            </a:lvl7pPr>
            <a:lvl8pPr>
              <a:defRPr sz="1200"/>
            </a:lvl8pPr>
            <a:lvl9pPr>
              <a:defRPr sz="1200"/>
            </a:lvl9pPr>
          </a:lstStyle>
          <a:p>
            <a:pPr lvl="0"/>
            <a:r>
              <a:rPr lang="en-NZ" noProof="0"/>
              <a:t>Click to edit Master text styles</a:t>
            </a:r>
          </a:p>
          <a:p>
            <a:pPr lvl="1"/>
            <a:r>
              <a:rPr lang="en-NZ" noProof="0"/>
              <a:t>Second level</a:t>
            </a:r>
          </a:p>
          <a:p>
            <a:pPr lvl="2"/>
            <a:r>
              <a:rPr lang="en-NZ" noProof="0"/>
              <a:t>Third level</a:t>
            </a:r>
          </a:p>
          <a:p>
            <a:pPr lvl="3"/>
            <a:r>
              <a:rPr lang="en-NZ" noProof="0"/>
              <a:t>Fourth level</a:t>
            </a:r>
          </a:p>
          <a:p>
            <a:pPr lvl="4"/>
            <a:r>
              <a:rPr lang="en-NZ" noProof="0"/>
              <a:t>Fifth level</a:t>
            </a:r>
          </a:p>
        </p:txBody>
      </p:sp>
      <p:sp>
        <p:nvSpPr>
          <p:cNvPr id="12" name="Text Placeholder 4"/>
          <p:cNvSpPr>
            <a:spLocks noGrp="1"/>
          </p:cNvSpPr>
          <p:nvPr>
            <p:ph type="body" sz="quarter" idx="15"/>
          </p:nvPr>
        </p:nvSpPr>
        <p:spPr>
          <a:xfrm>
            <a:off x="4645026" y="2868354"/>
            <a:ext cx="4247456" cy="270030"/>
          </a:xfrm>
          <a:noFill/>
        </p:spPr>
        <p:txBody>
          <a:bodyPr anchor="b">
            <a:noAutofit/>
          </a:bodyPr>
          <a:lstStyle>
            <a:lvl1pPr marL="0" indent="0">
              <a:buNone/>
              <a:defRPr sz="1350" b="1">
                <a:solidFill>
                  <a:srgbClr val="669AD2"/>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NZ" noProof="0" dirty="0"/>
              <a:t>Click to edit Master text styles</a:t>
            </a:r>
          </a:p>
        </p:txBody>
      </p:sp>
      <p:sp>
        <p:nvSpPr>
          <p:cNvPr id="13" name="Content Placeholder 5"/>
          <p:cNvSpPr>
            <a:spLocks noGrp="1"/>
          </p:cNvSpPr>
          <p:nvPr>
            <p:ph sz="quarter" idx="16"/>
          </p:nvPr>
        </p:nvSpPr>
        <p:spPr>
          <a:xfrm>
            <a:off x="4645026" y="3192390"/>
            <a:ext cx="4247456" cy="1644362"/>
          </a:xfrm>
        </p:spPr>
        <p:txBody>
          <a:bodyPr>
            <a:normAutofit/>
          </a:bodyPr>
          <a:lstStyle>
            <a:lvl1pPr>
              <a:defRPr sz="1200">
                <a:solidFill>
                  <a:schemeClr val="tx1"/>
                </a:solidFill>
              </a:defRPr>
            </a:lvl1pPr>
            <a:lvl2pPr>
              <a:defRPr sz="1050">
                <a:solidFill>
                  <a:schemeClr val="tx1"/>
                </a:solidFill>
              </a:defRPr>
            </a:lvl2pPr>
            <a:lvl3pPr>
              <a:defRPr sz="900">
                <a:solidFill>
                  <a:schemeClr val="tx1"/>
                </a:solidFill>
              </a:defRPr>
            </a:lvl3pPr>
            <a:lvl4pPr>
              <a:defRPr sz="900">
                <a:solidFill>
                  <a:schemeClr val="tx1"/>
                </a:solidFill>
              </a:defRPr>
            </a:lvl4pPr>
            <a:lvl5pPr>
              <a:defRPr sz="825">
                <a:solidFill>
                  <a:schemeClr val="tx1"/>
                </a:solidFill>
              </a:defRPr>
            </a:lvl5pPr>
            <a:lvl6pPr>
              <a:defRPr sz="1200"/>
            </a:lvl6pPr>
            <a:lvl7pPr>
              <a:defRPr sz="1200"/>
            </a:lvl7pPr>
            <a:lvl8pPr>
              <a:defRPr sz="1200"/>
            </a:lvl8pPr>
            <a:lvl9pPr>
              <a:defRPr sz="1200"/>
            </a:lvl9pPr>
          </a:lstStyle>
          <a:p>
            <a:pPr lvl="0"/>
            <a:r>
              <a:rPr lang="en-NZ" noProof="0"/>
              <a:t>Click to edit Master text styles</a:t>
            </a:r>
          </a:p>
          <a:p>
            <a:pPr lvl="1"/>
            <a:r>
              <a:rPr lang="en-NZ" noProof="0"/>
              <a:t>Second level</a:t>
            </a:r>
          </a:p>
          <a:p>
            <a:pPr lvl="2"/>
            <a:r>
              <a:rPr lang="en-NZ" noProof="0"/>
              <a:t>Third level</a:t>
            </a:r>
          </a:p>
          <a:p>
            <a:pPr lvl="3"/>
            <a:r>
              <a:rPr lang="en-NZ" noProof="0"/>
              <a:t>Fourth level</a:t>
            </a:r>
          </a:p>
          <a:p>
            <a:pPr lvl="4"/>
            <a:r>
              <a:rPr lang="en-NZ" noProof="0"/>
              <a:t>Fifth level</a:t>
            </a:r>
          </a:p>
        </p:txBody>
      </p:sp>
      <p:sp>
        <p:nvSpPr>
          <p:cNvPr id="9" name="Footer Placeholder 7">
            <a:extLst>
              <a:ext uri="{FF2B5EF4-FFF2-40B4-BE49-F238E27FC236}">
                <a16:creationId xmlns:a16="http://schemas.microsoft.com/office/drawing/2014/main" id="{F4D26E5D-02D3-57A0-95A1-B0A4A303F26A}"/>
              </a:ext>
            </a:extLst>
          </p:cNvPr>
          <p:cNvSpPr>
            <a:spLocks noGrp="1"/>
          </p:cNvSpPr>
          <p:nvPr>
            <p:ph type="ftr" sz="quarter" idx="17"/>
          </p:nvPr>
        </p:nvSpPr>
        <p:spPr/>
        <p:txBody>
          <a:bodyPr/>
          <a:lstStyle>
            <a:lvl1pPr>
              <a:defRPr/>
            </a:lvl1pPr>
          </a:lstStyle>
          <a:p>
            <a:pPr>
              <a:defRPr/>
            </a:pPr>
            <a:r>
              <a:t>Confidential – Internal BNZ Discussion Only</a:t>
            </a:r>
          </a:p>
        </p:txBody>
      </p:sp>
      <p:sp>
        <p:nvSpPr>
          <p:cNvPr id="10" name="Slide Number Placeholder 8">
            <a:extLst>
              <a:ext uri="{FF2B5EF4-FFF2-40B4-BE49-F238E27FC236}">
                <a16:creationId xmlns:a16="http://schemas.microsoft.com/office/drawing/2014/main" id="{A4C0C15E-B732-8321-60D0-74D674CAAB45}"/>
              </a:ext>
            </a:extLst>
          </p:cNvPr>
          <p:cNvSpPr>
            <a:spLocks noGrp="1"/>
          </p:cNvSpPr>
          <p:nvPr>
            <p:ph type="sldNum" sz="quarter" idx="18"/>
          </p:nvPr>
        </p:nvSpPr>
        <p:spPr/>
        <p:txBody>
          <a:bodyPr/>
          <a:lstStyle>
            <a:lvl1pPr>
              <a:defRPr/>
            </a:lvl1pPr>
          </a:lstStyle>
          <a:p>
            <a:fld id="{6E010553-AC74-4F32-AD6D-8DDB0F5DD387}" type="slidenum">
              <a:rPr lang="en-NZ" altLang="en-US"/>
              <a:pPr/>
              <a:t>‹#›</a:t>
            </a:fld>
            <a:endParaRPr lang="en-NZ" altLang="en-US"/>
          </a:p>
        </p:txBody>
      </p:sp>
    </p:spTree>
    <p:extLst>
      <p:ext uri="{BB962C8B-B14F-4D97-AF65-F5344CB8AC3E}">
        <p14:creationId xmlns:p14="http://schemas.microsoft.com/office/powerpoint/2010/main" val="2190064276"/>
      </p:ext>
    </p:extLst>
  </p:cSld>
  <p:clrMapOvr>
    <a:masterClrMapping/>
  </p:clrMapOvr>
</p:sldLayout>
</file>

<file path=ppt/slideLayouts/slideLayout161.xml><?xml version="1.0" encoding="utf-8"?>
<p:sldLayout xmlns:a="http://schemas.openxmlformats.org/drawingml/2006/main" xmlns:r="http://schemas.openxmlformats.org/officeDocument/2006/relationships" xmlns:p="http://schemas.openxmlformats.org/presentationml/2006/main" type="twoObj" preserve="1">
  <p:cSld name="4 Point Comparison">
    <p:spTree>
      <p:nvGrpSpPr>
        <p:cNvPr id="1" name=""/>
        <p:cNvGrpSpPr/>
        <p:nvPr/>
      </p:nvGrpSpPr>
      <p:grpSpPr>
        <a:xfrm>
          <a:off x="0" y="0"/>
          <a:ext cx="0" cy="0"/>
          <a:chOff x="0" y="0"/>
          <a:chExt cx="0" cy="0"/>
        </a:xfrm>
      </p:grpSpPr>
      <p:sp>
        <p:nvSpPr>
          <p:cNvPr id="5" name="Line 16">
            <a:extLst>
              <a:ext uri="{FF2B5EF4-FFF2-40B4-BE49-F238E27FC236}">
                <a16:creationId xmlns:a16="http://schemas.microsoft.com/office/drawing/2014/main" id="{8578349C-456F-66A7-6A4C-22998C395CE6}"/>
              </a:ext>
            </a:extLst>
          </p:cNvPr>
          <p:cNvSpPr>
            <a:spLocks noChangeShapeType="1"/>
          </p:cNvSpPr>
          <p:nvPr userDrawn="1"/>
        </p:nvSpPr>
        <p:spPr bwMode="auto">
          <a:xfrm>
            <a:off x="172915" y="0"/>
            <a:ext cx="0" cy="681038"/>
          </a:xfrm>
          <a:prstGeom prst="line">
            <a:avLst/>
          </a:prstGeom>
          <a:noFill/>
          <a:ln w="6350">
            <a:solidFill>
              <a:schemeClr val="bg1">
                <a:lumMod val="50000"/>
              </a:schemeClr>
            </a:solidFill>
            <a:round/>
            <a:headEnd/>
            <a:tailEnd/>
          </a:ln>
        </p:spPr>
        <p:txBody>
          <a:bodyPr/>
          <a:lstStyle/>
          <a:p>
            <a:pPr>
              <a:defRPr/>
            </a:pPr>
            <a:endParaRPr lang="en-US" sz="1350">
              <a:latin typeface="Arial" charset="0"/>
            </a:endParaRPr>
          </a:p>
        </p:txBody>
      </p:sp>
      <p:sp>
        <p:nvSpPr>
          <p:cNvPr id="6" name="Line 16">
            <a:extLst>
              <a:ext uri="{FF2B5EF4-FFF2-40B4-BE49-F238E27FC236}">
                <a16:creationId xmlns:a16="http://schemas.microsoft.com/office/drawing/2014/main" id="{FF03E915-D1DA-6E6E-B266-2842AF6B224B}"/>
              </a:ext>
            </a:extLst>
          </p:cNvPr>
          <p:cNvSpPr>
            <a:spLocks noChangeShapeType="1"/>
          </p:cNvSpPr>
          <p:nvPr userDrawn="1"/>
        </p:nvSpPr>
        <p:spPr bwMode="auto">
          <a:xfrm>
            <a:off x="9108831" y="4962525"/>
            <a:ext cx="0" cy="180975"/>
          </a:xfrm>
          <a:prstGeom prst="line">
            <a:avLst/>
          </a:prstGeom>
          <a:noFill/>
          <a:ln w="76200">
            <a:solidFill>
              <a:srgbClr val="0A1C42"/>
            </a:solidFill>
            <a:round/>
            <a:headEnd/>
            <a:tailEnd/>
          </a:ln>
        </p:spPr>
        <p:txBody>
          <a:bodyPr/>
          <a:lstStyle/>
          <a:p>
            <a:pPr>
              <a:defRPr/>
            </a:pPr>
            <a:endParaRPr lang="en-US" sz="1350">
              <a:latin typeface="Arial" charset="0"/>
            </a:endParaRPr>
          </a:p>
        </p:txBody>
      </p:sp>
      <p:sp>
        <p:nvSpPr>
          <p:cNvPr id="2" name="Title 1"/>
          <p:cNvSpPr>
            <a:spLocks noGrp="1"/>
          </p:cNvSpPr>
          <p:nvPr>
            <p:ph type="title"/>
          </p:nvPr>
        </p:nvSpPr>
        <p:spPr/>
        <p:txBody>
          <a:bodyPr/>
          <a:lstStyle>
            <a:lvl1pPr>
              <a:defRPr>
                <a:solidFill>
                  <a:schemeClr val="tx2"/>
                </a:solidFill>
              </a:defRPr>
            </a:lvl1pPr>
          </a:lstStyle>
          <a:p>
            <a:r>
              <a:rPr lang="en-NZ" noProof="0"/>
              <a:t>Click to edit Master title style</a:t>
            </a:r>
          </a:p>
        </p:txBody>
      </p:sp>
      <p:sp>
        <p:nvSpPr>
          <p:cNvPr id="3" name="Content Placeholder 2"/>
          <p:cNvSpPr>
            <a:spLocks noGrp="1"/>
          </p:cNvSpPr>
          <p:nvPr>
            <p:ph sz="half" idx="1"/>
          </p:nvPr>
        </p:nvSpPr>
        <p:spPr>
          <a:xfrm>
            <a:off x="251520" y="951571"/>
            <a:ext cx="4244280" cy="1782198"/>
          </a:xfrm>
        </p:spPr>
        <p:txBody>
          <a:bodyPr>
            <a:normAutofit/>
          </a:bodyPr>
          <a:lstStyle>
            <a:lvl1pPr>
              <a:defRPr sz="1200">
                <a:solidFill>
                  <a:schemeClr val="tx1"/>
                </a:solidFill>
              </a:defRPr>
            </a:lvl1pPr>
            <a:lvl2pPr>
              <a:defRPr sz="1050">
                <a:solidFill>
                  <a:schemeClr val="tx1"/>
                </a:solidFill>
              </a:defRPr>
            </a:lvl2pPr>
            <a:lvl3pPr>
              <a:defRPr sz="900">
                <a:solidFill>
                  <a:schemeClr val="tx1"/>
                </a:solidFill>
              </a:defRPr>
            </a:lvl3pPr>
            <a:lvl4pPr>
              <a:defRPr sz="900">
                <a:solidFill>
                  <a:schemeClr val="tx1"/>
                </a:solidFill>
              </a:defRPr>
            </a:lvl4pPr>
            <a:lvl5pPr>
              <a:defRPr sz="825">
                <a:solidFill>
                  <a:schemeClr val="tx1"/>
                </a:solidFill>
              </a:defRPr>
            </a:lvl5pPr>
            <a:lvl6pPr>
              <a:defRPr sz="1350"/>
            </a:lvl6pPr>
            <a:lvl7pPr>
              <a:defRPr sz="1350"/>
            </a:lvl7pPr>
            <a:lvl8pPr>
              <a:defRPr sz="1350"/>
            </a:lvl8pPr>
            <a:lvl9pPr>
              <a:defRPr sz="1350"/>
            </a:lvl9pPr>
          </a:lstStyle>
          <a:p>
            <a:pPr lvl="0"/>
            <a:r>
              <a:rPr lang="en-NZ" noProof="0"/>
              <a:t>Click to edit Master text styles</a:t>
            </a:r>
          </a:p>
          <a:p>
            <a:pPr lvl="1"/>
            <a:r>
              <a:rPr lang="en-NZ" noProof="0"/>
              <a:t>Second level</a:t>
            </a:r>
          </a:p>
          <a:p>
            <a:pPr lvl="2"/>
            <a:r>
              <a:rPr lang="en-NZ" noProof="0"/>
              <a:t>Third level</a:t>
            </a:r>
          </a:p>
          <a:p>
            <a:pPr lvl="3"/>
            <a:r>
              <a:rPr lang="en-NZ" noProof="0"/>
              <a:t>Fourth level</a:t>
            </a:r>
          </a:p>
          <a:p>
            <a:pPr lvl="4"/>
            <a:r>
              <a:rPr lang="en-NZ" noProof="0"/>
              <a:t>Fifth level</a:t>
            </a:r>
          </a:p>
        </p:txBody>
      </p:sp>
      <p:sp>
        <p:nvSpPr>
          <p:cNvPr id="4" name="Content Placeholder 3"/>
          <p:cNvSpPr>
            <a:spLocks noGrp="1"/>
          </p:cNvSpPr>
          <p:nvPr>
            <p:ph sz="half" idx="2"/>
          </p:nvPr>
        </p:nvSpPr>
        <p:spPr>
          <a:xfrm>
            <a:off x="4648200" y="951571"/>
            <a:ext cx="4244280" cy="1782198"/>
          </a:xfrm>
        </p:spPr>
        <p:txBody>
          <a:bodyPr>
            <a:normAutofit/>
          </a:bodyPr>
          <a:lstStyle>
            <a:lvl1pPr>
              <a:defRPr sz="1200">
                <a:solidFill>
                  <a:schemeClr val="tx1"/>
                </a:solidFill>
              </a:defRPr>
            </a:lvl1pPr>
            <a:lvl2pPr>
              <a:defRPr sz="1050">
                <a:solidFill>
                  <a:schemeClr val="tx1"/>
                </a:solidFill>
              </a:defRPr>
            </a:lvl2pPr>
            <a:lvl3pPr>
              <a:defRPr sz="900">
                <a:solidFill>
                  <a:schemeClr val="tx1"/>
                </a:solidFill>
              </a:defRPr>
            </a:lvl3pPr>
            <a:lvl4pPr>
              <a:defRPr sz="900">
                <a:solidFill>
                  <a:schemeClr val="tx1"/>
                </a:solidFill>
              </a:defRPr>
            </a:lvl4pPr>
            <a:lvl5pPr>
              <a:defRPr sz="825">
                <a:solidFill>
                  <a:schemeClr val="tx1"/>
                </a:solidFill>
              </a:defRPr>
            </a:lvl5pPr>
            <a:lvl6pPr>
              <a:defRPr sz="1350"/>
            </a:lvl6pPr>
            <a:lvl7pPr>
              <a:defRPr sz="1350"/>
            </a:lvl7pPr>
            <a:lvl8pPr>
              <a:defRPr sz="1350"/>
            </a:lvl8pPr>
            <a:lvl9pPr>
              <a:defRPr sz="1350"/>
            </a:lvl9pPr>
          </a:lstStyle>
          <a:p>
            <a:pPr lvl="0"/>
            <a:r>
              <a:rPr lang="en-NZ" noProof="0"/>
              <a:t>Click to edit Master text styles</a:t>
            </a:r>
          </a:p>
          <a:p>
            <a:pPr lvl="1"/>
            <a:r>
              <a:rPr lang="en-NZ" noProof="0"/>
              <a:t>Second level</a:t>
            </a:r>
          </a:p>
          <a:p>
            <a:pPr lvl="2"/>
            <a:r>
              <a:rPr lang="en-NZ" noProof="0"/>
              <a:t>Third level</a:t>
            </a:r>
          </a:p>
          <a:p>
            <a:pPr lvl="3"/>
            <a:r>
              <a:rPr lang="en-NZ" noProof="0"/>
              <a:t>Fourth level</a:t>
            </a:r>
          </a:p>
          <a:p>
            <a:pPr lvl="4"/>
            <a:r>
              <a:rPr lang="en-NZ" noProof="0"/>
              <a:t>Fifth level</a:t>
            </a:r>
          </a:p>
        </p:txBody>
      </p:sp>
      <p:sp>
        <p:nvSpPr>
          <p:cNvPr id="8" name="Content Placeholder 2"/>
          <p:cNvSpPr>
            <a:spLocks noGrp="1"/>
          </p:cNvSpPr>
          <p:nvPr>
            <p:ph sz="half" idx="13"/>
          </p:nvPr>
        </p:nvSpPr>
        <p:spPr>
          <a:xfrm>
            <a:off x="251520" y="2841780"/>
            <a:ext cx="4244280" cy="1782198"/>
          </a:xfrm>
        </p:spPr>
        <p:txBody>
          <a:bodyPr>
            <a:normAutofit/>
          </a:bodyPr>
          <a:lstStyle>
            <a:lvl1pPr>
              <a:defRPr sz="1200">
                <a:solidFill>
                  <a:schemeClr val="tx1"/>
                </a:solidFill>
              </a:defRPr>
            </a:lvl1pPr>
            <a:lvl2pPr>
              <a:defRPr sz="1050">
                <a:solidFill>
                  <a:schemeClr val="tx1"/>
                </a:solidFill>
              </a:defRPr>
            </a:lvl2pPr>
            <a:lvl3pPr>
              <a:defRPr sz="900">
                <a:solidFill>
                  <a:schemeClr val="tx1"/>
                </a:solidFill>
              </a:defRPr>
            </a:lvl3pPr>
            <a:lvl4pPr>
              <a:defRPr sz="900">
                <a:solidFill>
                  <a:schemeClr val="tx1"/>
                </a:solidFill>
              </a:defRPr>
            </a:lvl4pPr>
            <a:lvl5pPr>
              <a:defRPr sz="825">
                <a:solidFill>
                  <a:schemeClr val="tx1"/>
                </a:solidFill>
              </a:defRPr>
            </a:lvl5pPr>
            <a:lvl6pPr>
              <a:defRPr sz="1350"/>
            </a:lvl6pPr>
            <a:lvl7pPr>
              <a:defRPr sz="1350"/>
            </a:lvl7pPr>
            <a:lvl8pPr>
              <a:defRPr sz="1350"/>
            </a:lvl8pPr>
            <a:lvl9pPr>
              <a:defRPr sz="1350"/>
            </a:lvl9pPr>
          </a:lstStyle>
          <a:p>
            <a:pPr lvl="0"/>
            <a:r>
              <a:rPr lang="en-NZ" noProof="0"/>
              <a:t>Click to edit Master text styles</a:t>
            </a:r>
          </a:p>
          <a:p>
            <a:pPr lvl="1"/>
            <a:r>
              <a:rPr lang="en-NZ" noProof="0"/>
              <a:t>Second level</a:t>
            </a:r>
          </a:p>
          <a:p>
            <a:pPr lvl="2"/>
            <a:r>
              <a:rPr lang="en-NZ" noProof="0"/>
              <a:t>Third level</a:t>
            </a:r>
          </a:p>
          <a:p>
            <a:pPr lvl="3"/>
            <a:r>
              <a:rPr lang="en-NZ" noProof="0"/>
              <a:t>Fourth level</a:t>
            </a:r>
          </a:p>
          <a:p>
            <a:pPr lvl="4"/>
            <a:r>
              <a:rPr lang="en-NZ" noProof="0"/>
              <a:t>Fifth level</a:t>
            </a:r>
          </a:p>
        </p:txBody>
      </p:sp>
      <p:sp>
        <p:nvSpPr>
          <p:cNvPr id="9" name="Content Placeholder 3"/>
          <p:cNvSpPr>
            <a:spLocks noGrp="1"/>
          </p:cNvSpPr>
          <p:nvPr>
            <p:ph sz="half" idx="14"/>
          </p:nvPr>
        </p:nvSpPr>
        <p:spPr>
          <a:xfrm>
            <a:off x="4648200" y="2841780"/>
            <a:ext cx="4244280" cy="1782198"/>
          </a:xfrm>
        </p:spPr>
        <p:txBody>
          <a:bodyPr>
            <a:normAutofit/>
          </a:bodyPr>
          <a:lstStyle>
            <a:lvl1pPr>
              <a:defRPr sz="1200">
                <a:solidFill>
                  <a:schemeClr val="tx1"/>
                </a:solidFill>
              </a:defRPr>
            </a:lvl1pPr>
            <a:lvl2pPr>
              <a:defRPr sz="1050">
                <a:solidFill>
                  <a:schemeClr val="tx1"/>
                </a:solidFill>
              </a:defRPr>
            </a:lvl2pPr>
            <a:lvl3pPr>
              <a:defRPr sz="900">
                <a:solidFill>
                  <a:schemeClr val="tx1"/>
                </a:solidFill>
              </a:defRPr>
            </a:lvl3pPr>
            <a:lvl4pPr>
              <a:defRPr sz="900">
                <a:solidFill>
                  <a:schemeClr val="tx1"/>
                </a:solidFill>
              </a:defRPr>
            </a:lvl4pPr>
            <a:lvl5pPr>
              <a:defRPr sz="825">
                <a:solidFill>
                  <a:schemeClr val="tx1"/>
                </a:solidFill>
              </a:defRPr>
            </a:lvl5pPr>
            <a:lvl6pPr>
              <a:defRPr sz="1350"/>
            </a:lvl6pPr>
            <a:lvl7pPr>
              <a:defRPr sz="1350"/>
            </a:lvl7pPr>
            <a:lvl8pPr>
              <a:defRPr sz="1350"/>
            </a:lvl8pPr>
            <a:lvl9pPr>
              <a:defRPr sz="1350"/>
            </a:lvl9pPr>
          </a:lstStyle>
          <a:p>
            <a:pPr lvl="0"/>
            <a:r>
              <a:rPr lang="en-NZ" noProof="0"/>
              <a:t>Click to edit Master text styles</a:t>
            </a:r>
          </a:p>
          <a:p>
            <a:pPr lvl="1"/>
            <a:r>
              <a:rPr lang="en-NZ" noProof="0"/>
              <a:t>Second level</a:t>
            </a:r>
          </a:p>
          <a:p>
            <a:pPr lvl="2"/>
            <a:r>
              <a:rPr lang="en-NZ" noProof="0"/>
              <a:t>Third level</a:t>
            </a:r>
          </a:p>
          <a:p>
            <a:pPr lvl="3"/>
            <a:r>
              <a:rPr lang="en-NZ" noProof="0"/>
              <a:t>Fourth level</a:t>
            </a:r>
          </a:p>
          <a:p>
            <a:pPr lvl="4"/>
            <a:r>
              <a:rPr lang="en-NZ" noProof="0"/>
              <a:t>Fifth level</a:t>
            </a:r>
          </a:p>
        </p:txBody>
      </p:sp>
      <p:sp>
        <p:nvSpPr>
          <p:cNvPr id="7" name="Footer Placeholder 5">
            <a:extLst>
              <a:ext uri="{FF2B5EF4-FFF2-40B4-BE49-F238E27FC236}">
                <a16:creationId xmlns:a16="http://schemas.microsoft.com/office/drawing/2014/main" id="{A35A82EA-7C2C-0617-5594-A76DB6E06450}"/>
              </a:ext>
            </a:extLst>
          </p:cNvPr>
          <p:cNvSpPr>
            <a:spLocks noGrp="1"/>
          </p:cNvSpPr>
          <p:nvPr>
            <p:ph type="ftr" sz="quarter" idx="15"/>
          </p:nvPr>
        </p:nvSpPr>
        <p:spPr/>
        <p:txBody>
          <a:bodyPr/>
          <a:lstStyle>
            <a:lvl1pPr>
              <a:defRPr/>
            </a:lvl1pPr>
          </a:lstStyle>
          <a:p>
            <a:pPr>
              <a:defRPr/>
            </a:pPr>
            <a:r>
              <a:t>Confidential – Internal BNZ Discussion Only</a:t>
            </a:r>
          </a:p>
        </p:txBody>
      </p:sp>
      <p:sp>
        <p:nvSpPr>
          <p:cNvPr id="10" name="Slide Number Placeholder 6">
            <a:extLst>
              <a:ext uri="{FF2B5EF4-FFF2-40B4-BE49-F238E27FC236}">
                <a16:creationId xmlns:a16="http://schemas.microsoft.com/office/drawing/2014/main" id="{D03A5BF1-0A54-1053-C99D-EFE8ACFAEA6C}"/>
              </a:ext>
            </a:extLst>
          </p:cNvPr>
          <p:cNvSpPr>
            <a:spLocks noGrp="1"/>
          </p:cNvSpPr>
          <p:nvPr>
            <p:ph type="sldNum" sz="quarter" idx="16"/>
          </p:nvPr>
        </p:nvSpPr>
        <p:spPr/>
        <p:txBody>
          <a:bodyPr/>
          <a:lstStyle>
            <a:lvl1pPr>
              <a:defRPr/>
            </a:lvl1pPr>
          </a:lstStyle>
          <a:p>
            <a:fld id="{EE555110-3BF2-4FB3-A69C-198D22F213C8}" type="slidenum">
              <a:rPr lang="en-NZ" altLang="en-US"/>
              <a:pPr/>
              <a:t>‹#›</a:t>
            </a:fld>
            <a:endParaRPr lang="en-NZ" altLang="en-US"/>
          </a:p>
        </p:txBody>
      </p:sp>
    </p:spTree>
    <p:extLst>
      <p:ext uri="{BB962C8B-B14F-4D97-AF65-F5344CB8AC3E}">
        <p14:creationId xmlns:p14="http://schemas.microsoft.com/office/powerpoint/2010/main" val="1873034839"/>
      </p:ext>
    </p:extLst>
  </p:cSld>
  <p:clrMapOvr>
    <a:masterClrMapping/>
  </p:clrMapOvr>
</p:sldLayout>
</file>

<file path=ppt/slideLayouts/slideLayout162.xml><?xml version="1.0" encoding="utf-8"?>
<p:sldLayout xmlns:a="http://schemas.openxmlformats.org/drawingml/2006/main" xmlns:r="http://schemas.openxmlformats.org/officeDocument/2006/relationships" xmlns:p="http://schemas.openxmlformats.org/presentationml/2006/main" type="twoTxTwoObj" preserve="1">
  <p:cSld name="4 Point Comparison with Subtitles">
    <p:spTree>
      <p:nvGrpSpPr>
        <p:cNvPr id="1" name=""/>
        <p:cNvGrpSpPr/>
        <p:nvPr/>
      </p:nvGrpSpPr>
      <p:grpSpPr>
        <a:xfrm>
          <a:off x="0" y="0"/>
          <a:ext cx="0" cy="0"/>
          <a:chOff x="0" y="0"/>
          <a:chExt cx="0" cy="0"/>
        </a:xfrm>
      </p:grpSpPr>
      <p:sp>
        <p:nvSpPr>
          <p:cNvPr id="7" name="Line 16">
            <a:extLst>
              <a:ext uri="{FF2B5EF4-FFF2-40B4-BE49-F238E27FC236}">
                <a16:creationId xmlns:a16="http://schemas.microsoft.com/office/drawing/2014/main" id="{D219C71E-C237-6ECD-EBBB-105581CEF292}"/>
              </a:ext>
            </a:extLst>
          </p:cNvPr>
          <p:cNvSpPr>
            <a:spLocks noChangeShapeType="1"/>
          </p:cNvSpPr>
          <p:nvPr userDrawn="1"/>
        </p:nvSpPr>
        <p:spPr bwMode="auto">
          <a:xfrm>
            <a:off x="172915" y="0"/>
            <a:ext cx="0" cy="681038"/>
          </a:xfrm>
          <a:prstGeom prst="line">
            <a:avLst/>
          </a:prstGeom>
          <a:noFill/>
          <a:ln w="6350">
            <a:solidFill>
              <a:schemeClr val="bg1">
                <a:lumMod val="50000"/>
              </a:schemeClr>
            </a:solidFill>
            <a:round/>
            <a:headEnd/>
            <a:tailEnd/>
          </a:ln>
        </p:spPr>
        <p:txBody>
          <a:bodyPr/>
          <a:lstStyle/>
          <a:p>
            <a:pPr>
              <a:defRPr/>
            </a:pPr>
            <a:endParaRPr lang="en-US" sz="1350">
              <a:latin typeface="Arial" charset="0"/>
            </a:endParaRPr>
          </a:p>
        </p:txBody>
      </p:sp>
      <p:sp>
        <p:nvSpPr>
          <p:cNvPr id="8" name="Line 16">
            <a:extLst>
              <a:ext uri="{FF2B5EF4-FFF2-40B4-BE49-F238E27FC236}">
                <a16:creationId xmlns:a16="http://schemas.microsoft.com/office/drawing/2014/main" id="{B021A8DC-8C22-4FCB-05CD-C01C21BE0C3E}"/>
              </a:ext>
            </a:extLst>
          </p:cNvPr>
          <p:cNvSpPr>
            <a:spLocks noChangeShapeType="1"/>
          </p:cNvSpPr>
          <p:nvPr userDrawn="1"/>
        </p:nvSpPr>
        <p:spPr bwMode="auto">
          <a:xfrm>
            <a:off x="9108831" y="4962525"/>
            <a:ext cx="0" cy="180975"/>
          </a:xfrm>
          <a:prstGeom prst="line">
            <a:avLst/>
          </a:prstGeom>
          <a:noFill/>
          <a:ln w="76200">
            <a:solidFill>
              <a:srgbClr val="0A1C42"/>
            </a:solidFill>
            <a:round/>
            <a:headEnd/>
            <a:tailEnd/>
          </a:ln>
        </p:spPr>
        <p:txBody>
          <a:bodyPr/>
          <a:lstStyle/>
          <a:p>
            <a:pPr>
              <a:defRPr/>
            </a:pPr>
            <a:endParaRPr lang="en-US" sz="1350">
              <a:latin typeface="Arial" charset="0"/>
            </a:endParaRPr>
          </a:p>
        </p:txBody>
      </p:sp>
      <p:sp>
        <p:nvSpPr>
          <p:cNvPr id="2" name="Title 1"/>
          <p:cNvSpPr>
            <a:spLocks noGrp="1"/>
          </p:cNvSpPr>
          <p:nvPr>
            <p:ph type="title"/>
          </p:nvPr>
        </p:nvSpPr>
        <p:spPr/>
        <p:txBody>
          <a:bodyPr/>
          <a:lstStyle>
            <a:lvl1pPr>
              <a:defRPr>
                <a:solidFill>
                  <a:schemeClr val="tx2"/>
                </a:solidFill>
              </a:defRPr>
            </a:lvl1pPr>
          </a:lstStyle>
          <a:p>
            <a:r>
              <a:rPr lang="en-NZ" noProof="0"/>
              <a:t>Click to edit Master title style</a:t>
            </a:r>
          </a:p>
        </p:txBody>
      </p:sp>
      <p:sp>
        <p:nvSpPr>
          <p:cNvPr id="3" name="Text Placeholder 2"/>
          <p:cNvSpPr>
            <a:spLocks noGrp="1"/>
          </p:cNvSpPr>
          <p:nvPr>
            <p:ph type="body" idx="1"/>
          </p:nvPr>
        </p:nvSpPr>
        <p:spPr>
          <a:xfrm>
            <a:off x="251521" y="842700"/>
            <a:ext cx="4245868" cy="270030"/>
          </a:xfrm>
          <a:noFill/>
        </p:spPr>
        <p:txBody>
          <a:bodyPr anchor="b">
            <a:noAutofit/>
          </a:bodyPr>
          <a:lstStyle>
            <a:lvl1pPr marL="0" indent="0">
              <a:buNone/>
              <a:defRPr sz="1350" b="1">
                <a:solidFill>
                  <a:srgbClr val="669AD2"/>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NZ" noProof="0" dirty="0"/>
              <a:t>Click to edit Master text styles</a:t>
            </a:r>
          </a:p>
        </p:txBody>
      </p:sp>
      <p:sp>
        <p:nvSpPr>
          <p:cNvPr id="4" name="Content Placeholder 3"/>
          <p:cNvSpPr>
            <a:spLocks noGrp="1"/>
          </p:cNvSpPr>
          <p:nvPr>
            <p:ph sz="half" idx="2"/>
          </p:nvPr>
        </p:nvSpPr>
        <p:spPr>
          <a:xfrm>
            <a:off x="251521" y="1166736"/>
            <a:ext cx="4245868" cy="1620180"/>
          </a:xfrm>
        </p:spPr>
        <p:txBody>
          <a:bodyPr>
            <a:normAutofit/>
          </a:bodyPr>
          <a:lstStyle>
            <a:lvl1pPr>
              <a:defRPr sz="1200">
                <a:solidFill>
                  <a:schemeClr val="tx1"/>
                </a:solidFill>
              </a:defRPr>
            </a:lvl1pPr>
            <a:lvl2pPr>
              <a:defRPr sz="1050">
                <a:solidFill>
                  <a:schemeClr val="tx1"/>
                </a:solidFill>
              </a:defRPr>
            </a:lvl2pPr>
            <a:lvl3pPr>
              <a:defRPr sz="900">
                <a:solidFill>
                  <a:schemeClr val="tx1"/>
                </a:solidFill>
              </a:defRPr>
            </a:lvl3pPr>
            <a:lvl4pPr>
              <a:defRPr sz="900">
                <a:solidFill>
                  <a:schemeClr val="tx1"/>
                </a:solidFill>
              </a:defRPr>
            </a:lvl4pPr>
            <a:lvl5pPr>
              <a:defRPr sz="825">
                <a:solidFill>
                  <a:schemeClr val="tx1"/>
                </a:solidFill>
              </a:defRPr>
            </a:lvl5pPr>
            <a:lvl6pPr>
              <a:defRPr sz="1200"/>
            </a:lvl6pPr>
            <a:lvl7pPr>
              <a:defRPr sz="1200"/>
            </a:lvl7pPr>
            <a:lvl8pPr>
              <a:defRPr sz="1200"/>
            </a:lvl8pPr>
            <a:lvl9pPr>
              <a:defRPr sz="1200"/>
            </a:lvl9pPr>
          </a:lstStyle>
          <a:p>
            <a:pPr lvl="0"/>
            <a:r>
              <a:rPr lang="en-NZ" noProof="0"/>
              <a:t>Click to edit Master text styles</a:t>
            </a:r>
          </a:p>
          <a:p>
            <a:pPr lvl="1"/>
            <a:r>
              <a:rPr lang="en-NZ" noProof="0"/>
              <a:t>Second level</a:t>
            </a:r>
          </a:p>
          <a:p>
            <a:pPr lvl="2"/>
            <a:r>
              <a:rPr lang="en-NZ" noProof="0"/>
              <a:t>Third level</a:t>
            </a:r>
          </a:p>
          <a:p>
            <a:pPr lvl="3"/>
            <a:r>
              <a:rPr lang="en-NZ" noProof="0"/>
              <a:t>Fourth level</a:t>
            </a:r>
          </a:p>
          <a:p>
            <a:pPr lvl="4"/>
            <a:r>
              <a:rPr lang="en-NZ" noProof="0"/>
              <a:t>Fifth level</a:t>
            </a:r>
          </a:p>
        </p:txBody>
      </p:sp>
      <p:sp>
        <p:nvSpPr>
          <p:cNvPr id="5" name="Text Placeholder 4"/>
          <p:cNvSpPr>
            <a:spLocks noGrp="1"/>
          </p:cNvSpPr>
          <p:nvPr>
            <p:ph type="body" sz="quarter" idx="3"/>
          </p:nvPr>
        </p:nvSpPr>
        <p:spPr>
          <a:xfrm>
            <a:off x="4645026" y="842700"/>
            <a:ext cx="4247456" cy="270030"/>
          </a:xfrm>
          <a:noFill/>
        </p:spPr>
        <p:txBody>
          <a:bodyPr anchor="b">
            <a:noAutofit/>
          </a:bodyPr>
          <a:lstStyle>
            <a:lvl1pPr marL="0" indent="0">
              <a:buNone/>
              <a:defRPr sz="1350" b="1">
                <a:solidFill>
                  <a:srgbClr val="669AD2"/>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NZ" noProof="0" dirty="0"/>
              <a:t>Click to edit Master text styles</a:t>
            </a:r>
          </a:p>
        </p:txBody>
      </p:sp>
      <p:sp>
        <p:nvSpPr>
          <p:cNvPr id="6" name="Content Placeholder 5"/>
          <p:cNvSpPr>
            <a:spLocks noGrp="1"/>
          </p:cNvSpPr>
          <p:nvPr>
            <p:ph sz="quarter" idx="4"/>
          </p:nvPr>
        </p:nvSpPr>
        <p:spPr>
          <a:xfrm>
            <a:off x="4645026" y="1166736"/>
            <a:ext cx="4247456" cy="1620180"/>
          </a:xfrm>
        </p:spPr>
        <p:txBody>
          <a:bodyPr>
            <a:normAutofit/>
          </a:bodyPr>
          <a:lstStyle>
            <a:lvl1pPr>
              <a:defRPr sz="1200">
                <a:solidFill>
                  <a:schemeClr val="tx1"/>
                </a:solidFill>
              </a:defRPr>
            </a:lvl1pPr>
            <a:lvl2pPr>
              <a:defRPr sz="1050">
                <a:solidFill>
                  <a:schemeClr val="tx1"/>
                </a:solidFill>
              </a:defRPr>
            </a:lvl2pPr>
            <a:lvl3pPr>
              <a:defRPr sz="900">
                <a:solidFill>
                  <a:schemeClr val="tx1"/>
                </a:solidFill>
              </a:defRPr>
            </a:lvl3pPr>
            <a:lvl4pPr>
              <a:defRPr sz="900">
                <a:solidFill>
                  <a:schemeClr val="tx1"/>
                </a:solidFill>
              </a:defRPr>
            </a:lvl4pPr>
            <a:lvl5pPr>
              <a:defRPr sz="825">
                <a:solidFill>
                  <a:schemeClr val="tx1"/>
                </a:solidFill>
              </a:defRPr>
            </a:lvl5pPr>
            <a:lvl6pPr>
              <a:defRPr sz="1200"/>
            </a:lvl6pPr>
            <a:lvl7pPr>
              <a:defRPr sz="1200"/>
            </a:lvl7pPr>
            <a:lvl8pPr>
              <a:defRPr sz="1200"/>
            </a:lvl8pPr>
            <a:lvl9pPr>
              <a:defRPr sz="1200"/>
            </a:lvl9pPr>
          </a:lstStyle>
          <a:p>
            <a:pPr lvl="0"/>
            <a:r>
              <a:rPr lang="en-NZ" noProof="0"/>
              <a:t>Click to edit Master text styles</a:t>
            </a:r>
          </a:p>
          <a:p>
            <a:pPr lvl="1"/>
            <a:r>
              <a:rPr lang="en-NZ" noProof="0"/>
              <a:t>Second level</a:t>
            </a:r>
          </a:p>
          <a:p>
            <a:pPr lvl="2"/>
            <a:r>
              <a:rPr lang="en-NZ" noProof="0"/>
              <a:t>Third level</a:t>
            </a:r>
          </a:p>
          <a:p>
            <a:pPr lvl="3"/>
            <a:r>
              <a:rPr lang="en-NZ" noProof="0"/>
              <a:t>Fourth level</a:t>
            </a:r>
          </a:p>
          <a:p>
            <a:pPr lvl="4"/>
            <a:r>
              <a:rPr lang="en-NZ" noProof="0"/>
              <a:t>Fifth level</a:t>
            </a:r>
          </a:p>
        </p:txBody>
      </p:sp>
      <p:sp>
        <p:nvSpPr>
          <p:cNvPr id="10" name="Text Placeholder 2"/>
          <p:cNvSpPr>
            <a:spLocks noGrp="1"/>
          </p:cNvSpPr>
          <p:nvPr>
            <p:ph type="body" idx="13"/>
          </p:nvPr>
        </p:nvSpPr>
        <p:spPr>
          <a:xfrm>
            <a:off x="251521" y="2861496"/>
            <a:ext cx="4245868" cy="270030"/>
          </a:xfrm>
          <a:noFill/>
          <a:ln>
            <a:noFill/>
          </a:ln>
        </p:spPr>
        <p:txBody>
          <a:bodyPr anchor="b">
            <a:noAutofit/>
          </a:bodyPr>
          <a:lstStyle>
            <a:lvl1pPr marL="0" indent="0">
              <a:buNone/>
              <a:defRPr sz="1350" b="1">
                <a:solidFill>
                  <a:srgbClr val="669AD2"/>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NZ" noProof="0" dirty="0"/>
              <a:t>Click to edit Master text styles</a:t>
            </a:r>
          </a:p>
        </p:txBody>
      </p:sp>
      <p:sp>
        <p:nvSpPr>
          <p:cNvPr id="11" name="Content Placeholder 3"/>
          <p:cNvSpPr>
            <a:spLocks noGrp="1"/>
          </p:cNvSpPr>
          <p:nvPr>
            <p:ph sz="half" idx="14"/>
          </p:nvPr>
        </p:nvSpPr>
        <p:spPr>
          <a:xfrm>
            <a:off x="251521" y="3185533"/>
            <a:ext cx="4245868" cy="1620180"/>
          </a:xfrm>
        </p:spPr>
        <p:txBody>
          <a:bodyPr>
            <a:normAutofit/>
          </a:bodyPr>
          <a:lstStyle>
            <a:lvl1pPr>
              <a:defRPr sz="1200">
                <a:solidFill>
                  <a:schemeClr val="tx1"/>
                </a:solidFill>
              </a:defRPr>
            </a:lvl1pPr>
            <a:lvl2pPr>
              <a:defRPr sz="1050">
                <a:solidFill>
                  <a:schemeClr val="tx1"/>
                </a:solidFill>
              </a:defRPr>
            </a:lvl2pPr>
            <a:lvl3pPr>
              <a:defRPr sz="900">
                <a:solidFill>
                  <a:schemeClr val="tx1"/>
                </a:solidFill>
              </a:defRPr>
            </a:lvl3pPr>
            <a:lvl4pPr>
              <a:defRPr sz="900">
                <a:solidFill>
                  <a:schemeClr val="tx1"/>
                </a:solidFill>
              </a:defRPr>
            </a:lvl4pPr>
            <a:lvl5pPr>
              <a:defRPr sz="825">
                <a:solidFill>
                  <a:schemeClr val="tx1"/>
                </a:solidFill>
              </a:defRPr>
            </a:lvl5pPr>
            <a:lvl6pPr>
              <a:defRPr sz="1200"/>
            </a:lvl6pPr>
            <a:lvl7pPr>
              <a:defRPr sz="1200"/>
            </a:lvl7pPr>
            <a:lvl8pPr>
              <a:defRPr sz="1200"/>
            </a:lvl8pPr>
            <a:lvl9pPr>
              <a:defRPr sz="1200"/>
            </a:lvl9pPr>
          </a:lstStyle>
          <a:p>
            <a:pPr lvl="0"/>
            <a:r>
              <a:rPr lang="en-NZ" noProof="0"/>
              <a:t>Click to edit Master text styles</a:t>
            </a:r>
          </a:p>
          <a:p>
            <a:pPr lvl="1"/>
            <a:r>
              <a:rPr lang="en-NZ" noProof="0"/>
              <a:t>Second level</a:t>
            </a:r>
          </a:p>
          <a:p>
            <a:pPr lvl="2"/>
            <a:r>
              <a:rPr lang="en-NZ" noProof="0"/>
              <a:t>Third level</a:t>
            </a:r>
          </a:p>
          <a:p>
            <a:pPr lvl="3"/>
            <a:r>
              <a:rPr lang="en-NZ" noProof="0"/>
              <a:t>Fourth level</a:t>
            </a:r>
          </a:p>
          <a:p>
            <a:pPr lvl="4"/>
            <a:r>
              <a:rPr lang="en-NZ" noProof="0"/>
              <a:t>Fifth level</a:t>
            </a:r>
          </a:p>
        </p:txBody>
      </p:sp>
      <p:sp>
        <p:nvSpPr>
          <p:cNvPr id="12" name="Text Placeholder 4"/>
          <p:cNvSpPr>
            <a:spLocks noGrp="1"/>
          </p:cNvSpPr>
          <p:nvPr>
            <p:ph type="body" sz="quarter" idx="15"/>
          </p:nvPr>
        </p:nvSpPr>
        <p:spPr>
          <a:xfrm>
            <a:off x="4645026" y="2861496"/>
            <a:ext cx="4247456" cy="270030"/>
          </a:xfrm>
          <a:noFill/>
        </p:spPr>
        <p:txBody>
          <a:bodyPr anchor="b">
            <a:noAutofit/>
          </a:bodyPr>
          <a:lstStyle>
            <a:lvl1pPr marL="0" indent="0">
              <a:buNone/>
              <a:defRPr sz="1350" b="1">
                <a:solidFill>
                  <a:srgbClr val="669AD2"/>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NZ" noProof="0" dirty="0"/>
              <a:t>Click to edit Master text styles</a:t>
            </a:r>
          </a:p>
        </p:txBody>
      </p:sp>
      <p:sp>
        <p:nvSpPr>
          <p:cNvPr id="13" name="Content Placeholder 5"/>
          <p:cNvSpPr>
            <a:spLocks noGrp="1"/>
          </p:cNvSpPr>
          <p:nvPr>
            <p:ph sz="quarter" idx="16"/>
          </p:nvPr>
        </p:nvSpPr>
        <p:spPr>
          <a:xfrm>
            <a:off x="4645026" y="3185533"/>
            <a:ext cx="4247456" cy="1620180"/>
          </a:xfrm>
        </p:spPr>
        <p:txBody>
          <a:bodyPr>
            <a:normAutofit/>
          </a:bodyPr>
          <a:lstStyle>
            <a:lvl1pPr>
              <a:defRPr sz="1200">
                <a:solidFill>
                  <a:schemeClr val="tx1"/>
                </a:solidFill>
              </a:defRPr>
            </a:lvl1pPr>
            <a:lvl2pPr>
              <a:defRPr sz="1050">
                <a:solidFill>
                  <a:schemeClr val="tx1"/>
                </a:solidFill>
              </a:defRPr>
            </a:lvl2pPr>
            <a:lvl3pPr>
              <a:defRPr sz="900">
                <a:solidFill>
                  <a:schemeClr val="tx1"/>
                </a:solidFill>
              </a:defRPr>
            </a:lvl3pPr>
            <a:lvl4pPr>
              <a:defRPr sz="900">
                <a:solidFill>
                  <a:schemeClr val="tx1"/>
                </a:solidFill>
              </a:defRPr>
            </a:lvl4pPr>
            <a:lvl5pPr>
              <a:defRPr sz="825">
                <a:solidFill>
                  <a:schemeClr val="tx1"/>
                </a:solidFill>
              </a:defRPr>
            </a:lvl5pPr>
            <a:lvl6pPr>
              <a:defRPr sz="1200"/>
            </a:lvl6pPr>
            <a:lvl7pPr>
              <a:defRPr sz="1200"/>
            </a:lvl7pPr>
            <a:lvl8pPr>
              <a:defRPr sz="1200"/>
            </a:lvl8pPr>
            <a:lvl9pPr>
              <a:defRPr sz="1200"/>
            </a:lvl9pPr>
          </a:lstStyle>
          <a:p>
            <a:pPr lvl="0"/>
            <a:r>
              <a:rPr lang="en-NZ" noProof="0"/>
              <a:t>Click to edit Master text styles</a:t>
            </a:r>
          </a:p>
          <a:p>
            <a:pPr lvl="1"/>
            <a:r>
              <a:rPr lang="en-NZ" noProof="0"/>
              <a:t>Second level</a:t>
            </a:r>
          </a:p>
          <a:p>
            <a:pPr lvl="2"/>
            <a:r>
              <a:rPr lang="en-NZ" noProof="0"/>
              <a:t>Third level</a:t>
            </a:r>
          </a:p>
          <a:p>
            <a:pPr lvl="3"/>
            <a:r>
              <a:rPr lang="en-NZ" noProof="0"/>
              <a:t>Fourth level</a:t>
            </a:r>
          </a:p>
          <a:p>
            <a:pPr lvl="4"/>
            <a:r>
              <a:rPr lang="en-NZ" noProof="0"/>
              <a:t>Fifth level</a:t>
            </a:r>
          </a:p>
        </p:txBody>
      </p:sp>
      <p:sp>
        <p:nvSpPr>
          <p:cNvPr id="9" name="Footer Placeholder 7">
            <a:extLst>
              <a:ext uri="{FF2B5EF4-FFF2-40B4-BE49-F238E27FC236}">
                <a16:creationId xmlns:a16="http://schemas.microsoft.com/office/drawing/2014/main" id="{B71C8B88-9DE7-D703-5899-383BCCD35A94}"/>
              </a:ext>
            </a:extLst>
          </p:cNvPr>
          <p:cNvSpPr>
            <a:spLocks noGrp="1"/>
          </p:cNvSpPr>
          <p:nvPr>
            <p:ph type="ftr" sz="quarter" idx="17"/>
          </p:nvPr>
        </p:nvSpPr>
        <p:spPr/>
        <p:txBody>
          <a:bodyPr/>
          <a:lstStyle>
            <a:lvl1pPr>
              <a:defRPr/>
            </a:lvl1pPr>
          </a:lstStyle>
          <a:p>
            <a:pPr>
              <a:defRPr/>
            </a:pPr>
            <a:r>
              <a:t>Confidential – Internal BNZ Discussion Only</a:t>
            </a:r>
          </a:p>
        </p:txBody>
      </p:sp>
      <p:sp>
        <p:nvSpPr>
          <p:cNvPr id="14" name="Slide Number Placeholder 8">
            <a:extLst>
              <a:ext uri="{FF2B5EF4-FFF2-40B4-BE49-F238E27FC236}">
                <a16:creationId xmlns:a16="http://schemas.microsoft.com/office/drawing/2014/main" id="{4CD00994-1295-02D9-0059-D79621903ED0}"/>
              </a:ext>
            </a:extLst>
          </p:cNvPr>
          <p:cNvSpPr>
            <a:spLocks noGrp="1"/>
          </p:cNvSpPr>
          <p:nvPr>
            <p:ph type="sldNum" sz="quarter" idx="18"/>
          </p:nvPr>
        </p:nvSpPr>
        <p:spPr/>
        <p:txBody>
          <a:bodyPr/>
          <a:lstStyle>
            <a:lvl1pPr>
              <a:defRPr/>
            </a:lvl1pPr>
          </a:lstStyle>
          <a:p>
            <a:fld id="{902CC9F1-9890-4A95-A6AF-19D0B2DFF99B}" type="slidenum">
              <a:rPr lang="en-NZ" altLang="en-US"/>
              <a:pPr/>
              <a:t>‹#›</a:t>
            </a:fld>
            <a:endParaRPr lang="en-NZ" altLang="en-US"/>
          </a:p>
        </p:txBody>
      </p:sp>
    </p:spTree>
    <p:extLst>
      <p:ext uri="{BB962C8B-B14F-4D97-AF65-F5344CB8AC3E}">
        <p14:creationId xmlns:p14="http://schemas.microsoft.com/office/powerpoint/2010/main" val="4277498615"/>
      </p:ext>
    </p:extLst>
  </p:cSld>
  <p:clrMapOvr>
    <a:masterClrMapping/>
  </p:clrMapOvr>
</p:sldLayout>
</file>

<file path=ppt/slideLayouts/slideLayout163.xml><?xml version="1.0" encoding="utf-8"?>
<p:sldLayout xmlns:a="http://schemas.openxmlformats.org/drawingml/2006/main" xmlns:r="http://schemas.openxmlformats.org/officeDocument/2006/relationships" xmlns:p="http://schemas.openxmlformats.org/presentationml/2006/main" preserve="1" userDrawn="1">
  <p:cSld name="6 Point Comparison with Subtitles">
    <p:spTree>
      <p:nvGrpSpPr>
        <p:cNvPr id="1" name=""/>
        <p:cNvGrpSpPr/>
        <p:nvPr/>
      </p:nvGrpSpPr>
      <p:grpSpPr>
        <a:xfrm>
          <a:off x="0" y="0"/>
          <a:ext cx="0" cy="0"/>
          <a:chOff x="0" y="0"/>
          <a:chExt cx="0" cy="0"/>
        </a:xfrm>
      </p:grpSpPr>
      <p:sp>
        <p:nvSpPr>
          <p:cNvPr id="7" name="Line 16">
            <a:extLst>
              <a:ext uri="{FF2B5EF4-FFF2-40B4-BE49-F238E27FC236}">
                <a16:creationId xmlns:a16="http://schemas.microsoft.com/office/drawing/2014/main" id="{CB43B303-DCF3-57F8-3523-0431A810069E}"/>
              </a:ext>
            </a:extLst>
          </p:cNvPr>
          <p:cNvSpPr>
            <a:spLocks noChangeShapeType="1"/>
          </p:cNvSpPr>
          <p:nvPr userDrawn="1"/>
        </p:nvSpPr>
        <p:spPr bwMode="auto">
          <a:xfrm>
            <a:off x="172915" y="0"/>
            <a:ext cx="0" cy="681038"/>
          </a:xfrm>
          <a:prstGeom prst="line">
            <a:avLst/>
          </a:prstGeom>
          <a:noFill/>
          <a:ln w="6350">
            <a:solidFill>
              <a:schemeClr val="bg1">
                <a:lumMod val="50000"/>
              </a:schemeClr>
            </a:solidFill>
            <a:round/>
            <a:headEnd/>
            <a:tailEnd/>
          </a:ln>
        </p:spPr>
        <p:txBody>
          <a:bodyPr/>
          <a:lstStyle/>
          <a:p>
            <a:pPr>
              <a:defRPr/>
            </a:pPr>
            <a:endParaRPr lang="en-US" sz="1350">
              <a:latin typeface="Arial" charset="0"/>
            </a:endParaRPr>
          </a:p>
        </p:txBody>
      </p:sp>
      <p:sp>
        <p:nvSpPr>
          <p:cNvPr id="8" name="Line 16">
            <a:extLst>
              <a:ext uri="{FF2B5EF4-FFF2-40B4-BE49-F238E27FC236}">
                <a16:creationId xmlns:a16="http://schemas.microsoft.com/office/drawing/2014/main" id="{E0DEE9FB-AF52-41E1-6B63-DA2A55B98382}"/>
              </a:ext>
            </a:extLst>
          </p:cNvPr>
          <p:cNvSpPr>
            <a:spLocks noChangeShapeType="1"/>
          </p:cNvSpPr>
          <p:nvPr userDrawn="1"/>
        </p:nvSpPr>
        <p:spPr bwMode="auto">
          <a:xfrm>
            <a:off x="9108831" y="4962525"/>
            <a:ext cx="0" cy="180975"/>
          </a:xfrm>
          <a:prstGeom prst="line">
            <a:avLst/>
          </a:prstGeom>
          <a:noFill/>
          <a:ln w="76200">
            <a:solidFill>
              <a:srgbClr val="0A1C42"/>
            </a:solidFill>
            <a:round/>
            <a:headEnd/>
            <a:tailEnd/>
          </a:ln>
        </p:spPr>
        <p:txBody>
          <a:bodyPr/>
          <a:lstStyle/>
          <a:p>
            <a:pPr>
              <a:defRPr/>
            </a:pPr>
            <a:endParaRPr lang="en-US" sz="1350">
              <a:latin typeface="Arial" charset="0"/>
            </a:endParaRPr>
          </a:p>
        </p:txBody>
      </p:sp>
      <p:sp>
        <p:nvSpPr>
          <p:cNvPr id="2" name="Title 1"/>
          <p:cNvSpPr>
            <a:spLocks noGrp="1"/>
          </p:cNvSpPr>
          <p:nvPr>
            <p:ph type="title"/>
          </p:nvPr>
        </p:nvSpPr>
        <p:spPr/>
        <p:txBody>
          <a:bodyPr/>
          <a:lstStyle>
            <a:lvl1pPr>
              <a:defRPr>
                <a:solidFill>
                  <a:schemeClr val="tx2"/>
                </a:solidFill>
              </a:defRPr>
            </a:lvl1pPr>
          </a:lstStyle>
          <a:p>
            <a:r>
              <a:rPr lang="en-NZ" noProof="0"/>
              <a:t>Click to edit Master title style</a:t>
            </a:r>
          </a:p>
        </p:txBody>
      </p:sp>
      <p:sp>
        <p:nvSpPr>
          <p:cNvPr id="3" name="Text Placeholder 2"/>
          <p:cNvSpPr>
            <a:spLocks noGrp="1"/>
          </p:cNvSpPr>
          <p:nvPr>
            <p:ph type="body" idx="1"/>
          </p:nvPr>
        </p:nvSpPr>
        <p:spPr>
          <a:xfrm>
            <a:off x="251521" y="842700"/>
            <a:ext cx="2781415" cy="270030"/>
          </a:xfrm>
          <a:noFill/>
        </p:spPr>
        <p:txBody>
          <a:bodyPr anchor="b">
            <a:noAutofit/>
          </a:bodyPr>
          <a:lstStyle>
            <a:lvl1pPr marL="0" indent="0">
              <a:buNone/>
              <a:defRPr sz="1350" b="1">
                <a:solidFill>
                  <a:srgbClr val="669AD2"/>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NZ" noProof="0" dirty="0"/>
              <a:t>Click to edit Master text styles</a:t>
            </a:r>
          </a:p>
        </p:txBody>
      </p:sp>
      <p:sp>
        <p:nvSpPr>
          <p:cNvPr id="4" name="Content Placeholder 3"/>
          <p:cNvSpPr>
            <a:spLocks noGrp="1"/>
          </p:cNvSpPr>
          <p:nvPr>
            <p:ph sz="half" idx="2"/>
          </p:nvPr>
        </p:nvSpPr>
        <p:spPr>
          <a:xfrm>
            <a:off x="251521" y="1166736"/>
            <a:ext cx="2781415" cy="1620180"/>
          </a:xfrm>
        </p:spPr>
        <p:txBody>
          <a:bodyPr>
            <a:normAutofit/>
          </a:bodyPr>
          <a:lstStyle>
            <a:lvl1pPr>
              <a:defRPr sz="1200">
                <a:solidFill>
                  <a:schemeClr val="tx1"/>
                </a:solidFill>
              </a:defRPr>
            </a:lvl1pPr>
            <a:lvl2pPr>
              <a:defRPr sz="1050">
                <a:solidFill>
                  <a:schemeClr val="tx1"/>
                </a:solidFill>
              </a:defRPr>
            </a:lvl2pPr>
            <a:lvl3pPr>
              <a:defRPr sz="900">
                <a:solidFill>
                  <a:schemeClr val="tx1"/>
                </a:solidFill>
              </a:defRPr>
            </a:lvl3pPr>
            <a:lvl4pPr>
              <a:defRPr sz="900">
                <a:solidFill>
                  <a:schemeClr val="tx1"/>
                </a:solidFill>
              </a:defRPr>
            </a:lvl4pPr>
            <a:lvl5pPr>
              <a:defRPr sz="825">
                <a:solidFill>
                  <a:schemeClr val="tx1"/>
                </a:solidFill>
              </a:defRPr>
            </a:lvl5pPr>
            <a:lvl6pPr>
              <a:defRPr sz="1200"/>
            </a:lvl6pPr>
            <a:lvl7pPr>
              <a:defRPr sz="1200"/>
            </a:lvl7pPr>
            <a:lvl8pPr>
              <a:defRPr sz="1200"/>
            </a:lvl8pPr>
            <a:lvl9pPr>
              <a:defRPr sz="1200"/>
            </a:lvl9pPr>
          </a:lstStyle>
          <a:p>
            <a:pPr lvl="0"/>
            <a:r>
              <a:rPr lang="en-NZ" noProof="0" dirty="0"/>
              <a:t>Click to edit Master text styles</a:t>
            </a:r>
          </a:p>
          <a:p>
            <a:pPr lvl="1"/>
            <a:r>
              <a:rPr lang="en-NZ" noProof="0" dirty="0"/>
              <a:t>Second level</a:t>
            </a:r>
          </a:p>
          <a:p>
            <a:pPr lvl="2"/>
            <a:r>
              <a:rPr lang="en-NZ" noProof="0" dirty="0"/>
              <a:t>Third level</a:t>
            </a:r>
          </a:p>
          <a:p>
            <a:pPr lvl="3"/>
            <a:r>
              <a:rPr lang="en-NZ" noProof="0" dirty="0"/>
              <a:t>Fourth level</a:t>
            </a:r>
          </a:p>
          <a:p>
            <a:pPr lvl="4"/>
            <a:r>
              <a:rPr lang="en-NZ" noProof="0" dirty="0"/>
              <a:t>Fifth level</a:t>
            </a:r>
          </a:p>
        </p:txBody>
      </p:sp>
      <p:sp>
        <p:nvSpPr>
          <p:cNvPr id="5" name="Text Placeholder 4"/>
          <p:cNvSpPr>
            <a:spLocks noGrp="1"/>
          </p:cNvSpPr>
          <p:nvPr>
            <p:ph type="body" sz="quarter" idx="3"/>
          </p:nvPr>
        </p:nvSpPr>
        <p:spPr>
          <a:xfrm>
            <a:off x="3180185" y="842700"/>
            <a:ext cx="2781415" cy="270030"/>
          </a:xfrm>
          <a:noFill/>
        </p:spPr>
        <p:txBody>
          <a:bodyPr anchor="b">
            <a:noAutofit/>
          </a:bodyPr>
          <a:lstStyle>
            <a:lvl1pPr marL="0" indent="0">
              <a:buNone/>
              <a:defRPr sz="1350" b="1">
                <a:solidFill>
                  <a:srgbClr val="669AD2"/>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NZ" noProof="0" dirty="0"/>
              <a:t>Click to edit Master text styles</a:t>
            </a:r>
          </a:p>
        </p:txBody>
      </p:sp>
      <p:sp>
        <p:nvSpPr>
          <p:cNvPr id="6" name="Content Placeholder 5"/>
          <p:cNvSpPr>
            <a:spLocks noGrp="1"/>
          </p:cNvSpPr>
          <p:nvPr>
            <p:ph sz="quarter" idx="4"/>
          </p:nvPr>
        </p:nvSpPr>
        <p:spPr>
          <a:xfrm>
            <a:off x="3180185" y="1166736"/>
            <a:ext cx="2781415" cy="1620180"/>
          </a:xfrm>
        </p:spPr>
        <p:txBody>
          <a:bodyPr>
            <a:normAutofit/>
          </a:bodyPr>
          <a:lstStyle>
            <a:lvl1pPr>
              <a:defRPr sz="1200">
                <a:solidFill>
                  <a:schemeClr val="tx1"/>
                </a:solidFill>
              </a:defRPr>
            </a:lvl1pPr>
            <a:lvl2pPr>
              <a:defRPr sz="1050">
                <a:solidFill>
                  <a:schemeClr val="tx1"/>
                </a:solidFill>
              </a:defRPr>
            </a:lvl2pPr>
            <a:lvl3pPr>
              <a:defRPr sz="900">
                <a:solidFill>
                  <a:schemeClr val="tx1"/>
                </a:solidFill>
              </a:defRPr>
            </a:lvl3pPr>
            <a:lvl4pPr>
              <a:defRPr sz="900">
                <a:solidFill>
                  <a:schemeClr val="tx1"/>
                </a:solidFill>
              </a:defRPr>
            </a:lvl4pPr>
            <a:lvl5pPr>
              <a:defRPr sz="825">
                <a:solidFill>
                  <a:schemeClr val="tx1"/>
                </a:solidFill>
              </a:defRPr>
            </a:lvl5pPr>
            <a:lvl6pPr>
              <a:defRPr sz="1200"/>
            </a:lvl6pPr>
            <a:lvl7pPr>
              <a:defRPr sz="1200"/>
            </a:lvl7pPr>
            <a:lvl8pPr>
              <a:defRPr sz="1200"/>
            </a:lvl8pPr>
            <a:lvl9pPr>
              <a:defRPr sz="1200"/>
            </a:lvl9pPr>
          </a:lstStyle>
          <a:p>
            <a:pPr lvl="0"/>
            <a:r>
              <a:rPr lang="en-NZ" noProof="0"/>
              <a:t>Click to edit Master text styles</a:t>
            </a:r>
          </a:p>
          <a:p>
            <a:pPr lvl="1"/>
            <a:r>
              <a:rPr lang="en-NZ" noProof="0"/>
              <a:t>Second level</a:t>
            </a:r>
          </a:p>
          <a:p>
            <a:pPr lvl="2"/>
            <a:r>
              <a:rPr lang="en-NZ" noProof="0"/>
              <a:t>Third level</a:t>
            </a:r>
          </a:p>
          <a:p>
            <a:pPr lvl="3"/>
            <a:r>
              <a:rPr lang="en-NZ" noProof="0"/>
              <a:t>Fourth level</a:t>
            </a:r>
          </a:p>
          <a:p>
            <a:pPr lvl="4"/>
            <a:r>
              <a:rPr lang="en-NZ" noProof="0"/>
              <a:t>Fifth level</a:t>
            </a:r>
          </a:p>
        </p:txBody>
      </p:sp>
      <p:sp>
        <p:nvSpPr>
          <p:cNvPr id="10" name="Text Placeholder 2"/>
          <p:cNvSpPr>
            <a:spLocks noGrp="1"/>
          </p:cNvSpPr>
          <p:nvPr>
            <p:ph type="body" idx="13"/>
          </p:nvPr>
        </p:nvSpPr>
        <p:spPr>
          <a:xfrm>
            <a:off x="251521" y="2861496"/>
            <a:ext cx="2781415" cy="270030"/>
          </a:xfrm>
          <a:noFill/>
          <a:ln>
            <a:noFill/>
          </a:ln>
        </p:spPr>
        <p:txBody>
          <a:bodyPr anchor="b">
            <a:noAutofit/>
          </a:bodyPr>
          <a:lstStyle>
            <a:lvl1pPr marL="0" indent="0">
              <a:buNone/>
              <a:defRPr sz="1350" b="1">
                <a:solidFill>
                  <a:srgbClr val="669AD2"/>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NZ" noProof="0" dirty="0"/>
              <a:t>Click to edit Master text styles</a:t>
            </a:r>
          </a:p>
        </p:txBody>
      </p:sp>
      <p:sp>
        <p:nvSpPr>
          <p:cNvPr id="11" name="Content Placeholder 3"/>
          <p:cNvSpPr>
            <a:spLocks noGrp="1"/>
          </p:cNvSpPr>
          <p:nvPr>
            <p:ph sz="half" idx="14"/>
          </p:nvPr>
        </p:nvSpPr>
        <p:spPr>
          <a:xfrm>
            <a:off x="251521" y="3185533"/>
            <a:ext cx="2781415" cy="1620180"/>
          </a:xfrm>
        </p:spPr>
        <p:txBody>
          <a:bodyPr>
            <a:normAutofit/>
          </a:bodyPr>
          <a:lstStyle>
            <a:lvl1pPr>
              <a:defRPr sz="1200">
                <a:solidFill>
                  <a:schemeClr val="tx1"/>
                </a:solidFill>
              </a:defRPr>
            </a:lvl1pPr>
            <a:lvl2pPr>
              <a:defRPr sz="1050">
                <a:solidFill>
                  <a:schemeClr val="tx1"/>
                </a:solidFill>
              </a:defRPr>
            </a:lvl2pPr>
            <a:lvl3pPr>
              <a:defRPr sz="900">
                <a:solidFill>
                  <a:schemeClr val="tx1"/>
                </a:solidFill>
              </a:defRPr>
            </a:lvl3pPr>
            <a:lvl4pPr>
              <a:defRPr sz="900">
                <a:solidFill>
                  <a:schemeClr val="tx1"/>
                </a:solidFill>
              </a:defRPr>
            </a:lvl4pPr>
            <a:lvl5pPr>
              <a:defRPr sz="825">
                <a:solidFill>
                  <a:schemeClr val="tx1"/>
                </a:solidFill>
              </a:defRPr>
            </a:lvl5pPr>
            <a:lvl6pPr>
              <a:defRPr sz="1200"/>
            </a:lvl6pPr>
            <a:lvl7pPr>
              <a:defRPr sz="1200"/>
            </a:lvl7pPr>
            <a:lvl8pPr>
              <a:defRPr sz="1200"/>
            </a:lvl8pPr>
            <a:lvl9pPr>
              <a:defRPr sz="1200"/>
            </a:lvl9pPr>
          </a:lstStyle>
          <a:p>
            <a:pPr lvl="0"/>
            <a:r>
              <a:rPr lang="en-NZ" noProof="0"/>
              <a:t>Click to edit Master text styles</a:t>
            </a:r>
          </a:p>
          <a:p>
            <a:pPr lvl="1"/>
            <a:r>
              <a:rPr lang="en-NZ" noProof="0"/>
              <a:t>Second level</a:t>
            </a:r>
          </a:p>
          <a:p>
            <a:pPr lvl="2"/>
            <a:r>
              <a:rPr lang="en-NZ" noProof="0"/>
              <a:t>Third level</a:t>
            </a:r>
          </a:p>
          <a:p>
            <a:pPr lvl="3"/>
            <a:r>
              <a:rPr lang="en-NZ" noProof="0"/>
              <a:t>Fourth level</a:t>
            </a:r>
          </a:p>
          <a:p>
            <a:pPr lvl="4"/>
            <a:r>
              <a:rPr lang="en-NZ" noProof="0"/>
              <a:t>Fifth level</a:t>
            </a:r>
          </a:p>
        </p:txBody>
      </p:sp>
      <p:sp>
        <p:nvSpPr>
          <p:cNvPr id="12" name="Text Placeholder 4"/>
          <p:cNvSpPr>
            <a:spLocks noGrp="1"/>
          </p:cNvSpPr>
          <p:nvPr>
            <p:ph type="body" sz="quarter" idx="15"/>
          </p:nvPr>
        </p:nvSpPr>
        <p:spPr>
          <a:xfrm>
            <a:off x="3180185" y="2861496"/>
            <a:ext cx="2781415" cy="270030"/>
          </a:xfrm>
          <a:noFill/>
        </p:spPr>
        <p:txBody>
          <a:bodyPr anchor="b">
            <a:noAutofit/>
          </a:bodyPr>
          <a:lstStyle>
            <a:lvl1pPr marL="0" indent="0">
              <a:buNone/>
              <a:defRPr sz="1350" b="1">
                <a:solidFill>
                  <a:srgbClr val="669AD2"/>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NZ" noProof="0" dirty="0"/>
              <a:t>Click to edit Master text styles</a:t>
            </a:r>
          </a:p>
        </p:txBody>
      </p:sp>
      <p:sp>
        <p:nvSpPr>
          <p:cNvPr id="13" name="Content Placeholder 5"/>
          <p:cNvSpPr>
            <a:spLocks noGrp="1"/>
          </p:cNvSpPr>
          <p:nvPr>
            <p:ph sz="quarter" idx="16"/>
          </p:nvPr>
        </p:nvSpPr>
        <p:spPr>
          <a:xfrm>
            <a:off x="3180185" y="3185533"/>
            <a:ext cx="2781415" cy="1620180"/>
          </a:xfrm>
        </p:spPr>
        <p:txBody>
          <a:bodyPr>
            <a:normAutofit/>
          </a:bodyPr>
          <a:lstStyle>
            <a:lvl1pPr>
              <a:defRPr sz="1200">
                <a:solidFill>
                  <a:schemeClr val="tx1"/>
                </a:solidFill>
              </a:defRPr>
            </a:lvl1pPr>
            <a:lvl2pPr>
              <a:defRPr sz="1050">
                <a:solidFill>
                  <a:schemeClr val="tx1"/>
                </a:solidFill>
              </a:defRPr>
            </a:lvl2pPr>
            <a:lvl3pPr>
              <a:defRPr sz="900">
                <a:solidFill>
                  <a:schemeClr val="tx1"/>
                </a:solidFill>
              </a:defRPr>
            </a:lvl3pPr>
            <a:lvl4pPr>
              <a:defRPr sz="900">
                <a:solidFill>
                  <a:schemeClr val="tx1"/>
                </a:solidFill>
              </a:defRPr>
            </a:lvl4pPr>
            <a:lvl5pPr>
              <a:defRPr sz="825">
                <a:solidFill>
                  <a:schemeClr val="tx1"/>
                </a:solidFill>
              </a:defRPr>
            </a:lvl5pPr>
            <a:lvl6pPr>
              <a:defRPr sz="1200"/>
            </a:lvl6pPr>
            <a:lvl7pPr>
              <a:defRPr sz="1200"/>
            </a:lvl7pPr>
            <a:lvl8pPr>
              <a:defRPr sz="1200"/>
            </a:lvl8pPr>
            <a:lvl9pPr>
              <a:defRPr sz="1200"/>
            </a:lvl9pPr>
          </a:lstStyle>
          <a:p>
            <a:pPr lvl="0"/>
            <a:r>
              <a:rPr lang="en-NZ" noProof="0"/>
              <a:t>Click to edit Master text styles</a:t>
            </a:r>
          </a:p>
          <a:p>
            <a:pPr lvl="1"/>
            <a:r>
              <a:rPr lang="en-NZ" noProof="0"/>
              <a:t>Second level</a:t>
            </a:r>
          </a:p>
          <a:p>
            <a:pPr lvl="2"/>
            <a:r>
              <a:rPr lang="en-NZ" noProof="0"/>
              <a:t>Third level</a:t>
            </a:r>
          </a:p>
          <a:p>
            <a:pPr lvl="3"/>
            <a:r>
              <a:rPr lang="en-NZ" noProof="0"/>
              <a:t>Fourth level</a:t>
            </a:r>
          </a:p>
          <a:p>
            <a:pPr lvl="4"/>
            <a:r>
              <a:rPr lang="en-NZ" noProof="0"/>
              <a:t>Fifth level</a:t>
            </a:r>
          </a:p>
        </p:txBody>
      </p:sp>
      <p:sp>
        <p:nvSpPr>
          <p:cNvPr id="18" name="Text Placeholder 4"/>
          <p:cNvSpPr>
            <a:spLocks noGrp="1"/>
          </p:cNvSpPr>
          <p:nvPr>
            <p:ph type="body" sz="quarter" idx="19"/>
          </p:nvPr>
        </p:nvSpPr>
        <p:spPr>
          <a:xfrm>
            <a:off x="6107816" y="843558"/>
            <a:ext cx="2781415" cy="270030"/>
          </a:xfrm>
          <a:noFill/>
        </p:spPr>
        <p:txBody>
          <a:bodyPr anchor="b">
            <a:noAutofit/>
          </a:bodyPr>
          <a:lstStyle>
            <a:lvl1pPr marL="0" indent="0">
              <a:buNone/>
              <a:defRPr sz="1350" b="1">
                <a:solidFill>
                  <a:srgbClr val="669AD2"/>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NZ" noProof="0" dirty="0"/>
              <a:t>Click to edit Master text styles</a:t>
            </a:r>
          </a:p>
        </p:txBody>
      </p:sp>
      <p:sp>
        <p:nvSpPr>
          <p:cNvPr id="19" name="Content Placeholder 5"/>
          <p:cNvSpPr>
            <a:spLocks noGrp="1"/>
          </p:cNvSpPr>
          <p:nvPr>
            <p:ph sz="quarter" idx="20"/>
          </p:nvPr>
        </p:nvSpPr>
        <p:spPr>
          <a:xfrm>
            <a:off x="6107816" y="1167594"/>
            <a:ext cx="2781415" cy="1620180"/>
          </a:xfrm>
        </p:spPr>
        <p:txBody>
          <a:bodyPr>
            <a:normAutofit/>
          </a:bodyPr>
          <a:lstStyle>
            <a:lvl1pPr>
              <a:defRPr sz="1200">
                <a:solidFill>
                  <a:schemeClr val="tx1"/>
                </a:solidFill>
              </a:defRPr>
            </a:lvl1pPr>
            <a:lvl2pPr>
              <a:defRPr sz="1050">
                <a:solidFill>
                  <a:schemeClr val="tx1"/>
                </a:solidFill>
              </a:defRPr>
            </a:lvl2pPr>
            <a:lvl3pPr>
              <a:defRPr sz="900">
                <a:solidFill>
                  <a:schemeClr val="tx1"/>
                </a:solidFill>
              </a:defRPr>
            </a:lvl3pPr>
            <a:lvl4pPr>
              <a:defRPr sz="900">
                <a:solidFill>
                  <a:schemeClr val="tx1"/>
                </a:solidFill>
              </a:defRPr>
            </a:lvl4pPr>
            <a:lvl5pPr>
              <a:defRPr sz="825">
                <a:solidFill>
                  <a:schemeClr val="tx1"/>
                </a:solidFill>
              </a:defRPr>
            </a:lvl5pPr>
            <a:lvl6pPr>
              <a:defRPr sz="1200"/>
            </a:lvl6pPr>
            <a:lvl7pPr>
              <a:defRPr sz="1200"/>
            </a:lvl7pPr>
            <a:lvl8pPr>
              <a:defRPr sz="1200"/>
            </a:lvl8pPr>
            <a:lvl9pPr>
              <a:defRPr sz="1200"/>
            </a:lvl9pPr>
          </a:lstStyle>
          <a:p>
            <a:pPr lvl="0"/>
            <a:r>
              <a:rPr lang="en-NZ" noProof="0"/>
              <a:t>Click to edit Master text styles</a:t>
            </a:r>
          </a:p>
          <a:p>
            <a:pPr lvl="1"/>
            <a:r>
              <a:rPr lang="en-NZ" noProof="0"/>
              <a:t>Second level</a:t>
            </a:r>
          </a:p>
          <a:p>
            <a:pPr lvl="2"/>
            <a:r>
              <a:rPr lang="en-NZ" noProof="0"/>
              <a:t>Third level</a:t>
            </a:r>
          </a:p>
          <a:p>
            <a:pPr lvl="3"/>
            <a:r>
              <a:rPr lang="en-NZ" noProof="0"/>
              <a:t>Fourth level</a:t>
            </a:r>
          </a:p>
          <a:p>
            <a:pPr lvl="4"/>
            <a:r>
              <a:rPr lang="en-NZ" noProof="0"/>
              <a:t>Fifth level</a:t>
            </a:r>
          </a:p>
        </p:txBody>
      </p:sp>
      <p:sp>
        <p:nvSpPr>
          <p:cNvPr id="20" name="Text Placeholder 4"/>
          <p:cNvSpPr>
            <a:spLocks noGrp="1"/>
          </p:cNvSpPr>
          <p:nvPr>
            <p:ph type="body" sz="quarter" idx="21"/>
          </p:nvPr>
        </p:nvSpPr>
        <p:spPr>
          <a:xfrm>
            <a:off x="6107816" y="2862354"/>
            <a:ext cx="2781415" cy="270030"/>
          </a:xfrm>
          <a:noFill/>
        </p:spPr>
        <p:txBody>
          <a:bodyPr anchor="b">
            <a:noAutofit/>
          </a:bodyPr>
          <a:lstStyle>
            <a:lvl1pPr marL="0" indent="0">
              <a:buNone/>
              <a:defRPr sz="1350" b="1">
                <a:solidFill>
                  <a:srgbClr val="669AD2"/>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NZ" noProof="0" dirty="0"/>
              <a:t>Click to edit Master text styles</a:t>
            </a:r>
          </a:p>
        </p:txBody>
      </p:sp>
      <p:sp>
        <p:nvSpPr>
          <p:cNvPr id="21" name="Content Placeholder 5"/>
          <p:cNvSpPr>
            <a:spLocks noGrp="1"/>
          </p:cNvSpPr>
          <p:nvPr>
            <p:ph sz="quarter" idx="22"/>
          </p:nvPr>
        </p:nvSpPr>
        <p:spPr>
          <a:xfrm>
            <a:off x="6107816" y="3186391"/>
            <a:ext cx="2781415" cy="1620180"/>
          </a:xfrm>
        </p:spPr>
        <p:txBody>
          <a:bodyPr>
            <a:normAutofit/>
          </a:bodyPr>
          <a:lstStyle>
            <a:lvl1pPr>
              <a:defRPr sz="1200">
                <a:solidFill>
                  <a:schemeClr val="tx1"/>
                </a:solidFill>
              </a:defRPr>
            </a:lvl1pPr>
            <a:lvl2pPr>
              <a:defRPr sz="1050">
                <a:solidFill>
                  <a:schemeClr val="tx1"/>
                </a:solidFill>
              </a:defRPr>
            </a:lvl2pPr>
            <a:lvl3pPr>
              <a:defRPr sz="900">
                <a:solidFill>
                  <a:schemeClr val="tx1"/>
                </a:solidFill>
              </a:defRPr>
            </a:lvl3pPr>
            <a:lvl4pPr>
              <a:defRPr sz="900">
                <a:solidFill>
                  <a:schemeClr val="tx1"/>
                </a:solidFill>
              </a:defRPr>
            </a:lvl4pPr>
            <a:lvl5pPr>
              <a:defRPr sz="825">
                <a:solidFill>
                  <a:schemeClr val="tx1"/>
                </a:solidFill>
              </a:defRPr>
            </a:lvl5pPr>
            <a:lvl6pPr>
              <a:defRPr sz="1200"/>
            </a:lvl6pPr>
            <a:lvl7pPr>
              <a:defRPr sz="1200"/>
            </a:lvl7pPr>
            <a:lvl8pPr>
              <a:defRPr sz="1200"/>
            </a:lvl8pPr>
            <a:lvl9pPr>
              <a:defRPr sz="1200"/>
            </a:lvl9pPr>
          </a:lstStyle>
          <a:p>
            <a:pPr lvl="0"/>
            <a:r>
              <a:rPr lang="en-NZ" noProof="0"/>
              <a:t>Click to edit Master text styles</a:t>
            </a:r>
          </a:p>
          <a:p>
            <a:pPr lvl="1"/>
            <a:r>
              <a:rPr lang="en-NZ" noProof="0"/>
              <a:t>Second level</a:t>
            </a:r>
          </a:p>
          <a:p>
            <a:pPr lvl="2"/>
            <a:r>
              <a:rPr lang="en-NZ" noProof="0"/>
              <a:t>Third level</a:t>
            </a:r>
          </a:p>
          <a:p>
            <a:pPr lvl="3"/>
            <a:r>
              <a:rPr lang="en-NZ" noProof="0"/>
              <a:t>Fourth level</a:t>
            </a:r>
          </a:p>
          <a:p>
            <a:pPr lvl="4"/>
            <a:r>
              <a:rPr lang="en-NZ" noProof="0"/>
              <a:t>Fifth level</a:t>
            </a:r>
          </a:p>
        </p:txBody>
      </p:sp>
      <p:sp>
        <p:nvSpPr>
          <p:cNvPr id="9" name="Footer Placeholder 7">
            <a:extLst>
              <a:ext uri="{FF2B5EF4-FFF2-40B4-BE49-F238E27FC236}">
                <a16:creationId xmlns:a16="http://schemas.microsoft.com/office/drawing/2014/main" id="{429F1CDD-DADD-8668-B240-91C0357F9E87}"/>
              </a:ext>
            </a:extLst>
          </p:cNvPr>
          <p:cNvSpPr>
            <a:spLocks noGrp="1"/>
          </p:cNvSpPr>
          <p:nvPr>
            <p:ph type="ftr" sz="quarter" idx="23"/>
          </p:nvPr>
        </p:nvSpPr>
        <p:spPr/>
        <p:txBody>
          <a:bodyPr/>
          <a:lstStyle>
            <a:lvl1pPr>
              <a:defRPr/>
            </a:lvl1pPr>
          </a:lstStyle>
          <a:p>
            <a:pPr>
              <a:defRPr/>
            </a:pPr>
            <a:r>
              <a:t>Confidential – Internal BNZ Discussion Only</a:t>
            </a:r>
          </a:p>
        </p:txBody>
      </p:sp>
      <p:sp>
        <p:nvSpPr>
          <p:cNvPr id="14" name="Slide Number Placeholder 8">
            <a:extLst>
              <a:ext uri="{FF2B5EF4-FFF2-40B4-BE49-F238E27FC236}">
                <a16:creationId xmlns:a16="http://schemas.microsoft.com/office/drawing/2014/main" id="{0EA0A9C6-82D0-EB02-91C7-5DBF7B60642E}"/>
              </a:ext>
            </a:extLst>
          </p:cNvPr>
          <p:cNvSpPr>
            <a:spLocks noGrp="1"/>
          </p:cNvSpPr>
          <p:nvPr>
            <p:ph type="sldNum" sz="quarter" idx="24"/>
          </p:nvPr>
        </p:nvSpPr>
        <p:spPr/>
        <p:txBody>
          <a:bodyPr/>
          <a:lstStyle>
            <a:lvl1pPr>
              <a:defRPr/>
            </a:lvl1pPr>
          </a:lstStyle>
          <a:p>
            <a:fld id="{D8FDB3C3-5A63-4E01-94B5-8F366B9C2BF1}" type="slidenum">
              <a:rPr lang="en-NZ" altLang="en-US"/>
              <a:pPr/>
              <a:t>‹#›</a:t>
            </a:fld>
            <a:endParaRPr lang="en-NZ" altLang="en-US"/>
          </a:p>
        </p:txBody>
      </p:sp>
    </p:spTree>
    <p:extLst>
      <p:ext uri="{BB962C8B-B14F-4D97-AF65-F5344CB8AC3E}">
        <p14:creationId xmlns:p14="http://schemas.microsoft.com/office/powerpoint/2010/main" val="536687346"/>
      </p:ext>
    </p:extLst>
  </p:cSld>
  <p:clrMapOvr>
    <a:masterClrMapping/>
  </p:clrMapOvr>
</p:sldLayout>
</file>

<file path=ppt/slideLayouts/slideLayout164.xml><?xml version="1.0" encoding="utf-8"?>
<p:sldLayout xmlns:a="http://schemas.openxmlformats.org/drawingml/2006/main" xmlns:r="http://schemas.openxmlformats.org/officeDocument/2006/relationships" xmlns:p="http://schemas.openxmlformats.org/presentationml/2006/main" preserve="1" userDrawn="1">
  <p:cSld name="Two thirds one third">
    <p:spTree>
      <p:nvGrpSpPr>
        <p:cNvPr id="1" name=""/>
        <p:cNvGrpSpPr/>
        <p:nvPr/>
      </p:nvGrpSpPr>
      <p:grpSpPr>
        <a:xfrm>
          <a:off x="0" y="0"/>
          <a:ext cx="0" cy="0"/>
          <a:chOff x="0" y="0"/>
          <a:chExt cx="0" cy="0"/>
        </a:xfrm>
      </p:grpSpPr>
      <p:sp>
        <p:nvSpPr>
          <p:cNvPr id="5" name="Line 16">
            <a:extLst>
              <a:ext uri="{FF2B5EF4-FFF2-40B4-BE49-F238E27FC236}">
                <a16:creationId xmlns:a16="http://schemas.microsoft.com/office/drawing/2014/main" id="{6DD53F07-663C-1447-0007-57D870E7310E}"/>
              </a:ext>
            </a:extLst>
          </p:cNvPr>
          <p:cNvSpPr>
            <a:spLocks noChangeShapeType="1"/>
          </p:cNvSpPr>
          <p:nvPr userDrawn="1"/>
        </p:nvSpPr>
        <p:spPr bwMode="auto">
          <a:xfrm>
            <a:off x="172915" y="0"/>
            <a:ext cx="0" cy="681038"/>
          </a:xfrm>
          <a:prstGeom prst="line">
            <a:avLst/>
          </a:prstGeom>
          <a:noFill/>
          <a:ln w="6350">
            <a:solidFill>
              <a:schemeClr val="bg1">
                <a:lumMod val="50000"/>
              </a:schemeClr>
            </a:solidFill>
            <a:round/>
            <a:headEnd/>
            <a:tailEnd/>
          </a:ln>
        </p:spPr>
        <p:txBody>
          <a:bodyPr/>
          <a:lstStyle/>
          <a:p>
            <a:pPr>
              <a:defRPr/>
            </a:pPr>
            <a:endParaRPr lang="en-US" sz="1350">
              <a:latin typeface="Arial" charset="0"/>
            </a:endParaRPr>
          </a:p>
        </p:txBody>
      </p:sp>
      <p:sp>
        <p:nvSpPr>
          <p:cNvPr id="6" name="Line 16">
            <a:extLst>
              <a:ext uri="{FF2B5EF4-FFF2-40B4-BE49-F238E27FC236}">
                <a16:creationId xmlns:a16="http://schemas.microsoft.com/office/drawing/2014/main" id="{6BA4922A-5820-8191-C73B-E13D361B7585}"/>
              </a:ext>
            </a:extLst>
          </p:cNvPr>
          <p:cNvSpPr>
            <a:spLocks noChangeShapeType="1"/>
          </p:cNvSpPr>
          <p:nvPr userDrawn="1"/>
        </p:nvSpPr>
        <p:spPr bwMode="auto">
          <a:xfrm>
            <a:off x="9108831" y="4962525"/>
            <a:ext cx="0" cy="180975"/>
          </a:xfrm>
          <a:prstGeom prst="line">
            <a:avLst/>
          </a:prstGeom>
          <a:noFill/>
          <a:ln w="76200">
            <a:solidFill>
              <a:srgbClr val="0A1C42"/>
            </a:solidFill>
            <a:round/>
            <a:headEnd/>
            <a:tailEnd/>
          </a:ln>
        </p:spPr>
        <p:txBody>
          <a:bodyPr/>
          <a:lstStyle/>
          <a:p>
            <a:pPr>
              <a:defRPr/>
            </a:pPr>
            <a:endParaRPr lang="en-US" sz="1350">
              <a:latin typeface="Arial" charset="0"/>
            </a:endParaRPr>
          </a:p>
        </p:txBody>
      </p:sp>
      <p:sp>
        <p:nvSpPr>
          <p:cNvPr id="2" name="Title 1"/>
          <p:cNvSpPr>
            <a:spLocks noGrp="1"/>
          </p:cNvSpPr>
          <p:nvPr>
            <p:ph type="title"/>
          </p:nvPr>
        </p:nvSpPr>
        <p:spPr/>
        <p:txBody>
          <a:bodyPr/>
          <a:lstStyle>
            <a:lvl1pPr>
              <a:defRPr>
                <a:solidFill>
                  <a:schemeClr val="tx2"/>
                </a:solidFill>
              </a:defRPr>
            </a:lvl1pPr>
          </a:lstStyle>
          <a:p>
            <a:r>
              <a:rPr lang="en-NZ" noProof="0"/>
              <a:t>Click to edit Master title style</a:t>
            </a:r>
          </a:p>
        </p:txBody>
      </p:sp>
      <p:sp>
        <p:nvSpPr>
          <p:cNvPr id="3" name="Content Placeholder 2"/>
          <p:cNvSpPr>
            <a:spLocks noGrp="1"/>
          </p:cNvSpPr>
          <p:nvPr>
            <p:ph sz="half" idx="1"/>
          </p:nvPr>
        </p:nvSpPr>
        <p:spPr>
          <a:xfrm>
            <a:off x="251520" y="951570"/>
            <a:ext cx="5659200" cy="3672408"/>
          </a:xfrm>
        </p:spPr>
        <p:txBody>
          <a:bodyPr>
            <a:normAutofit/>
          </a:bodyPr>
          <a:lstStyle>
            <a:lvl1pPr>
              <a:defRPr sz="1200">
                <a:solidFill>
                  <a:schemeClr val="tx1"/>
                </a:solidFill>
              </a:defRPr>
            </a:lvl1pPr>
            <a:lvl2pPr>
              <a:defRPr sz="1050">
                <a:solidFill>
                  <a:schemeClr val="tx1"/>
                </a:solidFill>
              </a:defRPr>
            </a:lvl2pPr>
            <a:lvl3pPr>
              <a:defRPr sz="900">
                <a:solidFill>
                  <a:schemeClr val="tx1"/>
                </a:solidFill>
              </a:defRPr>
            </a:lvl3pPr>
            <a:lvl4pPr>
              <a:defRPr sz="900">
                <a:solidFill>
                  <a:schemeClr val="tx1"/>
                </a:solidFill>
              </a:defRPr>
            </a:lvl4pPr>
            <a:lvl5pPr>
              <a:defRPr sz="825">
                <a:solidFill>
                  <a:schemeClr val="tx1"/>
                </a:solidFill>
              </a:defRPr>
            </a:lvl5pPr>
            <a:lvl6pPr>
              <a:defRPr sz="1350"/>
            </a:lvl6pPr>
            <a:lvl7pPr>
              <a:defRPr sz="1350"/>
            </a:lvl7pPr>
            <a:lvl8pPr>
              <a:defRPr sz="1350"/>
            </a:lvl8pPr>
            <a:lvl9pPr>
              <a:defRPr sz="1350"/>
            </a:lvl9pPr>
          </a:lstStyle>
          <a:p>
            <a:pPr lvl="0"/>
            <a:r>
              <a:rPr lang="en-NZ" noProof="0"/>
              <a:t>Click to edit Master text styles</a:t>
            </a:r>
          </a:p>
          <a:p>
            <a:pPr lvl="1"/>
            <a:r>
              <a:rPr lang="en-NZ" noProof="0"/>
              <a:t>Second level</a:t>
            </a:r>
          </a:p>
          <a:p>
            <a:pPr lvl="2"/>
            <a:r>
              <a:rPr lang="en-NZ" noProof="0"/>
              <a:t>Third level</a:t>
            </a:r>
          </a:p>
          <a:p>
            <a:pPr lvl="3"/>
            <a:r>
              <a:rPr lang="en-NZ" noProof="0"/>
              <a:t>Fourth level</a:t>
            </a:r>
          </a:p>
          <a:p>
            <a:pPr lvl="4"/>
            <a:r>
              <a:rPr lang="en-NZ" noProof="0"/>
              <a:t>Fifth level</a:t>
            </a:r>
          </a:p>
        </p:txBody>
      </p:sp>
      <p:sp>
        <p:nvSpPr>
          <p:cNvPr id="4" name="Content Placeholder 3"/>
          <p:cNvSpPr>
            <a:spLocks noGrp="1"/>
          </p:cNvSpPr>
          <p:nvPr>
            <p:ph sz="half" idx="2"/>
          </p:nvPr>
        </p:nvSpPr>
        <p:spPr>
          <a:xfrm>
            <a:off x="6064616" y="951571"/>
            <a:ext cx="2827938" cy="3672000"/>
          </a:xfrm>
        </p:spPr>
        <p:txBody>
          <a:bodyPr>
            <a:normAutofit/>
          </a:bodyPr>
          <a:lstStyle>
            <a:lvl1pPr>
              <a:defRPr sz="1200">
                <a:solidFill>
                  <a:schemeClr val="tx1"/>
                </a:solidFill>
              </a:defRPr>
            </a:lvl1pPr>
            <a:lvl2pPr>
              <a:defRPr sz="1050">
                <a:solidFill>
                  <a:schemeClr val="tx1"/>
                </a:solidFill>
              </a:defRPr>
            </a:lvl2pPr>
            <a:lvl3pPr>
              <a:defRPr sz="900">
                <a:solidFill>
                  <a:schemeClr val="tx1"/>
                </a:solidFill>
              </a:defRPr>
            </a:lvl3pPr>
            <a:lvl4pPr>
              <a:defRPr sz="900">
                <a:solidFill>
                  <a:schemeClr val="tx1"/>
                </a:solidFill>
              </a:defRPr>
            </a:lvl4pPr>
            <a:lvl5pPr>
              <a:defRPr sz="825">
                <a:solidFill>
                  <a:schemeClr val="tx1"/>
                </a:solidFill>
              </a:defRPr>
            </a:lvl5pPr>
            <a:lvl6pPr>
              <a:defRPr sz="1350"/>
            </a:lvl6pPr>
            <a:lvl7pPr>
              <a:defRPr sz="1350"/>
            </a:lvl7pPr>
            <a:lvl8pPr>
              <a:defRPr sz="1350"/>
            </a:lvl8pPr>
            <a:lvl9pPr>
              <a:defRPr sz="1350"/>
            </a:lvl9pPr>
          </a:lstStyle>
          <a:p>
            <a:pPr lvl="0"/>
            <a:r>
              <a:rPr lang="en-NZ" noProof="0"/>
              <a:t>Click to edit Master text styles</a:t>
            </a:r>
          </a:p>
          <a:p>
            <a:pPr lvl="1"/>
            <a:r>
              <a:rPr lang="en-NZ" noProof="0"/>
              <a:t>Second level</a:t>
            </a:r>
          </a:p>
          <a:p>
            <a:pPr lvl="2"/>
            <a:r>
              <a:rPr lang="en-NZ" noProof="0"/>
              <a:t>Third level</a:t>
            </a:r>
          </a:p>
          <a:p>
            <a:pPr lvl="3"/>
            <a:r>
              <a:rPr lang="en-NZ" noProof="0"/>
              <a:t>Fourth level</a:t>
            </a:r>
          </a:p>
          <a:p>
            <a:pPr lvl="4"/>
            <a:r>
              <a:rPr lang="en-NZ" noProof="0"/>
              <a:t>Fifth level</a:t>
            </a:r>
          </a:p>
        </p:txBody>
      </p:sp>
      <p:sp>
        <p:nvSpPr>
          <p:cNvPr id="7" name="Footer Placeholder 5">
            <a:extLst>
              <a:ext uri="{FF2B5EF4-FFF2-40B4-BE49-F238E27FC236}">
                <a16:creationId xmlns:a16="http://schemas.microsoft.com/office/drawing/2014/main" id="{6752A8BD-7809-C37D-EEBC-3FFAEECAA75D}"/>
              </a:ext>
            </a:extLst>
          </p:cNvPr>
          <p:cNvSpPr>
            <a:spLocks noGrp="1"/>
          </p:cNvSpPr>
          <p:nvPr>
            <p:ph type="ftr" sz="quarter" idx="10"/>
          </p:nvPr>
        </p:nvSpPr>
        <p:spPr/>
        <p:txBody>
          <a:bodyPr/>
          <a:lstStyle>
            <a:lvl1pPr>
              <a:defRPr/>
            </a:lvl1pPr>
          </a:lstStyle>
          <a:p>
            <a:pPr>
              <a:defRPr/>
            </a:pPr>
            <a:r>
              <a:t>Confidential – Internal BNZ Discussion Only</a:t>
            </a:r>
          </a:p>
        </p:txBody>
      </p:sp>
      <p:sp>
        <p:nvSpPr>
          <p:cNvPr id="8" name="Slide Number Placeholder 6">
            <a:extLst>
              <a:ext uri="{FF2B5EF4-FFF2-40B4-BE49-F238E27FC236}">
                <a16:creationId xmlns:a16="http://schemas.microsoft.com/office/drawing/2014/main" id="{26BF7910-B92A-164C-7DC3-BCF2968A6876}"/>
              </a:ext>
            </a:extLst>
          </p:cNvPr>
          <p:cNvSpPr>
            <a:spLocks noGrp="1"/>
          </p:cNvSpPr>
          <p:nvPr>
            <p:ph type="sldNum" sz="quarter" idx="11"/>
          </p:nvPr>
        </p:nvSpPr>
        <p:spPr/>
        <p:txBody>
          <a:bodyPr/>
          <a:lstStyle>
            <a:lvl1pPr>
              <a:defRPr/>
            </a:lvl1pPr>
          </a:lstStyle>
          <a:p>
            <a:fld id="{6D68701E-A9D2-44A2-BBED-02668EBE316B}" type="slidenum">
              <a:rPr lang="en-NZ" altLang="en-US"/>
              <a:pPr/>
              <a:t>‹#›</a:t>
            </a:fld>
            <a:endParaRPr lang="en-NZ" altLang="en-US"/>
          </a:p>
        </p:txBody>
      </p:sp>
    </p:spTree>
    <p:extLst>
      <p:ext uri="{BB962C8B-B14F-4D97-AF65-F5344CB8AC3E}">
        <p14:creationId xmlns:p14="http://schemas.microsoft.com/office/powerpoint/2010/main" val="2034114866"/>
      </p:ext>
    </p:extLst>
  </p:cSld>
  <p:clrMapOvr>
    <a:masterClrMapping/>
  </p:clrMapOvr>
</p:sldLayout>
</file>

<file path=ppt/slideLayouts/slideLayout165.xml><?xml version="1.0" encoding="utf-8"?>
<p:sldLayout xmlns:a="http://schemas.openxmlformats.org/drawingml/2006/main" xmlns:r="http://schemas.openxmlformats.org/officeDocument/2006/relationships" xmlns:p="http://schemas.openxmlformats.org/presentationml/2006/main" preserve="1" userDrawn="1">
  <p:cSld name="1_Two thirds one third">
    <p:spTree>
      <p:nvGrpSpPr>
        <p:cNvPr id="1" name=""/>
        <p:cNvGrpSpPr/>
        <p:nvPr/>
      </p:nvGrpSpPr>
      <p:grpSpPr>
        <a:xfrm>
          <a:off x="0" y="0"/>
          <a:ext cx="0" cy="0"/>
          <a:chOff x="0" y="0"/>
          <a:chExt cx="0" cy="0"/>
        </a:xfrm>
      </p:grpSpPr>
      <p:sp>
        <p:nvSpPr>
          <p:cNvPr id="5" name="Line 16">
            <a:extLst>
              <a:ext uri="{FF2B5EF4-FFF2-40B4-BE49-F238E27FC236}">
                <a16:creationId xmlns:a16="http://schemas.microsoft.com/office/drawing/2014/main" id="{7D74B32A-2FDB-0A19-367A-37D94DB894E9}"/>
              </a:ext>
            </a:extLst>
          </p:cNvPr>
          <p:cNvSpPr>
            <a:spLocks noChangeShapeType="1"/>
          </p:cNvSpPr>
          <p:nvPr userDrawn="1"/>
        </p:nvSpPr>
        <p:spPr bwMode="auto">
          <a:xfrm>
            <a:off x="172915" y="0"/>
            <a:ext cx="0" cy="681038"/>
          </a:xfrm>
          <a:prstGeom prst="line">
            <a:avLst/>
          </a:prstGeom>
          <a:noFill/>
          <a:ln w="6350">
            <a:solidFill>
              <a:schemeClr val="bg1">
                <a:lumMod val="50000"/>
              </a:schemeClr>
            </a:solidFill>
            <a:round/>
            <a:headEnd/>
            <a:tailEnd/>
          </a:ln>
        </p:spPr>
        <p:txBody>
          <a:bodyPr/>
          <a:lstStyle/>
          <a:p>
            <a:pPr>
              <a:defRPr/>
            </a:pPr>
            <a:endParaRPr lang="en-US" sz="1350">
              <a:latin typeface="Arial" charset="0"/>
            </a:endParaRPr>
          </a:p>
        </p:txBody>
      </p:sp>
      <p:sp>
        <p:nvSpPr>
          <p:cNvPr id="6" name="Line 16">
            <a:extLst>
              <a:ext uri="{FF2B5EF4-FFF2-40B4-BE49-F238E27FC236}">
                <a16:creationId xmlns:a16="http://schemas.microsoft.com/office/drawing/2014/main" id="{6E7DBEAE-CC8C-2203-D1C9-A9DA08A8275F}"/>
              </a:ext>
            </a:extLst>
          </p:cNvPr>
          <p:cNvSpPr>
            <a:spLocks noChangeShapeType="1"/>
          </p:cNvSpPr>
          <p:nvPr userDrawn="1"/>
        </p:nvSpPr>
        <p:spPr bwMode="auto">
          <a:xfrm>
            <a:off x="9108831" y="4962525"/>
            <a:ext cx="0" cy="180975"/>
          </a:xfrm>
          <a:prstGeom prst="line">
            <a:avLst/>
          </a:prstGeom>
          <a:noFill/>
          <a:ln w="76200">
            <a:solidFill>
              <a:srgbClr val="0A1C42"/>
            </a:solidFill>
            <a:round/>
            <a:headEnd/>
            <a:tailEnd/>
          </a:ln>
        </p:spPr>
        <p:txBody>
          <a:bodyPr/>
          <a:lstStyle/>
          <a:p>
            <a:pPr>
              <a:defRPr/>
            </a:pPr>
            <a:endParaRPr lang="en-US" sz="1350">
              <a:latin typeface="Arial" charset="0"/>
            </a:endParaRPr>
          </a:p>
        </p:txBody>
      </p:sp>
      <p:sp>
        <p:nvSpPr>
          <p:cNvPr id="2" name="Title 1"/>
          <p:cNvSpPr>
            <a:spLocks noGrp="1"/>
          </p:cNvSpPr>
          <p:nvPr>
            <p:ph type="title"/>
          </p:nvPr>
        </p:nvSpPr>
        <p:spPr/>
        <p:txBody>
          <a:bodyPr/>
          <a:lstStyle>
            <a:lvl1pPr>
              <a:defRPr>
                <a:solidFill>
                  <a:schemeClr val="tx2"/>
                </a:solidFill>
              </a:defRPr>
            </a:lvl1pPr>
          </a:lstStyle>
          <a:p>
            <a:r>
              <a:rPr lang="en-NZ" noProof="0"/>
              <a:t>Click to edit Master title style</a:t>
            </a:r>
          </a:p>
        </p:txBody>
      </p:sp>
      <p:sp>
        <p:nvSpPr>
          <p:cNvPr id="3" name="Content Placeholder 2"/>
          <p:cNvSpPr>
            <a:spLocks noGrp="1"/>
          </p:cNvSpPr>
          <p:nvPr>
            <p:ph sz="half" idx="1"/>
          </p:nvPr>
        </p:nvSpPr>
        <p:spPr>
          <a:xfrm>
            <a:off x="251520" y="951570"/>
            <a:ext cx="5659200" cy="3672408"/>
          </a:xfrm>
        </p:spPr>
        <p:txBody>
          <a:bodyPr>
            <a:normAutofit/>
          </a:bodyPr>
          <a:lstStyle>
            <a:lvl1pPr>
              <a:defRPr sz="1200">
                <a:solidFill>
                  <a:schemeClr val="tx1"/>
                </a:solidFill>
              </a:defRPr>
            </a:lvl1pPr>
            <a:lvl2pPr>
              <a:defRPr sz="1050">
                <a:solidFill>
                  <a:schemeClr val="tx1"/>
                </a:solidFill>
              </a:defRPr>
            </a:lvl2pPr>
            <a:lvl3pPr>
              <a:defRPr sz="900">
                <a:solidFill>
                  <a:schemeClr val="tx1"/>
                </a:solidFill>
              </a:defRPr>
            </a:lvl3pPr>
            <a:lvl4pPr>
              <a:defRPr sz="900">
                <a:solidFill>
                  <a:schemeClr val="tx1"/>
                </a:solidFill>
              </a:defRPr>
            </a:lvl4pPr>
            <a:lvl5pPr>
              <a:defRPr sz="825">
                <a:solidFill>
                  <a:schemeClr val="tx1"/>
                </a:solidFill>
              </a:defRPr>
            </a:lvl5pPr>
            <a:lvl6pPr>
              <a:defRPr sz="1350"/>
            </a:lvl6pPr>
            <a:lvl7pPr>
              <a:defRPr sz="1350"/>
            </a:lvl7pPr>
            <a:lvl8pPr>
              <a:defRPr sz="1350"/>
            </a:lvl8pPr>
            <a:lvl9pPr>
              <a:defRPr sz="1350"/>
            </a:lvl9pPr>
          </a:lstStyle>
          <a:p>
            <a:pPr lvl="0"/>
            <a:r>
              <a:rPr lang="en-NZ" noProof="0"/>
              <a:t>Click to edit Master text styles</a:t>
            </a:r>
          </a:p>
          <a:p>
            <a:pPr lvl="1"/>
            <a:r>
              <a:rPr lang="en-NZ" noProof="0"/>
              <a:t>Second level</a:t>
            </a:r>
          </a:p>
          <a:p>
            <a:pPr lvl="2"/>
            <a:r>
              <a:rPr lang="en-NZ" noProof="0"/>
              <a:t>Third level</a:t>
            </a:r>
          </a:p>
          <a:p>
            <a:pPr lvl="3"/>
            <a:r>
              <a:rPr lang="en-NZ" noProof="0"/>
              <a:t>Fourth level</a:t>
            </a:r>
          </a:p>
          <a:p>
            <a:pPr lvl="4"/>
            <a:r>
              <a:rPr lang="en-NZ" noProof="0"/>
              <a:t>Fifth level</a:t>
            </a:r>
          </a:p>
        </p:txBody>
      </p:sp>
      <p:sp>
        <p:nvSpPr>
          <p:cNvPr id="4" name="Content Placeholder 3"/>
          <p:cNvSpPr>
            <a:spLocks noGrp="1"/>
          </p:cNvSpPr>
          <p:nvPr>
            <p:ph sz="half" idx="2"/>
          </p:nvPr>
        </p:nvSpPr>
        <p:spPr>
          <a:xfrm>
            <a:off x="6064616" y="951571"/>
            <a:ext cx="2827938" cy="1782198"/>
          </a:xfrm>
        </p:spPr>
        <p:txBody>
          <a:bodyPr>
            <a:normAutofit/>
          </a:bodyPr>
          <a:lstStyle>
            <a:lvl1pPr>
              <a:defRPr sz="1200">
                <a:solidFill>
                  <a:schemeClr val="tx1"/>
                </a:solidFill>
              </a:defRPr>
            </a:lvl1pPr>
            <a:lvl2pPr>
              <a:defRPr sz="1050">
                <a:solidFill>
                  <a:schemeClr val="tx1"/>
                </a:solidFill>
              </a:defRPr>
            </a:lvl2pPr>
            <a:lvl3pPr>
              <a:defRPr sz="900">
                <a:solidFill>
                  <a:schemeClr val="tx1"/>
                </a:solidFill>
              </a:defRPr>
            </a:lvl3pPr>
            <a:lvl4pPr>
              <a:defRPr sz="900">
                <a:solidFill>
                  <a:schemeClr val="tx1"/>
                </a:solidFill>
              </a:defRPr>
            </a:lvl4pPr>
            <a:lvl5pPr>
              <a:defRPr sz="825">
                <a:solidFill>
                  <a:schemeClr val="tx1"/>
                </a:solidFill>
              </a:defRPr>
            </a:lvl5pPr>
            <a:lvl6pPr>
              <a:defRPr sz="1350"/>
            </a:lvl6pPr>
            <a:lvl7pPr>
              <a:defRPr sz="1350"/>
            </a:lvl7pPr>
            <a:lvl8pPr>
              <a:defRPr sz="1350"/>
            </a:lvl8pPr>
            <a:lvl9pPr>
              <a:defRPr sz="1350"/>
            </a:lvl9pPr>
          </a:lstStyle>
          <a:p>
            <a:pPr lvl="0"/>
            <a:r>
              <a:rPr lang="en-NZ" noProof="0"/>
              <a:t>Click to edit Master text styles</a:t>
            </a:r>
          </a:p>
          <a:p>
            <a:pPr lvl="1"/>
            <a:r>
              <a:rPr lang="en-NZ" noProof="0"/>
              <a:t>Second level</a:t>
            </a:r>
          </a:p>
          <a:p>
            <a:pPr lvl="2"/>
            <a:r>
              <a:rPr lang="en-NZ" noProof="0"/>
              <a:t>Third level</a:t>
            </a:r>
          </a:p>
          <a:p>
            <a:pPr lvl="3"/>
            <a:r>
              <a:rPr lang="en-NZ" noProof="0"/>
              <a:t>Fourth level</a:t>
            </a:r>
          </a:p>
          <a:p>
            <a:pPr lvl="4"/>
            <a:r>
              <a:rPr lang="en-NZ" noProof="0"/>
              <a:t>Fifth level</a:t>
            </a:r>
          </a:p>
        </p:txBody>
      </p:sp>
      <p:sp>
        <p:nvSpPr>
          <p:cNvPr id="9" name="Content Placeholder 3"/>
          <p:cNvSpPr>
            <a:spLocks noGrp="1"/>
          </p:cNvSpPr>
          <p:nvPr>
            <p:ph sz="half" idx="14"/>
          </p:nvPr>
        </p:nvSpPr>
        <p:spPr>
          <a:xfrm>
            <a:off x="6064616" y="2841780"/>
            <a:ext cx="2827938" cy="1782198"/>
          </a:xfrm>
        </p:spPr>
        <p:txBody>
          <a:bodyPr>
            <a:normAutofit/>
          </a:bodyPr>
          <a:lstStyle>
            <a:lvl1pPr>
              <a:defRPr sz="1200">
                <a:solidFill>
                  <a:schemeClr val="tx1"/>
                </a:solidFill>
              </a:defRPr>
            </a:lvl1pPr>
            <a:lvl2pPr>
              <a:defRPr sz="1050">
                <a:solidFill>
                  <a:schemeClr val="tx1"/>
                </a:solidFill>
              </a:defRPr>
            </a:lvl2pPr>
            <a:lvl3pPr>
              <a:defRPr sz="900">
                <a:solidFill>
                  <a:schemeClr val="tx1"/>
                </a:solidFill>
              </a:defRPr>
            </a:lvl3pPr>
            <a:lvl4pPr>
              <a:defRPr sz="900">
                <a:solidFill>
                  <a:schemeClr val="tx1"/>
                </a:solidFill>
              </a:defRPr>
            </a:lvl4pPr>
            <a:lvl5pPr>
              <a:defRPr sz="825">
                <a:solidFill>
                  <a:schemeClr val="tx1"/>
                </a:solidFill>
              </a:defRPr>
            </a:lvl5pPr>
            <a:lvl6pPr>
              <a:defRPr sz="1350"/>
            </a:lvl6pPr>
            <a:lvl7pPr>
              <a:defRPr sz="1350"/>
            </a:lvl7pPr>
            <a:lvl8pPr>
              <a:defRPr sz="1350"/>
            </a:lvl8pPr>
            <a:lvl9pPr>
              <a:defRPr sz="1350"/>
            </a:lvl9pPr>
          </a:lstStyle>
          <a:p>
            <a:pPr lvl="0"/>
            <a:r>
              <a:rPr lang="en-NZ" noProof="0"/>
              <a:t>Click to edit Master text styles</a:t>
            </a:r>
          </a:p>
          <a:p>
            <a:pPr lvl="1"/>
            <a:r>
              <a:rPr lang="en-NZ" noProof="0"/>
              <a:t>Second level</a:t>
            </a:r>
          </a:p>
          <a:p>
            <a:pPr lvl="2"/>
            <a:r>
              <a:rPr lang="en-NZ" noProof="0"/>
              <a:t>Third level</a:t>
            </a:r>
          </a:p>
          <a:p>
            <a:pPr lvl="3"/>
            <a:r>
              <a:rPr lang="en-NZ" noProof="0"/>
              <a:t>Fourth level</a:t>
            </a:r>
          </a:p>
          <a:p>
            <a:pPr lvl="4"/>
            <a:r>
              <a:rPr lang="en-NZ" noProof="0"/>
              <a:t>Fifth level</a:t>
            </a:r>
          </a:p>
        </p:txBody>
      </p:sp>
      <p:sp>
        <p:nvSpPr>
          <p:cNvPr id="7" name="Footer Placeholder 5">
            <a:extLst>
              <a:ext uri="{FF2B5EF4-FFF2-40B4-BE49-F238E27FC236}">
                <a16:creationId xmlns:a16="http://schemas.microsoft.com/office/drawing/2014/main" id="{6ADA7503-3188-04AC-186C-F13AD6ABC743}"/>
              </a:ext>
            </a:extLst>
          </p:cNvPr>
          <p:cNvSpPr>
            <a:spLocks noGrp="1"/>
          </p:cNvSpPr>
          <p:nvPr>
            <p:ph type="ftr" sz="quarter" idx="15"/>
          </p:nvPr>
        </p:nvSpPr>
        <p:spPr/>
        <p:txBody>
          <a:bodyPr/>
          <a:lstStyle>
            <a:lvl1pPr>
              <a:defRPr/>
            </a:lvl1pPr>
          </a:lstStyle>
          <a:p>
            <a:pPr>
              <a:defRPr/>
            </a:pPr>
            <a:r>
              <a:t>Confidential – Internal BNZ Discussion Only</a:t>
            </a:r>
          </a:p>
        </p:txBody>
      </p:sp>
      <p:sp>
        <p:nvSpPr>
          <p:cNvPr id="8" name="Slide Number Placeholder 6">
            <a:extLst>
              <a:ext uri="{FF2B5EF4-FFF2-40B4-BE49-F238E27FC236}">
                <a16:creationId xmlns:a16="http://schemas.microsoft.com/office/drawing/2014/main" id="{582C5305-ED76-E47C-26AC-C65F1544B7CB}"/>
              </a:ext>
            </a:extLst>
          </p:cNvPr>
          <p:cNvSpPr>
            <a:spLocks noGrp="1"/>
          </p:cNvSpPr>
          <p:nvPr>
            <p:ph type="sldNum" sz="quarter" idx="16"/>
          </p:nvPr>
        </p:nvSpPr>
        <p:spPr/>
        <p:txBody>
          <a:bodyPr/>
          <a:lstStyle>
            <a:lvl1pPr>
              <a:defRPr/>
            </a:lvl1pPr>
          </a:lstStyle>
          <a:p>
            <a:fld id="{B6EB1E5C-8217-46CE-9DDA-87E080FDEB45}" type="slidenum">
              <a:rPr lang="en-NZ" altLang="en-US"/>
              <a:pPr/>
              <a:t>‹#›</a:t>
            </a:fld>
            <a:endParaRPr lang="en-NZ" altLang="en-US"/>
          </a:p>
        </p:txBody>
      </p:sp>
    </p:spTree>
    <p:extLst>
      <p:ext uri="{BB962C8B-B14F-4D97-AF65-F5344CB8AC3E}">
        <p14:creationId xmlns:p14="http://schemas.microsoft.com/office/powerpoint/2010/main" val="627838900"/>
      </p:ext>
    </p:extLst>
  </p:cSld>
  <p:clrMapOvr>
    <a:masterClrMapping/>
  </p:clrMapOvr>
</p:sldLayout>
</file>

<file path=ppt/slideLayouts/slideLayout16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3" name="Line 16">
            <a:extLst>
              <a:ext uri="{FF2B5EF4-FFF2-40B4-BE49-F238E27FC236}">
                <a16:creationId xmlns:a16="http://schemas.microsoft.com/office/drawing/2014/main" id="{15CFC92A-4018-AB87-ADE8-4AEF0ECDCA73}"/>
              </a:ext>
            </a:extLst>
          </p:cNvPr>
          <p:cNvSpPr>
            <a:spLocks noChangeShapeType="1"/>
          </p:cNvSpPr>
          <p:nvPr userDrawn="1"/>
        </p:nvSpPr>
        <p:spPr bwMode="auto">
          <a:xfrm>
            <a:off x="172915" y="0"/>
            <a:ext cx="0" cy="681038"/>
          </a:xfrm>
          <a:prstGeom prst="line">
            <a:avLst/>
          </a:prstGeom>
          <a:noFill/>
          <a:ln w="6350">
            <a:solidFill>
              <a:schemeClr val="bg1">
                <a:lumMod val="50000"/>
              </a:schemeClr>
            </a:solidFill>
            <a:round/>
            <a:headEnd/>
            <a:tailEnd/>
          </a:ln>
        </p:spPr>
        <p:txBody>
          <a:bodyPr/>
          <a:lstStyle/>
          <a:p>
            <a:pPr>
              <a:defRPr/>
            </a:pPr>
            <a:endParaRPr lang="en-US" sz="1350">
              <a:latin typeface="Arial" charset="0"/>
            </a:endParaRPr>
          </a:p>
        </p:txBody>
      </p:sp>
      <p:sp>
        <p:nvSpPr>
          <p:cNvPr id="4" name="Line 16">
            <a:extLst>
              <a:ext uri="{FF2B5EF4-FFF2-40B4-BE49-F238E27FC236}">
                <a16:creationId xmlns:a16="http://schemas.microsoft.com/office/drawing/2014/main" id="{B157A894-57D0-003E-D647-7FCAB9088F65}"/>
              </a:ext>
            </a:extLst>
          </p:cNvPr>
          <p:cNvSpPr>
            <a:spLocks noChangeShapeType="1"/>
          </p:cNvSpPr>
          <p:nvPr userDrawn="1"/>
        </p:nvSpPr>
        <p:spPr bwMode="auto">
          <a:xfrm>
            <a:off x="9108831" y="4962525"/>
            <a:ext cx="0" cy="180975"/>
          </a:xfrm>
          <a:prstGeom prst="line">
            <a:avLst/>
          </a:prstGeom>
          <a:noFill/>
          <a:ln w="76200">
            <a:solidFill>
              <a:srgbClr val="0A1C42"/>
            </a:solidFill>
            <a:round/>
            <a:headEnd/>
            <a:tailEnd/>
          </a:ln>
        </p:spPr>
        <p:txBody>
          <a:bodyPr/>
          <a:lstStyle/>
          <a:p>
            <a:pPr>
              <a:defRPr/>
            </a:pPr>
            <a:endParaRPr lang="en-US" sz="1350">
              <a:latin typeface="Arial" charset="0"/>
            </a:endParaRPr>
          </a:p>
        </p:txBody>
      </p:sp>
      <p:sp>
        <p:nvSpPr>
          <p:cNvPr id="2" name="Title 1"/>
          <p:cNvSpPr>
            <a:spLocks noGrp="1"/>
          </p:cNvSpPr>
          <p:nvPr>
            <p:ph type="title"/>
          </p:nvPr>
        </p:nvSpPr>
        <p:spPr/>
        <p:txBody>
          <a:bodyPr/>
          <a:lstStyle>
            <a:lvl1pPr>
              <a:defRPr>
                <a:solidFill>
                  <a:schemeClr val="tx2"/>
                </a:solidFill>
              </a:defRPr>
            </a:lvl1pPr>
          </a:lstStyle>
          <a:p>
            <a:r>
              <a:rPr lang="en-NZ" noProof="0"/>
              <a:t>Click to edit Master title style</a:t>
            </a:r>
          </a:p>
        </p:txBody>
      </p:sp>
      <p:sp>
        <p:nvSpPr>
          <p:cNvPr id="5" name="Footer Placeholder 3">
            <a:extLst>
              <a:ext uri="{FF2B5EF4-FFF2-40B4-BE49-F238E27FC236}">
                <a16:creationId xmlns:a16="http://schemas.microsoft.com/office/drawing/2014/main" id="{1EF6A913-2517-12BC-5FB2-6FAA6E4B9ADB}"/>
              </a:ext>
            </a:extLst>
          </p:cNvPr>
          <p:cNvSpPr>
            <a:spLocks noGrp="1"/>
          </p:cNvSpPr>
          <p:nvPr>
            <p:ph type="ftr" sz="quarter" idx="10"/>
          </p:nvPr>
        </p:nvSpPr>
        <p:spPr/>
        <p:txBody>
          <a:bodyPr/>
          <a:lstStyle>
            <a:lvl1pPr>
              <a:defRPr/>
            </a:lvl1pPr>
          </a:lstStyle>
          <a:p>
            <a:pPr>
              <a:defRPr/>
            </a:pPr>
            <a:r>
              <a:t>Confidential – Internal BNZ Discussion Only</a:t>
            </a:r>
          </a:p>
        </p:txBody>
      </p:sp>
      <p:sp>
        <p:nvSpPr>
          <p:cNvPr id="6" name="Slide Number Placeholder 4">
            <a:extLst>
              <a:ext uri="{FF2B5EF4-FFF2-40B4-BE49-F238E27FC236}">
                <a16:creationId xmlns:a16="http://schemas.microsoft.com/office/drawing/2014/main" id="{2784BDA5-8C2A-EF64-2D12-3F47867861C8}"/>
              </a:ext>
            </a:extLst>
          </p:cNvPr>
          <p:cNvSpPr>
            <a:spLocks noGrp="1"/>
          </p:cNvSpPr>
          <p:nvPr>
            <p:ph type="sldNum" sz="quarter" idx="11"/>
          </p:nvPr>
        </p:nvSpPr>
        <p:spPr/>
        <p:txBody>
          <a:bodyPr/>
          <a:lstStyle>
            <a:lvl1pPr>
              <a:defRPr/>
            </a:lvl1pPr>
          </a:lstStyle>
          <a:p>
            <a:fld id="{BB75A05E-A768-448D-89EA-D79CB42F5018}" type="slidenum">
              <a:rPr lang="en-NZ" altLang="en-US"/>
              <a:pPr/>
              <a:t>‹#›</a:t>
            </a:fld>
            <a:endParaRPr lang="en-NZ" altLang="en-US"/>
          </a:p>
        </p:txBody>
      </p:sp>
    </p:spTree>
    <p:extLst>
      <p:ext uri="{BB962C8B-B14F-4D97-AF65-F5344CB8AC3E}">
        <p14:creationId xmlns:p14="http://schemas.microsoft.com/office/powerpoint/2010/main" val="3768686055"/>
      </p:ext>
    </p:extLst>
  </p:cSld>
  <p:clrMapOvr>
    <a:masterClrMapping/>
  </p:clrMapOvr>
</p:sldLayout>
</file>

<file path=ppt/slideLayouts/slideLayout16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Line 16">
            <a:extLst>
              <a:ext uri="{FF2B5EF4-FFF2-40B4-BE49-F238E27FC236}">
                <a16:creationId xmlns:a16="http://schemas.microsoft.com/office/drawing/2014/main" id="{56AF429A-476C-9541-0034-B2097408BEC1}"/>
              </a:ext>
            </a:extLst>
          </p:cNvPr>
          <p:cNvSpPr>
            <a:spLocks noChangeShapeType="1"/>
          </p:cNvSpPr>
          <p:nvPr userDrawn="1"/>
        </p:nvSpPr>
        <p:spPr bwMode="auto">
          <a:xfrm>
            <a:off x="9108831" y="4962525"/>
            <a:ext cx="0" cy="180975"/>
          </a:xfrm>
          <a:prstGeom prst="line">
            <a:avLst/>
          </a:prstGeom>
          <a:noFill/>
          <a:ln w="76200">
            <a:solidFill>
              <a:srgbClr val="0A1C42"/>
            </a:solidFill>
            <a:round/>
            <a:headEnd/>
            <a:tailEnd/>
          </a:ln>
        </p:spPr>
        <p:txBody>
          <a:bodyPr/>
          <a:lstStyle/>
          <a:p>
            <a:pPr>
              <a:defRPr/>
            </a:pPr>
            <a:endParaRPr lang="en-US" sz="1350">
              <a:latin typeface="Arial" charset="0"/>
            </a:endParaRPr>
          </a:p>
        </p:txBody>
      </p:sp>
      <p:sp>
        <p:nvSpPr>
          <p:cNvPr id="3" name="Footer Placeholder 4">
            <a:extLst>
              <a:ext uri="{FF2B5EF4-FFF2-40B4-BE49-F238E27FC236}">
                <a16:creationId xmlns:a16="http://schemas.microsoft.com/office/drawing/2014/main" id="{F37DA375-EAD8-52AE-1E9D-E2833A06EA36}"/>
              </a:ext>
            </a:extLst>
          </p:cNvPr>
          <p:cNvSpPr>
            <a:spLocks noGrp="1"/>
          </p:cNvSpPr>
          <p:nvPr>
            <p:ph type="ftr" sz="quarter" idx="10"/>
          </p:nvPr>
        </p:nvSpPr>
        <p:spPr/>
        <p:txBody>
          <a:bodyPr/>
          <a:lstStyle>
            <a:lvl1pPr>
              <a:defRPr/>
            </a:lvl1pPr>
          </a:lstStyle>
          <a:p>
            <a:pPr>
              <a:defRPr/>
            </a:pPr>
            <a:r>
              <a:t>Confidential – Internal BNZ Discussion Only</a:t>
            </a:r>
          </a:p>
        </p:txBody>
      </p:sp>
      <p:sp>
        <p:nvSpPr>
          <p:cNvPr id="4" name="Slide Number Placeholder 5">
            <a:extLst>
              <a:ext uri="{FF2B5EF4-FFF2-40B4-BE49-F238E27FC236}">
                <a16:creationId xmlns:a16="http://schemas.microsoft.com/office/drawing/2014/main" id="{A4DE2E3E-DA32-4B8E-BC66-9DDCC1BD06BC}"/>
              </a:ext>
            </a:extLst>
          </p:cNvPr>
          <p:cNvSpPr>
            <a:spLocks noGrp="1"/>
          </p:cNvSpPr>
          <p:nvPr>
            <p:ph type="sldNum" sz="quarter" idx="11"/>
          </p:nvPr>
        </p:nvSpPr>
        <p:spPr/>
        <p:txBody>
          <a:bodyPr/>
          <a:lstStyle>
            <a:lvl1pPr>
              <a:defRPr/>
            </a:lvl1pPr>
          </a:lstStyle>
          <a:p>
            <a:fld id="{7526E26C-5D9B-45AD-9B14-11CBF018C822}" type="slidenum">
              <a:rPr lang="en-NZ" altLang="en-US"/>
              <a:pPr/>
              <a:t>‹#›</a:t>
            </a:fld>
            <a:endParaRPr lang="en-NZ" altLang="en-US"/>
          </a:p>
        </p:txBody>
      </p:sp>
    </p:spTree>
    <p:extLst>
      <p:ext uri="{BB962C8B-B14F-4D97-AF65-F5344CB8AC3E}">
        <p14:creationId xmlns:p14="http://schemas.microsoft.com/office/powerpoint/2010/main" val="2185508983"/>
      </p:ext>
    </p:extLst>
  </p:cSld>
  <p:clrMapOvr>
    <a:masterClrMapping/>
  </p:clrMapOvr>
</p:sldLayout>
</file>

<file path=ppt/slideLayouts/slideLayout16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5" name="Line 16">
            <a:extLst>
              <a:ext uri="{FF2B5EF4-FFF2-40B4-BE49-F238E27FC236}">
                <a16:creationId xmlns:a16="http://schemas.microsoft.com/office/drawing/2014/main" id="{7D099FBF-1298-BB85-5A40-2760F52B1A98}"/>
              </a:ext>
            </a:extLst>
          </p:cNvPr>
          <p:cNvSpPr>
            <a:spLocks noChangeShapeType="1"/>
          </p:cNvSpPr>
          <p:nvPr userDrawn="1"/>
        </p:nvSpPr>
        <p:spPr bwMode="auto">
          <a:xfrm>
            <a:off x="172915" y="0"/>
            <a:ext cx="0" cy="681038"/>
          </a:xfrm>
          <a:prstGeom prst="line">
            <a:avLst/>
          </a:prstGeom>
          <a:noFill/>
          <a:ln w="6350">
            <a:solidFill>
              <a:schemeClr val="bg1">
                <a:lumMod val="50000"/>
              </a:schemeClr>
            </a:solidFill>
            <a:round/>
            <a:headEnd/>
            <a:tailEnd/>
          </a:ln>
        </p:spPr>
        <p:txBody>
          <a:bodyPr/>
          <a:lstStyle/>
          <a:p>
            <a:pPr>
              <a:defRPr/>
            </a:pPr>
            <a:endParaRPr lang="en-US" sz="1350">
              <a:latin typeface="Arial" charset="0"/>
            </a:endParaRPr>
          </a:p>
        </p:txBody>
      </p:sp>
      <p:sp>
        <p:nvSpPr>
          <p:cNvPr id="6" name="Line 16">
            <a:extLst>
              <a:ext uri="{FF2B5EF4-FFF2-40B4-BE49-F238E27FC236}">
                <a16:creationId xmlns:a16="http://schemas.microsoft.com/office/drawing/2014/main" id="{662A3B30-CA63-C423-EAC3-8EC9979CF3B3}"/>
              </a:ext>
            </a:extLst>
          </p:cNvPr>
          <p:cNvSpPr>
            <a:spLocks noChangeShapeType="1"/>
          </p:cNvSpPr>
          <p:nvPr userDrawn="1"/>
        </p:nvSpPr>
        <p:spPr bwMode="auto">
          <a:xfrm>
            <a:off x="9108831" y="4962525"/>
            <a:ext cx="0" cy="180975"/>
          </a:xfrm>
          <a:prstGeom prst="line">
            <a:avLst/>
          </a:prstGeom>
          <a:noFill/>
          <a:ln w="76200">
            <a:solidFill>
              <a:srgbClr val="0A1C42"/>
            </a:solidFill>
            <a:round/>
            <a:headEnd/>
            <a:tailEnd/>
          </a:ln>
        </p:spPr>
        <p:txBody>
          <a:bodyPr/>
          <a:lstStyle/>
          <a:p>
            <a:pPr>
              <a:defRPr/>
            </a:pPr>
            <a:endParaRPr lang="en-US" sz="1350">
              <a:latin typeface="Arial" charset="0"/>
            </a:endParaRPr>
          </a:p>
        </p:txBody>
      </p:sp>
      <p:sp>
        <p:nvSpPr>
          <p:cNvPr id="2" name="Title 1"/>
          <p:cNvSpPr>
            <a:spLocks noGrp="1"/>
          </p:cNvSpPr>
          <p:nvPr>
            <p:ph type="title"/>
          </p:nvPr>
        </p:nvSpPr>
        <p:spPr>
          <a:xfrm>
            <a:off x="251520" y="204788"/>
            <a:ext cx="7056784" cy="584765"/>
          </a:xfrm>
        </p:spPr>
        <p:txBody>
          <a:bodyPr anchor="b"/>
          <a:lstStyle>
            <a:lvl1pPr algn="l">
              <a:defRPr sz="1500" b="1">
                <a:solidFill>
                  <a:schemeClr val="tx2"/>
                </a:solidFill>
              </a:defRPr>
            </a:lvl1pPr>
          </a:lstStyle>
          <a:p>
            <a:r>
              <a:rPr lang="en-NZ" noProof="0"/>
              <a:t>Click to edit Master title style</a:t>
            </a:r>
          </a:p>
        </p:txBody>
      </p:sp>
      <p:sp>
        <p:nvSpPr>
          <p:cNvPr id="3" name="Content Placeholder 2"/>
          <p:cNvSpPr>
            <a:spLocks noGrp="1"/>
          </p:cNvSpPr>
          <p:nvPr>
            <p:ph idx="1"/>
          </p:nvPr>
        </p:nvSpPr>
        <p:spPr>
          <a:xfrm>
            <a:off x="3575051" y="951570"/>
            <a:ext cx="5317429" cy="3510390"/>
          </a:xfrm>
        </p:spPr>
        <p:txBody>
          <a:bodyPr>
            <a:normAutofit/>
          </a:bodyPr>
          <a:lstStyle>
            <a:lvl1pPr>
              <a:defRPr sz="1350">
                <a:solidFill>
                  <a:schemeClr val="tx1"/>
                </a:solidFill>
              </a:defRPr>
            </a:lvl1pPr>
            <a:lvl2pPr>
              <a:defRPr sz="1200">
                <a:solidFill>
                  <a:schemeClr val="tx1"/>
                </a:solidFill>
              </a:defRPr>
            </a:lvl2pPr>
            <a:lvl3pPr>
              <a:defRPr sz="1050">
                <a:solidFill>
                  <a:schemeClr val="tx1"/>
                </a:solidFill>
              </a:defRPr>
            </a:lvl3pPr>
            <a:lvl4pPr>
              <a:defRPr sz="1050">
                <a:solidFill>
                  <a:schemeClr val="tx1"/>
                </a:solidFill>
              </a:defRPr>
            </a:lvl4pPr>
            <a:lvl5pPr>
              <a:defRPr sz="900">
                <a:solidFill>
                  <a:schemeClr val="tx1"/>
                </a:solidFill>
              </a:defRPr>
            </a:lvl5pPr>
            <a:lvl6pPr>
              <a:defRPr sz="1500"/>
            </a:lvl6pPr>
            <a:lvl7pPr>
              <a:defRPr sz="1500"/>
            </a:lvl7pPr>
            <a:lvl8pPr>
              <a:defRPr sz="1500"/>
            </a:lvl8pPr>
            <a:lvl9pPr>
              <a:defRPr sz="1500"/>
            </a:lvl9pPr>
          </a:lstStyle>
          <a:p>
            <a:pPr lvl="0"/>
            <a:r>
              <a:rPr lang="en-NZ" noProof="0" dirty="0"/>
              <a:t>Click to edit Master text styles</a:t>
            </a:r>
          </a:p>
          <a:p>
            <a:pPr lvl="1"/>
            <a:r>
              <a:rPr lang="en-NZ" noProof="0" dirty="0"/>
              <a:t>Second level</a:t>
            </a:r>
          </a:p>
          <a:p>
            <a:pPr lvl="2"/>
            <a:r>
              <a:rPr lang="en-NZ" noProof="0" dirty="0"/>
              <a:t>Third level</a:t>
            </a:r>
          </a:p>
          <a:p>
            <a:pPr lvl="3"/>
            <a:r>
              <a:rPr lang="en-NZ" noProof="0" dirty="0"/>
              <a:t>Fourth level</a:t>
            </a:r>
          </a:p>
          <a:p>
            <a:pPr lvl="4"/>
            <a:r>
              <a:rPr lang="en-NZ" noProof="0" dirty="0"/>
              <a:t>Fifth level</a:t>
            </a:r>
          </a:p>
        </p:txBody>
      </p:sp>
      <p:sp>
        <p:nvSpPr>
          <p:cNvPr id="4" name="Text Placeholder 3"/>
          <p:cNvSpPr>
            <a:spLocks noGrp="1"/>
          </p:cNvSpPr>
          <p:nvPr>
            <p:ph type="body" sz="half" idx="2"/>
          </p:nvPr>
        </p:nvSpPr>
        <p:spPr>
          <a:xfrm>
            <a:off x="251521" y="951570"/>
            <a:ext cx="3213993" cy="3510390"/>
          </a:xfrm>
        </p:spPr>
        <p:txBody>
          <a:bodyPr>
            <a:normAutofit/>
          </a:bodyPr>
          <a:lstStyle>
            <a:lvl1pPr marL="0" indent="0">
              <a:buNone/>
              <a:defRPr sz="1350">
                <a:solidFill>
                  <a:schemeClr val="tx1"/>
                </a:solidFill>
              </a:defRPr>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NZ" noProof="0" dirty="0"/>
              <a:t>Click to edit Master text styles</a:t>
            </a:r>
          </a:p>
        </p:txBody>
      </p:sp>
      <p:sp>
        <p:nvSpPr>
          <p:cNvPr id="7" name="Footer Placeholder 5">
            <a:extLst>
              <a:ext uri="{FF2B5EF4-FFF2-40B4-BE49-F238E27FC236}">
                <a16:creationId xmlns:a16="http://schemas.microsoft.com/office/drawing/2014/main" id="{585893B6-A032-1918-5490-7F9F81BB3CCA}"/>
              </a:ext>
            </a:extLst>
          </p:cNvPr>
          <p:cNvSpPr>
            <a:spLocks noGrp="1"/>
          </p:cNvSpPr>
          <p:nvPr>
            <p:ph type="ftr" sz="quarter" idx="10"/>
          </p:nvPr>
        </p:nvSpPr>
        <p:spPr/>
        <p:txBody>
          <a:bodyPr/>
          <a:lstStyle>
            <a:lvl1pPr>
              <a:defRPr/>
            </a:lvl1pPr>
          </a:lstStyle>
          <a:p>
            <a:pPr>
              <a:defRPr/>
            </a:pPr>
            <a:r>
              <a:t>Confidential – Internal BNZ Discussion Only</a:t>
            </a:r>
          </a:p>
        </p:txBody>
      </p:sp>
      <p:sp>
        <p:nvSpPr>
          <p:cNvPr id="8" name="Slide Number Placeholder 6">
            <a:extLst>
              <a:ext uri="{FF2B5EF4-FFF2-40B4-BE49-F238E27FC236}">
                <a16:creationId xmlns:a16="http://schemas.microsoft.com/office/drawing/2014/main" id="{7EBAD2B4-F5FB-00DC-69F0-9CB9AAFC06CC}"/>
              </a:ext>
            </a:extLst>
          </p:cNvPr>
          <p:cNvSpPr>
            <a:spLocks noGrp="1"/>
          </p:cNvSpPr>
          <p:nvPr>
            <p:ph type="sldNum" sz="quarter" idx="11"/>
          </p:nvPr>
        </p:nvSpPr>
        <p:spPr/>
        <p:txBody>
          <a:bodyPr/>
          <a:lstStyle>
            <a:lvl1pPr>
              <a:defRPr/>
            </a:lvl1pPr>
          </a:lstStyle>
          <a:p>
            <a:fld id="{DD618831-8625-4E4F-836F-4166C8280F89}" type="slidenum">
              <a:rPr lang="en-NZ" altLang="en-US"/>
              <a:pPr/>
              <a:t>‹#›</a:t>
            </a:fld>
            <a:endParaRPr lang="en-NZ" altLang="en-US"/>
          </a:p>
        </p:txBody>
      </p:sp>
    </p:spTree>
    <p:extLst>
      <p:ext uri="{BB962C8B-B14F-4D97-AF65-F5344CB8AC3E}">
        <p14:creationId xmlns:p14="http://schemas.microsoft.com/office/powerpoint/2010/main" val="4234329398"/>
      </p:ext>
    </p:extLst>
  </p:cSld>
  <p:clrMapOvr>
    <a:masterClrMapping/>
  </p:clrMapOvr>
</p:sldLayout>
</file>

<file path=ppt/slideLayouts/slideLayout169.xml><?xml version="1.0" encoding="utf-8"?>
<p:sldLayout xmlns:a="http://schemas.openxmlformats.org/drawingml/2006/main" xmlns:r="http://schemas.openxmlformats.org/officeDocument/2006/relationships" xmlns:p="http://schemas.openxmlformats.org/presentationml/2006/main" type="tbl">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293077" y="115492"/>
            <a:ext cx="8461131" cy="183356"/>
          </a:xfrm>
        </p:spPr>
        <p:txBody>
          <a:bodyPr/>
          <a:lstStyle/>
          <a:p>
            <a:r>
              <a:rPr lang="en-US"/>
              <a:t>Click to edit Master title style</a:t>
            </a:r>
            <a:endParaRPr lang="en-NZ"/>
          </a:p>
        </p:txBody>
      </p:sp>
      <p:sp>
        <p:nvSpPr>
          <p:cNvPr id="3" name="Table Placeholder 2"/>
          <p:cNvSpPr>
            <a:spLocks noGrp="1"/>
          </p:cNvSpPr>
          <p:nvPr>
            <p:ph type="tbl" idx="1"/>
          </p:nvPr>
        </p:nvSpPr>
        <p:spPr>
          <a:xfrm>
            <a:off x="293077" y="853679"/>
            <a:ext cx="8532935" cy="3550444"/>
          </a:xfrm>
        </p:spPr>
        <p:txBody>
          <a:bodyPr>
            <a:normAutofit/>
          </a:bodyPr>
          <a:lstStyle/>
          <a:p>
            <a:pPr lvl="0"/>
            <a:endParaRPr lang="en-NZ" noProof="0"/>
          </a:p>
        </p:txBody>
      </p:sp>
      <p:sp>
        <p:nvSpPr>
          <p:cNvPr id="4" name="Slide Number Placeholder 3">
            <a:extLst>
              <a:ext uri="{FF2B5EF4-FFF2-40B4-BE49-F238E27FC236}">
                <a16:creationId xmlns:a16="http://schemas.microsoft.com/office/drawing/2014/main" id="{990E20F9-EE51-BDDF-1CF3-617703AF6830}"/>
              </a:ext>
            </a:extLst>
          </p:cNvPr>
          <p:cNvSpPr>
            <a:spLocks noGrp="1"/>
          </p:cNvSpPr>
          <p:nvPr>
            <p:ph type="sldNum" sz="quarter" idx="10"/>
          </p:nvPr>
        </p:nvSpPr>
        <p:spPr>
          <a:xfrm>
            <a:off x="8760070" y="119063"/>
            <a:ext cx="383931" cy="102394"/>
          </a:xfrm>
        </p:spPr>
        <p:txBody>
          <a:bodyPr/>
          <a:lstStyle>
            <a:lvl1pPr>
              <a:defRPr/>
            </a:lvl1pPr>
          </a:lstStyle>
          <a:p>
            <a:fld id="{0FB42FCC-375E-4B40-BFBD-87F2A00E9775}" type="slidenum">
              <a:rPr lang="en-NZ" altLang="en-US"/>
              <a:pPr/>
              <a:t>‹#›</a:t>
            </a:fld>
            <a:endParaRPr lang="en-NZ" altLang="en-US"/>
          </a:p>
        </p:txBody>
      </p:sp>
    </p:spTree>
    <p:extLst>
      <p:ext uri="{BB962C8B-B14F-4D97-AF65-F5344CB8AC3E}">
        <p14:creationId xmlns:p14="http://schemas.microsoft.com/office/powerpoint/2010/main" val="50970894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theme" Target="../theme/theme1.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25.xml"/><Relationship Id="rId7" Type="http://schemas.openxmlformats.org/officeDocument/2006/relationships/theme" Target="../theme/theme2.xml"/><Relationship Id="rId2" Type="http://schemas.openxmlformats.org/officeDocument/2006/relationships/slideLayout" Target="../slideLayouts/slideLayout24.xml"/><Relationship Id="rId1" Type="http://schemas.openxmlformats.org/officeDocument/2006/relationships/slideLayout" Target="../slideLayouts/slideLayout23.xml"/><Relationship Id="rId6" Type="http://schemas.openxmlformats.org/officeDocument/2006/relationships/slideLayout" Target="../slideLayouts/slideLayout28.xml"/><Relationship Id="rId5" Type="http://schemas.openxmlformats.org/officeDocument/2006/relationships/slideLayout" Target="../slideLayouts/slideLayout27.xml"/><Relationship Id="rId4" Type="http://schemas.openxmlformats.org/officeDocument/2006/relationships/slideLayout" Target="../slideLayouts/slideLayout26.xml"/></Relationships>
</file>

<file path=ppt/slideMasters/_rels/slideMaster3.xml.rels><?xml version="1.0" encoding="UTF-8" standalone="yes"?>
<Relationships xmlns="http://schemas.openxmlformats.org/package/2006/relationships"><Relationship Id="rId3" Type="http://schemas.openxmlformats.org/officeDocument/2006/relationships/slideLayout" Target="../slideLayouts/slideLayout31.xml"/><Relationship Id="rId7" Type="http://schemas.openxmlformats.org/officeDocument/2006/relationships/theme" Target="../theme/theme3.xml"/><Relationship Id="rId2" Type="http://schemas.openxmlformats.org/officeDocument/2006/relationships/slideLayout" Target="../slideLayouts/slideLayout30.xml"/><Relationship Id="rId1" Type="http://schemas.openxmlformats.org/officeDocument/2006/relationships/slideLayout" Target="../slideLayouts/slideLayout29.xml"/><Relationship Id="rId6" Type="http://schemas.openxmlformats.org/officeDocument/2006/relationships/slideLayout" Target="../slideLayouts/slideLayout34.xml"/><Relationship Id="rId5" Type="http://schemas.openxmlformats.org/officeDocument/2006/relationships/slideLayout" Target="../slideLayouts/slideLayout33.xml"/><Relationship Id="rId4" Type="http://schemas.openxmlformats.org/officeDocument/2006/relationships/slideLayout" Target="../slideLayouts/slideLayout32.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42.xml"/><Relationship Id="rId13" Type="http://schemas.openxmlformats.org/officeDocument/2006/relationships/slideLayout" Target="../slideLayouts/slideLayout47.xml"/><Relationship Id="rId18" Type="http://schemas.openxmlformats.org/officeDocument/2006/relationships/slideLayout" Target="../slideLayouts/slideLayout52.xml"/><Relationship Id="rId3" Type="http://schemas.openxmlformats.org/officeDocument/2006/relationships/slideLayout" Target="../slideLayouts/slideLayout37.xml"/><Relationship Id="rId21" Type="http://schemas.openxmlformats.org/officeDocument/2006/relationships/slideLayout" Target="../slideLayouts/slideLayout55.xml"/><Relationship Id="rId7" Type="http://schemas.openxmlformats.org/officeDocument/2006/relationships/slideLayout" Target="../slideLayouts/slideLayout41.xml"/><Relationship Id="rId12" Type="http://schemas.openxmlformats.org/officeDocument/2006/relationships/slideLayout" Target="../slideLayouts/slideLayout46.xml"/><Relationship Id="rId17" Type="http://schemas.openxmlformats.org/officeDocument/2006/relationships/slideLayout" Target="../slideLayouts/slideLayout51.xml"/><Relationship Id="rId2" Type="http://schemas.openxmlformats.org/officeDocument/2006/relationships/slideLayout" Target="../slideLayouts/slideLayout36.xml"/><Relationship Id="rId16" Type="http://schemas.openxmlformats.org/officeDocument/2006/relationships/slideLayout" Target="../slideLayouts/slideLayout50.xml"/><Relationship Id="rId20" Type="http://schemas.openxmlformats.org/officeDocument/2006/relationships/slideLayout" Target="../slideLayouts/slideLayout54.xml"/><Relationship Id="rId1" Type="http://schemas.openxmlformats.org/officeDocument/2006/relationships/slideLayout" Target="../slideLayouts/slideLayout35.xml"/><Relationship Id="rId6" Type="http://schemas.openxmlformats.org/officeDocument/2006/relationships/slideLayout" Target="../slideLayouts/slideLayout40.xml"/><Relationship Id="rId11" Type="http://schemas.openxmlformats.org/officeDocument/2006/relationships/slideLayout" Target="../slideLayouts/slideLayout45.xml"/><Relationship Id="rId5" Type="http://schemas.openxmlformats.org/officeDocument/2006/relationships/slideLayout" Target="../slideLayouts/slideLayout39.xml"/><Relationship Id="rId15" Type="http://schemas.openxmlformats.org/officeDocument/2006/relationships/slideLayout" Target="../slideLayouts/slideLayout49.xml"/><Relationship Id="rId23" Type="http://schemas.openxmlformats.org/officeDocument/2006/relationships/theme" Target="../theme/theme4.xml"/><Relationship Id="rId10" Type="http://schemas.openxmlformats.org/officeDocument/2006/relationships/slideLayout" Target="../slideLayouts/slideLayout44.xml"/><Relationship Id="rId19" Type="http://schemas.openxmlformats.org/officeDocument/2006/relationships/slideLayout" Target="../slideLayouts/slideLayout53.xml"/><Relationship Id="rId4" Type="http://schemas.openxmlformats.org/officeDocument/2006/relationships/slideLayout" Target="../slideLayouts/slideLayout38.xml"/><Relationship Id="rId9" Type="http://schemas.openxmlformats.org/officeDocument/2006/relationships/slideLayout" Target="../slideLayouts/slideLayout43.xml"/><Relationship Id="rId14" Type="http://schemas.openxmlformats.org/officeDocument/2006/relationships/slideLayout" Target="../slideLayouts/slideLayout48.xml"/><Relationship Id="rId22" Type="http://schemas.openxmlformats.org/officeDocument/2006/relationships/slideLayout" Target="../slideLayouts/slideLayout56.xml"/></Relationships>
</file>

<file path=ppt/slideMasters/_rels/slideMaster5.xml.rels><?xml version="1.0" encoding="UTF-8" standalone="yes"?>
<Relationships xmlns="http://schemas.openxmlformats.org/package/2006/relationships"><Relationship Id="rId3" Type="http://schemas.openxmlformats.org/officeDocument/2006/relationships/slideLayout" Target="../slideLayouts/slideLayout59.xml"/><Relationship Id="rId7" Type="http://schemas.openxmlformats.org/officeDocument/2006/relationships/theme" Target="../theme/theme5.xml"/><Relationship Id="rId2" Type="http://schemas.openxmlformats.org/officeDocument/2006/relationships/slideLayout" Target="../slideLayouts/slideLayout58.xml"/><Relationship Id="rId1" Type="http://schemas.openxmlformats.org/officeDocument/2006/relationships/slideLayout" Target="../slideLayouts/slideLayout57.xml"/><Relationship Id="rId6" Type="http://schemas.openxmlformats.org/officeDocument/2006/relationships/slideLayout" Target="../slideLayouts/slideLayout62.xml"/><Relationship Id="rId5" Type="http://schemas.openxmlformats.org/officeDocument/2006/relationships/slideLayout" Target="../slideLayouts/slideLayout61.xml"/><Relationship Id="rId4" Type="http://schemas.openxmlformats.org/officeDocument/2006/relationships/slideLayout" Target="../slideLayouts/slideLayout60.xml"/></Relationships>
</file>

<file path=ppt/slideMasters/_rels/slideMaster6.xml.rels><?xml version="1.0" encoding="UTF-8" standalone="yes"?>
<Relationships xmlns="http://schemas.openxmlformats.org/package/2006/relationships"><Relationship Id="rId8" Type="http://schemas.openxmlformats.org/officeDocument/2006/relationships/slideLayout" Target="../slideLayouts/slideLayout70.xml"/><Relationship Id="rId13" Type="http://schemas.openxmlformats.org/officeDocument/2006/relationships/slideLayout" Target="../slideLayouts/slideLayout75.xml"/><Relationship Id="rId18" Type="http://schemas.openxmlformats.org/officeDocument/2006/relationships/slideLayout" Target="../slideLayouts/slideLayout80.xml"/><Relationship Id="rId3" Type="http://schemas.openxmlformats.org/officeDocument/2006/relationships/slideLayout" Target="../slideLayouts/slideLayout65.xml"/><Relationship Id="rId21" Type="http://schemas.openxmlformats.org/officeDocument/2006/relationships/slideLayout" Target="../slideLayouts/slideLayout83.xml"/><Relationship Id="rId7" Type="http://schemas.openxmlformats.org/officeDocument/2006/relationships/slideLayout" Target="../slideLayouts/slideLayout69.xml"/><Relationship Id="rId12" Type="http://schemas.openxmlformats.org/officeDocument/2006/relationships/slideLayout" Target="../slideLayouts/slideLayout74.xml"/><Relationship Id="rId17" Type="http://schemas.openxmlformats.org/officeDocument/2006/relationships/slideLayout" Target="../slideLayouts/slideLayout79.xml"/><Relationship Id="rId2" Type="http://schemas.openxmlformats.org/officeDocument/2006/relationships/slideLayout" Target="../slideLayouts/slideLayout64.xml"/><Relationship Id="rId16" Type="http://schemas.openxmlformats.org/officeDocument/2006/relationships/slideLayout" Target="../slideLayouts/slideLayout78.xml"/><Relationship Id="rId20" Type="http://schemas.openxmlformats.org/officeDocument/2006/relationships/slideLayout" Target="../slideLayouts/slideLayout82.xml"/><Relationship Id="rId1" Type="http://schemas.openxmlformats.org/officeDocument/2006/relationships/slideLayout" Target="../slideLayouts/slideLayout63.xml"/><Relationship Id="rId6" Type="http://schemas.openxmlformats.org/officeDocument/2006/relationships/slideLayout" Target="../slideLayouts/slideLayout68.xml"/><Relationship Id="rId11" Type="http://schemas.openxmlformats.org/officeDocument/2006/relationships/slideLayout" Target="../slideLayouts/slideLayout73.xml"/><Relationship Id="rId5" Type="http://schemas.openxmlformats.org/officeDocument/2006/relationships/slideLayout" Target="../slideLayouts/slideLayout67.xml"/><Relationship Id="rId15" Type="http://schemas.openxmlformats.org/officeDocument/2006/relationships/slideLayout" Target="../slideLayouts/slideLayout77.xml"/><Relationship Id="rId23" Type="http://schemas.openxmlformats.org/officeDocument/2006/relationships/theme" Target="../theme/theme6.xml"/><Relationship Id="rId10" Type="http://schemas.openxmlformats.org/officeDocument/2006/relationships/slideLayout" Target="../slideLayouts/slideLayout72.xml"/><Relationship Id="rId19" Type="http://schemas.openxmlformats.org/officeDocument/2006/relationships/slideLayout" Target="../slideLayouts/slideLayout81.xml"/><Relationship Id="rId4" Type="http://schemas.openxmlformats.org/officeDocument/2006/relationships/slideLayout" Target="../slideLayouts/slideLayout66.xml"/><Relationship Id="rId9" Type="http://schemas.openxmlformats.org/officeDocument/2006/relationships/slideLayout" Target="../slideLayouts/slideLayout71.xml"/><Relationship Id="rId14" Type="http://schemas.openxmlformats.org/officeDocument/2006/relationships/slideLayout" Target="../slideLayouts/slideLayout76.xml"/><Relationship Id="rId22" Type="http://schemas.openxmlformats.org/officeDocument/2006/relationships/slideLayout" Target="../slideLayouts/slideLayout84.xml"/></Relationships>
</file>

<file path=ppt/slideMasters/_rels/slideMaster7.xml.rels><?xml version="1.0" encoding="UTF-8" standalone="yes"?>
<Relationships xmlns="http://schemas.openxmlformats.org/package/2006/relationships"><Relationship Id="rId3" Type="http://schemas.openxmlformats.org/officeDocument/2006/relationships/slideLayout" Target="../slideLayouts/slideLayout87.xml"/><Relationship Id="rId7" Type="http://schemas.openxmlformats.org/officeDocument/2006/relationships/theme" Target="../theme/theme7.xml"/><Relationship Id="rId2" Type="http://schemas.openxmlformats.org/officeDocument/2006/relationships/slideLayout" Target="../slideLayouts/slideLayout86.xml"/><Relationship Id="rId1" Type="http://schemas.openxmlformats.org/officeDocument/2006/relationships/slideLayout" Target="../slideLayouts/slideLayout85.xml"/><Relationship Id="rId6" Type="http://schemas.openxmlformats.org/officeDocument/2006/relationships/slideLayout" Target="../slideLayouts/slideLayout90.xml"/><Relationship Id="rId5" Type="http://schemas.openxmlformats.org/officeDocument/2006/relationships/slideLayout" Target="../slideLayouts/slideLayout89.xml"/><Relationship Id="rId4" Type="http://schemas.openxmlformats.org/officeDocument/2006/relationships/slideLayout" Target="../slideLayouts/slideLayout88.xml"/></Relationships>
</file>

<file path=ppt/slideMasters/_rels/slideMaster8.xml.rels><?xml version="1.0" encoding="UTF-8" standalone="yes"?>
<Relationships xmlns="http://schemas.openxmlformats.org/package/2006/relationships"><Relationship Id="rId3" Type="http://schemas.openxmlformats.org/officeDocument/2006/relationships/slideLayout" Target="../slideLayouts/slideLayout93.xml"/><Relationship Id="rId7" Type="http://schemas.openxmlformats.org/officeDocument/2006/relationships/theme" Target="../theme/theme8.xml"/><Relationship Id="rId2" Type="http://schemas.openxmlformats.org/officeDocument/2006/relationships/slideLayout" Target="../slideLayouts/slideLayout92.xml"/><Relationship Id="rId1" Type="http://schemas.openxmlformats.org/officeDocument/2006/relationships/slideLayout" Target="../slideLayouts/slideLayout91.xml"/><Relationship Id="rId6" Type="http://schemas.openxmlformats.org/officeDocument/2006/relationships/slideLayout" Target="../slideLayouts/slideLayout96.xml"/><Relationship Id="rId5" Type="http://schemas.openxmlformats.org/officeDocument/2006/relationships/slideLayout" Target="../slideLayouts/slideLayout95.xml"/><Relationship Id="rId4" Type="http://schemas.openxmlformats.org/officeDocument/2006/relationships/slideLayout" Target="../slideLayouts/slideLayout94.xml"/></Relationships>
</file>

<file path=ppt/slideMasters/_rels/slideMaster9.xml.rels><?xml version="1.0" encoding="UTF-8" standalone="yes"?>
<Relationships xmlns="http://schemas.openxmlformats.org/package/2006/relationships"><Relationship Id="rId8" Type="http://schemas.openxmlformats.org/officeDocument/2006/relationships/slideLayout" Target="../slideLayouts/slideLayout104.xml"/><Relationship Id="rId13" Type="http://schemas.openxmlformats.org/officeDocument/2006/relationships/slideLayout" Target="../slideLayouts/slideLayout109.xml"/><Relationship Id="rId18" Type="http://schemas.openxmlformats.org/officeDocument/2006/relationships/slideLayout" Target="../slideLayouts/slideLayout114.xml"/><Relationship Id="rId3" Type="http://schemas.openxmlformats.org/officeDocument/2006/relationships/slideLayout" Target="../slideLayouts/slideLayout99.xml"/><Relationship Id="rId21" Type="http://schemas.openxmlformats.org/officeDocument/2006/relationships/slideLayout" Target="../slideLayouts/slideLayout117.xml"/><Relationship Id="rId7" Type="http://schemas.openxmlformats.org/officeDocument/2006/relationships/slideLayout" Target="../slideLayouts/slideLayout103.xml"/><Relationship Id="rId12" Type="http://schemas.openxmlformats.org/officeDocument/2006/relationships/slideLayout" Target="../slideLayouts/slideLayout108.xml"/><Relationship Id="rId17" Type="http://schemas.openxmlformats.org/officeDocument/2006/relationships/slideLayout" Target="../slideLayouts/slideLayout113.xml"/><Relationship Id="rId2" Type="http://schemas.openxmlformats.org/officeDocument/2006/relationships/slideLayout" Target="../slideLayouts/slideLayout98.xml"/><Relationship Id="rId16" Type="http://schemas.openxmlformats.org/officeDocument/2006/relationships/slideLayout" Target="../slideLayouts/slideLayout112.xml"/><Relationship Id="rId20" Type="http://schemas.openxmlformats.org/officeDocument/2006/relationships/slideLayout" Target="../slideLayouts/slideLayout116.xml"/><Relationship Id="rId1" Type="http://schemas.openxmlformats.org/officeDocument/2006/relationships/slideLayout" Target="../slideLayouts/slideLayout97.xml"/><Relationship Id="rId6" Type="http://schemas.openxmlformats.org/officeDocument/2006/relationships/slideLayout" Target="../slideLayouts/slideLayout102.xml"/><Relationship Id="rId11" Type="http://schemas.openxmlformats.org/officeDocument/2006/relationships/slideLayout" Target="../slideLayouts/slideLayout107.xml"/><Relationship Id="rId5" Type="http://schemas.openxmlformats.org/officeDocument/2006/relationships/slideLayout" Target="../slideLayouts/slideLayout101.xml"/><Relationship Id="rId15" Type="http://schemas.openxmlformats.org/officeDocument/2006/relationships/slideLayout" Target="../slideLayouts/slideLayout111.xml"/><Relationship Id="rId23" Type="http://schemas.openxmlformats.org/officeDocument/2006/relationships/theme" Target="../theme/theme9.xml"/><Relationship Id="rId10" Type="http://schemas.openxmlformats.org/officeDocument/2006/relationships/slideLayout" Target="../slideLayouts/slideLayout106.xml"/><Relationship Id="rId19" Type="http://schemas.openxmlformats.org/officeDocument/2006/relationships/slideLayout" Target="../slideLayouts/slideLayout115.xml"/><Relationship Id="rId4" Type="http://schemas.openxmlformats.org/officeDocument/2006/relationships/slideLayout" Target="../slideLayouts/slideLayout100.xml"/><Relationship Id="rId9" Type="http://schemas.openxmlformats.org/officeDocument/2006/relationships/slideLayout" Target="../slideLayouts/slideLayout105.xml"/><Relationship Id="rId14" Type="http://schemas.openxmlformats.org/officeDocument/2006/relationships/slideLayout" Target="../slideLayouts/slideLayout110.xml"/><Relationship Id="rId22" Type="http://schemas.openxmlformats.org/officeDocument/2006/relationships/slideLayout" Target="../slideLayouts/slideLayout118.xml"/></Relationships>
</file>

<file path=ppt/slideMasters/_rels/slideMaster10.xml.rels><?xml version="1.0" encoding="UTF-8" standalone="yes"?>
<Relationships xmlns="http://schemas.openxmlformats.org/package/2006/relationships"><Relationship Id="rId8" Type="http://schemas.openxmlformats.org/officeDocument/2006/relationships/slideLayout" Target="../slideLayouts/slideLayout126.xml"/><Relationship Id="rId13" Type="http://schemas.openxmlformats.org/officeDocument/2006/relationships/slideLayout" Target="../slideLayouts/slideLayout131.xml"/><Relationship Id="rId18" Type="http://schemas.openxmlformats.org/officeDocument/2006/relationships/slideLayout" Target="../slideLayouts/slideLayout136.xml"/><Relationship Id="rId3" Type="http://schemas.openxmlformats.org/officeDocument/2006/relationships/slideLayout" Target="../slideLayouts/slideLayout121.xml"/><Relationship Id="rId21" Type="http://schemas.openxmlformats.org/officeDocument/2006/relationships/slideLayout" Target="../slideLayouts/slideLayout139.xml"/><Relationship Id="rId7" Type="http://schemas.openxmlformats.org/officeDocument/2006/relationships/slideLayout" Target="../slideLayouts/slideLayout125.xml"/><Relationship Id="rId12" Type="http://schemas.openxmlformats.org/officeDocument/2006/relationships/slideLayout" Target="../slideLayouts/slideLayout130.xml"/><Relationship Id="rId17" Type="http://schemas.openxmlformats.org/officeDocument/2006/relationships/slideLayout" Target="../slideLayouts/slideLayout135.xml"/><Relationship Id="rId2" Type="http://schemas.openxmlformats.org/officeDocument/2006/relationships/slideLayout" Target="../slideLayouts/slideLayout120.xml"/><Relationship Id="rId16" Type="http://schemas.openxmlformats.org/officeDocument/2006/relationships/slideLayout" Target="../slideLayouts/slideLayout134.xml"/><Relationship Id="rId20" Type="http://schemas.openxmlformats.org/officeDocument/2006/relationships/slideLayout" Target="../slideLayouts/slideLayout138.xml"/><Relationship Id="rId1" Type="http://schemas.openxmlformats.org/officeDocument/2006/relationships/slideLayout" Target="../slideLayouts/slideLayout119.xml"/><Relationship Id="rId6" Type="http://schemas.openxmlformats.org/officeDocument/2006/relationships/slideLayout" Target="../slideLayouts/slideLayout124.xml"/><Relationship Id="rId11" Type="http://schemas.openxmlformats.org/officeDocument/2006/relationships/slideLayout" Target="../slideLayouts/slideLayout129.xml"/><Relationship Id="rId5" Type="http://schemas.openxmlformats.org/officeDocument/2006/relationships/slideLayout" Target="../slideLayouts/slideLayout123.xml"/><Relationship Id="rId15" Type="http://schemas.openxmlformats.org/officeDocument/2006/relationships/slideLayout" Target="../slideLayouts/slideLayout133.xml"/><Relationship Id="rId23" Type="http://schemas.openxmlformats.org/officeDocument/2006/relationships/theme" Target="../theme/theme10.xml"/><Relationship Id="rId10" Type="http://schemas.openxmlformats.org/officeDocument/2006/relationships/slideLayout" Target="../slideLayouts/slideLayout128.xml"/><Relationship Id="rId19" Type="http://schemas.openxmlformats.org/officeDocument/2006/relationships/slideLayout" Target="../slideLayouts/slideLayout137.xml"/><Relationship Id="rId4" Type="http://schemas.openxmlformats.org/officeDocument/2006/relationships/slideLayout" Target="../slideLayouts/slideLayout122.xml"/><Relationship Id="rId9" Type="http://schemas.openxmlformats.org/officeDocument/2006/relationships/slideLayout" Target="../slideLayouts/slideLayout127.xml"/><Relationship Id="rId14" Type="http://schemas.openxmlformats.org/officeDocument/2006/relationships/slideLayout" Target="../slideLayouts/slideLayout132.xml"/><Relationship Id="rId22" Type="http://schemas.openxmlformats.org/officeDocument/2006/relationships/slideLayout" Target="../slideLayouts/slideLayout140.xml"/></Relationships>
</file>

<file path=ppt/slideMasters/_rels/slideMaster11.xml.rels><?xml version="1.0" encoding="UTF-8" standalone="yes"?>
<Relationships xmlns="http://schemas.openxmlformats.org/package/2006/relationships"><Relationship Id="rId8" Type="http://schemas.openxmlformats.org/officeDocument/2006/relationships/slideLayout" Target="../slideLayouts/slideLayout148.xml"/><Relationship Id="rId13" Type="http://schemas.openxmlformats.org/officeDocument/2006/relationships/slideLayout" Target="../slideLayouts/slideLayout153.xml"/><Relationship Id="rId18" Type="http://schemas.openxmlformats.org/officeDocument/2006/relationships/slideLayout" Target="../slideLayouts/slideLayout158.xml"/><Relationship Id="rId26" Type="http://schemas.openxmlformats.org/officeDocument/2006/relationships/slideLayout" Target="../slideLayouts/slideLayout166.xml"/><Relationship Id="rId3" Type="http://schemas.openxmlformats.org/officeDocument/2006/relationships/slideLayout" Target="../slideLayouts/slideLayout143.xml"/><Relationship Id="rId21" Type="http://schemas.openxmlformats.org/officeDocument/2006/relationships/slideLayout" Target="../slideLayouts/slideLayout161.xml"/><Relationship Id="rId7" Type="http://schemas.openxmlformats.org/officeDocument/2006/relationships/slideLayout" Target="../slideLayouts/slideLayout147.xml"/><Relationship Id="rId12" Type="http://schemas.openxmlformats.org/officeDocument/2006/relationships/slideLayout" Target="../slideLayouts/slideLayout152.xml"/><Relationship Id="rId17" Type="http://schemas.openxmlformats.org/officeDocument/2006/relationships/slideLayout" Target="../slideLayouts/slideLayout157.xml"/><Relationship Id="rId25" Type="http://schemas.openxmlformats.org/officeDocument/2006/relationships/slideLayout" Target="../slideLayouts/slideLayout165.xml"/><Relationship Id="rId2" Type="http://schemas.openxmlformats.org/officeDocument/2006/relationships/slideLayout" Target="../slideLayouts/slideLayout142.xml"/><Relationship Id="rId16" Type="http://schemas.openxmlformats.org/officeDocument/2006/relationships/slideLayout" Target="../slideLayouts/slideLayout156.xml"/><Relationship Id="rId20" Type="http://schemas.openxmlformats.org/officeDocument/2006/relationships/slideLayout" Target="../slideLayouts/slideLayout160.xml"/><Relationship Id="rId29" Type="http://schemas.openxmlformats.org/officeDocument/2006/relationships/slideLayout" Target="../slideLayouts/slideLayout169.xml"/><Relationship Id="rId1" Type="http://schemas.openxmlformats.org/officeDocument/2006/relationships/slideLayout" Target="../slideLayouts/slideLayout141.xml"/><Relationship Id="rId6" Type="http://schemas.openxmlformats.org/officeDocument/2006/relationships/slideLayout" Target="../slideLayouts/slideLayout146.xml"/><Relationship Id="rId11" Type="http://schemas.openxmlformats.org/officeDocument/2006/relationships/slideLayout" Target="../slideLayouts/slideLayout151.xml"/><Relationship Id="rId24" Type="http://schemas.openxmlformats.org/officeDocument/2006/relationships/slideLayout" Target="../slideLayouts/slideLayout164.xml"/><Relationship Id="rId5" Type="http://schemas.openxmlformats.org/officeDocument/2006/relationships/slideLayout" Target="../slideLayouts/slideLayout145.xml"/><Relationship Id="rId15" Type="http://schemas.openxmlformats.org/officeDocument/2006/relationships/slideLayout" Target="../slideLayouts/slideLayout155.xml"/><Relationship Id="rId23" Type="http://schemas.openxmlformats.org/officeDocument/2006/relationships/slideLayout" Target="../slideLayouts/slideLayout163.xml"/><Relationship Id="rId28" Type="http://schemas.openxmlformats.org/officeDocument/2006/relationships/slideLayout" Target="../slideLayouts/slideLayout168.xml"/><Relationship Id="rId10" Type="http://schemas.openxmlformats.org/officeDocument/2006/relationships/slideLayout" Target="../slideLayouts/slideLayout150.xml"/><Relationship Id="rId19" Type="http://schemas.openxmlformats.org/officeDocument/2006/relationships/slideLayout" Target="../slideLayouts/slideLayout159.xml"/><Relationship Id="rId31" Type="http://schemas.openxmlformats.org/officeDocument/2006/relationships/image" Target="../media/image1.emf"/><Relationship Id="rId4" Type="http://schemas.openxmlformats.org/officeDocument/2006/relationships/slideLayout" Target="../slideLayouts/slideLayout144.xml"/><Relationship Id="rId9" Type="http://schemas.openxmlformats.org/officeDocument/2006/relationships/slideLayout" Target="../slideLayouts/slideLayout149.xml"/><Relationship Id="rId14" Type="http://schemas.openxmlformats.org/officeDocument/2006/relationships/slideLayout" Target="../slideLayouts/slideLayout154.xml"/><Relationship Id="rId22" Type="http://schemas.openxmlformats.org/officeDocument/2006/relationships/slideLayout" Target="../slideLayouts/slideLayout162.xml"/><Relationship Id="rId27" Type="http://schemas.openxmlformats.org/officeDocument/2006/relationships/slideLayout" Target="../slideLayouts/slideLayout167.xml"/><Relationship Id="rId30" Type="http://schemas.openxmlformats.org/officeDocument/2006/relationships/theme" Target="../theme/theme1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95" r:id="rId1"/>
    <p:sldLayoutId id="2147483696" r:id="rId2"/>
    <p:sldLayoutId id="2147483697" r:id="rId3"/>
    <p:sldLayoutId id="2147483698" r:id="rId4"/>
    <p:sldLayoutId id="2147483699" r:id="rId5"/>
    <p:sldLayoutId id="2147483700" r:id="rId6"/>
    <p:sldLayoutId id="2147483701" r:id="rId7"/>
    <p:sldLayoutId id="2147483702" r:id="rId8"/>
    <p:sldLayoutId id="2147483703" r:id="rId9"/>
    <p:sldLayoutId id="2147483704" r:id="rId10"/>
    <p:sldLayoutId id="2147483705" r:id="rId11"/>
    <p:sldLayoutId id="2147483706" r:id="rId12"/>
    <p:sldLayoutId id="2147483707" r:id="rId13"/>
    <p:sldLayoutId id="2147483708" r:id="rId14"/>
    <p:sldLayoutId id="2147483709" r:id="rId15"/>
    <p:sldLayoutId id="2147483710" r:id="rId16"/>
    <p:sldLayoutId id="2147483711" r:id="rId17"/>
    <p:sldLayoutId id="2147483712" r:id="rId18"/>
    <p:sldLayoutId id="2147483713" r:id="rId19"/>
    <p:sldLayoutId id="2147483714" r:id="rId20"/>
    <p:sldLayoutId id="2147483715" r:id="rId21"/>
    <p:sldLayoutId id="2147483716" r:id="rId2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718" r:id="rId1"/>
    <p:sldLayoutId id="2147483719" r:id="rId2"/>
    <p:sldLayoutId id="2147483720" r:id="rId3"/>
    <p:sldLayoutId id="2147483721" r:id="rId4"/>
    <p:sldLayoutId id="2147483722" r:id="rId5"/>
    <p:sldLayoutId id="2147483723" r:id="rId6"/>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748" r:id="rId1"/>
    <p:sldLayoutId id="2147483749" r:id="rId2"/>
    <p:sldLayoutId id="2147483750" r:id="rId3"/>
    <p:sldLayoutId id="2147483751" r:id="rId4"/>
    <p:sldLayoutId id="2147483752" r:id="rId5"/>
    <p:sldLayoutId id="2147483753" r:id="rId6"/>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755" r:id="rId1"/>
    <p:sldLayoutId id="2147483756" r:id="rId2"/>
    <p:sldLayoutId id="2147483757" r:id="rId3"/>
    <p:sldLayoutId id="2147483758" r:id="rId4"/>
    <p:sldLayoutId id="2147483759" r:id="rId5"/>
    <p:sldLayoutId id="2147483760" r:id="rId6"/>
    <p:sldLayoutId id="2147483761" r:id="rId7"/>
    <p:sldLayoutId id="2147483762" r:id="rId8"/>
    <p:sldLayoutId id="2147483763" r:id="rId9"/>
    <p:sldLayoutId id="2147483764" r:id="rId10"/>
    <p:sldLayoutId id="2147483765" r:id="rId11"/>
    <p:sldLayoutId id="2147483766" r:id="rId12"/>
    <p:sldLayoutId id="2147483767" r:id="rId13"/>
    <p:sldLayoutId id="2147483768" r:id="rId14"/>
    <p:sldLayoutId id="2147483769" r:id="rId15"/>
    <p:sldLayoutId id="2147483770" r:id="rId16"/>
    <p:sldLayoutId id="2147483771" r:id="rId17"/>
    <p:sldLayoutId id="2147483772" r:id="rId18"/>
    <p:sldLayoutId id="2147483773" r:id="rId19"/>
    <p:sldLayoutId id="2147483774" r:id="rId20"/>
    <p:sldLayoutId id="2147483775" r:id="rId21"/>
    <p:sldLayoutId id="2147483776" r:id="rId2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778" r:id="rId1"/>
    <p:sldLayoutId id="2147483779" r:id="rId2"/>
    <p:sldLayoutId id="2147483780" r:id="rId3"/>
    <p:sldLayoutId id="2147483781" r:id="rId4"/>
    <p:sldLayoutId id="2147483782" r:id="rId5"/>
    <p:sldLayoutId id="2147483783" r:id="rId6"/>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785" r:id="rId1"/>
    <p:sldLayoutId id="2147483786" r:id="rId2"/>
    <p:sldLayoutId id="2147483787" r:id="rId3"/>
    <p:sldLayoutId id="2147483788" r:id="rId4"/>
    <p:sldLayoutId id="2147483789" r:id="rId5"/>
    <p:sldLayoutId id="2147483790" r:id="rId6"/>
    <p:sldLayoutId id="2147483791" r:id="rId7"/>
    <p:sldLayoutId id="2147483792" r:id="rId8"/>
    <p:sldLayoutId id="2147483793" r:id="rId9"/>
    <p:sldLayoutId id="2147483794" r:id="rId10"/>
    <p:sldLayoutId id="2147483795" r:id="rId11"/>
    <p:sldLayoutId id="2147483796" r:id="rId12"/>
    <p:sldLayoutId id="2147483797" r:id="rId13"/>
    <p:sldLayoutId id="2147483798" r:id="rId14"/>
    <p:sldLayoutId id="2147483799" r:id="rId15"/>
    <p:sldLayoutId id="2147483800" r:id="rId16"/>
    <p:sldLayoutId id="2147483801" r:id="rId17"/>
    <p:sldLayoutId id="2147483802" r:id="rId18"/>
    <p:sldLayoutId id="2147483803" r:id="rId19"/>
    <p:sldLayoutId id="2147483804" r:id="rId20"/>
    <p:sldLayoutId id="2147483805" r:id="rId21"/>
    <p:sldLayoutId id="2147483806" r:id="rId2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7.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808" r:id="rId1"/>
    <p:sldLayoutId id="2147483809" r:id="rId2"/>
    <p:sldLayoutId id="2147483810" r:id="rId3"/>
    <p:sldLayoutId id="2147483811" r:id="rId4"/>
    <p:sldLayoutId id="2147483812" r:id="rId5"/>
    <p:sldLayoutId id="2147483813" r:id="rId6"/>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8.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815" r:id="rId1"/>
    <p:sldLayoutId id="2147483816" r:id="rId2"/>
    <p:sldLayoutId id="2147483817" r:id="rId3"/>
    <p:sldLayoutId id="2147483818" r:id="rId4"/>
    <p:sldLayoutId id="2147483819" r:id="rId5"/>
    <p:sldLayoutId id="2147483820" r:id="rId6"/>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9.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822" r:id="rId1"/>
    <p:sldLayoutId id="2147483823" r:id="rId2"/>
    <p:sldLayoutId id="2147483824" r:id="rId3"/>
    <p:sldLayoutId id="2147483825" r:id="rId4"/>
    <p:sldLayoutId id="2147483826" r:id="rId5"/>
    <p:sldLayoutId id="2147483827" r:id="rId6"/>
    <p:sldLayoutId id="2147483828" r:id="rId7"/>
    <p:sldLayoutId id="2147483829" r:id="rId8"/>
    <p:sldLayoutId id="2147483830" r:id="rId9"/>
    <p:sldLayoutId id="2147483831" r:id="rId10"/>
    <p:sldLayoutId id="2147483832" r:id="rId11"/>
    <p:sldLayoutId id="2147483833" r:id="rId12"/>
    <p:sldLayoutId id="2147483834" r:id="rId13"/>
    <p:sldLayoutId id="2147483835" r:id="rId14"/>
    <p:sldLayoutId id="2147483836" r:id="rId15"/>
    <p:sldLayoutId id="2147483837" r:id="rId16"/>
    <p:sldLayoutId id="2147483838" r:id="rId17"/>
    <p:sldLayoutId id="2147483839" r:id="rId18"/>
    <p:sldLayoutId id="2147483840" r:id="rId19"/>
    <p:sldLayoutId id="2147483841" r:id="rId20"/>
    <p:sldLayoutId id="2147483842" r:id="rId21"/>
    <p:sldLayoutId id="2147483843" r:id="rId2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0.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845" r:id="rId1"/>
    <p:sldLayoutId id="2147483846" r:id="rId2"/>
    <p:sldLayoutId id="2147483847" r:id="rId3"/>
    <p:sldLayoutId id="2147483848" r:id="rId4"/>
    <p:sldLayoutId id="2147483849" r:id="rId5"/>
    <p:sldLayoutId id="2147483850" r:id="rId6"/>
    <p:sldLayoutId id="2147483851" r:id="rId7"/>
    <p:sldLayoutId id="2147483852" r:id="rId8"/>
    <p:sldLayoutId id="2147483853" r:id="rId9"/>
    <p:sldLayoutId id="2147483854" r:id="rId10"/>
    <p:sldLayoutId id="2147483855" r:id="rId11"/>
    <p:sldLayoutId id="2147483856" r:id="rId12"/>
    <p:sldLayoutId id="2147483857" r:id="rId13"/>
    <p:sldLayoutId id="2147483858" r:id="rId14"/>
    <p:sldLayoutId id="2147483859" r:id="rId15"/>
    <p:sldLayoutId id="2147483860" r:id="rId16"/>
    <p:sldLayoutId id="2147483861" r:id="rId17"/>
    <p:sldLayoutId id="2147483862" r:id="rId18"/>
    <p:sldLayoutId id="2147483863" r:id="rId19"/>
    <p:sldLayoutId id="2147483864" r:id="rId20"/>
    <p:sldLayoutId id="2147483865" r:id="rId21"/>
    <p:sldLayoutId id="2147483866" r:id="rId2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6" name="Title Placeholder 1">
            <a:extLst>
              <a:ext uri="{FF2B5EF4-FFF2-40B4-BE49-F238E27FC236}">
                <a16:creationId xmlns:a16="http://schemas.microsoft.com/office/drawing/2014/main" id="{FEC718D6-8710-CD76-DCDE-A780129F2DCA}"/>
              </a:ext>
            </a:extLst>
          </p:cNvPr>
          <p:cNvSpPr>
            <a:spLocks noGrp="1"/>
          </p:cNvSpPr>
          <p:nvPr>
            <p:ph type="title"/>
          </p:nvPr>
        </p:nvSpPr>
        <p:spPr bwMode="auto">
          <a:xfrm>
            <a:off x="250582" y="132160"/>
            <a:ext cx="6913685" cy="657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NZ" altLang="en-US"/>
              <a:t>Click to edit Master title style</a:t>
            </a:r>
          </a:p>
        </p:txBody>
      </p:sp>
      <p:sp>
        <p:nvSpPr>
          <p:cNvPr id="1027" name="Text Placeholder 2">
            <a:extLst>
              <a:ext uri="{FF2B5EF4-FFF2-40B4-BE49-F238E27FC236}">
                <a16:creationId xmlns:a16="http://schemas.microsoft.com/office/drawing/2014/main" id="{2F1C2CCF-DA44-49EF-6E99-A2DAE0F9B309}"/>
              </a:ext>
            </a:extLst>
          </p:cNvPr>
          <p:cNvSpPr>
            <a:spLocks noGrp="1"/>
          </p:cNvSpPr>
          <p:nvPr>
            <p:ph type="body" idx="1"/>
          </p:nvPr>
        </p:nvSpPr>
        <p:spPr bwMode="auto">
          <a:xfrm>
            <a:off x="250582" y="951310"/>
            <a:ext cx="8642838" cy="35111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NZ" altLang="en-US"/>
              <a:t>Click to edit Master text styles</a:t>
            </a:r>
          </a:p>
          <a:p>
            <a:pPr lvl="1"/>
            <a:r>
              <a:rPr lang="en-NZ" altLang="en-US"/>
              <a:t>Second level</a:t>
            </a:r>
          </a:p>
          <a:p>
            <a:pPr lvl="2"/>
            <a:r>
              <a:rPr lang="en-NZ" altLang="en-US"/>
              <a:t>Third level</a:t>
            </a:r>
          </a:p>
          <a:p>
            <a:pPr lvl="3"/>
            <a:r>
              <a:rPr lang="en-NZ" altLang="en-US"/>
              <a:t>Fourth level</a:t>
            </a:r>
          </a:p>
          <a:p>
            <a:pPr lvl="4"/>
            <a:r>
              <a:rPr lang="en-NZ" altLang="en-US"/>
              <a:t>Fifth level</a:t>
            </a:r>
          </a:p>
        </p:txBody>
      </p:sp>
      <p:sp>
        <p:nvSpPr>
          <p:cNvPr id="5" name="Footer Placeholder 4">
            <a:extLst>
              <a:ext uri="{FF2B5EF4-FFF2-40B4-BE49-F238E27FC236}">
                <a16:creationId xmlns:a16="http://schemas.microsoft.com/office/drawing/2014/main" id="{FA83D3CD-BC68-C6F2-1146-F0FE6A6C777D}"/>
              </a:ext>
            </a:extLst>
          </p:cNvPr>
          <p:cNvSpPr>
            <a:spLocks noGrp="1"/>
          </p:cNvSpPr>
          <p:nvPr>
            <p:ph type="ftr" sz="quarter" idx="3"/>
          </p:nvPr>
        </p:nvSpPr>
        <p:spPr>
          <a:xfrm>
            <a:off x="3342543" y="4962525"/>
            <a:ext cx="2458915" cy="180975"/>
          </a:xfrm>
          <a:prstGeom prst="rect">
            <a:avLst/>
          </a:prstGeom>
        </p:spPr>
        <p:txBody>
          <a:bodyPr vert="horz" lIns="91440" tIns="45720" rIns="91440" bIns="45720" rtlCol="0" anchor="ctr"/>
          <a:lstStyle>
            <a:lvl1pPr algn="ctr" fontAlgn="auto">
              <a:spcBef>
                <a:spcPts val="0"/>
              </a:spcBef>
              <a:spcAft>
                <a:spcPts val="0"/>
              </a:spcAft>
              <a:defRPr kumimoji="0" lang="en-NZ" sz="600" b="1" i="0" u="none" strike="noStrike" kern="1200" cap="none" spc="0" normalizeH="0" baseline="0" noProof="0">
                <a:ln>
                  <a:noFill/>
                </a:ln>
                <a:solidFill>
                  <a:schemeClr val="tx1">
                    <a:lumMod val="50000"/>
                    <a:lumOff val="50000"/>
                  </a:schemeClr>
                </a:solidFill>
                <a:effectLst/>
                <a:uLnTx/>
                <a:uFillTx/>
                <a:latin typeface="Serrano Office" pitchFamily="2" charset="0"/>
                <a:ea typeface="+mn-ea"/>
                <a:cs typeface="Tahoma" pitchFamily="34" charset="0"/>
              </a:defRPr>
            </a:lvl1pPr>
          </a:lstStyle>
          <a:p>
            <a:pPr>
              <a:defRPr/>
            </a:pPr>
            <a:r>
              <a:t>Confidential – Internal BNZ Discussion Only</a:t>
            </a:r>
          </a:p>
        </p:txBody>
      </p:sp>
      <p:sp>
        <p:nvSpPr>
          <p:cNvPr id="6" name="Slide Number Placeholder 5">
            <a:extLst>
              <a:ext uri="{FF2B5EF4-FFF2-40B4-BE49-F238E27FC236}">
                <a16:creationId xmlns:a16="http://schemas.microsoft.com/office/drawing/2014/main" id="{4A8BD42D-21F4-20FB-CD53-CE541ED0C074}"/>
              </a:ext>
            </a:extLst>
          </p:cNvPr>
          <p:cNvSpPr>
            <a:spLocks noGrp="1"/>
          </p:cNvSpPr>
          <p:nvPr>
            <p:ph type="sldNum" sz="quarter" idx="4"/>
          </p:nvPr>
        </p:nvSpPr>
        <p:spPr>
          <a:xfrm>
            <a:off x="8102112" y="4962525"/>
            <a:ext cx="907073" cy="180975"/>
          </a:xfrm>
          <a:prstGeom prst="rect">
            <a:avLst/>
          </a:prstGeom>
        </p:spPr>
        <p:txBody>
          <a:bodyPr vert="horz" wrap="square" lIns="91440" tIns="45720" rIns="91440" bIns="45720" numCol="1" anchor="ctr" anchorCtr="0" compatLnSpc="1">
            <a:prstTxWarp prst="textNoShape">
              <a:avLst/>
            </a:prstTxWarp>
          </a:bodyPr>
          <a:lstStyle>
            <a:lvl1pPr algn="r">
              <a:defRPr sz="600" b="1">
                <a:solidFill>
                  <a:srgbClr val="002060"/>
                </a:solidFill>
                <a:latin typeface="Serrano Office" pitchFamily="2" charset="0"/>
                <a:cs typeface="Tahoma" panose="020B0604030504040204" pitchFamily="34" charset="0"/>
              </a:defRPr>
            </a:lvl1pPr>
          </a:lstStyle>
          <a:p>
            <a:fld id="{3700C479-AE71-4420-8289-89A1C35041AC}" type="slidenum">
              <a:rPr lang="en-NZ" altLang="en-US"/>
              <a:pPr/>
              <a:t>‹#›</a:t>
            </a:fld>
            <a:endParaRPr lang="en-NZ" altLang="en-US"/>
          </a:p>
        </p:txBody>
      </p:sp>
      <p:pic>
        <p:nvPicPr>
          <p:cNvPr id="1030" name="Picture 46" descr="bnz-logo-rgb-pos">
            <a:extLst>
              <a:ext uri="{FF2B5EF4-FFF2-40B4-BE49-F238E27FC236}">
                <a16:creationId xmlns:a16="http://schemas.microsoft.com/office/drawing/2014/main" id="{65C2D431-A52A-8CE5-26FE-1F6B90BD8719}"/>
              </a:ext>
            </a:extLst>
          </p:cNvPr>
          <p:cNvPicPr>
            <a:picLocks noChangeAspect="1" noChangeArrowheads="1"/>
          </p:cNvPicPr>
          <p:nvPr/>
        </p:nvPicPr>
        <p:blipFill>
          <a:blip r:embed="rId31">
            <a:extLst>
              <a:ext uri="{28A0092B-C50C-407E-A947-70E740481C1C}">
                <a14:useLocalDpi xmlns:a14="http://schemas.microsoft.com/office/drawing/2010/main" val="0"/>
              </a:ext>
            </a:extLst>
          </a:blip>
          <a:srcRect/>
          <a:stretch>
            <a:fillRect/>
          </a:stretch>
        </p:blipFill>
        <p:spPr bwMode="auto">
          <a:xfrm>
            <a:off x="7592159" y="132160"/>
            <a:ext cx="1367203" cy="5405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4082783494"/>
      </p:ext>
    </p:extLst>
  </p:cSld>
  <p:clrMap bg1="lt1" tx1="dk1" bg2="lt2" tx2="dk2" accent1="accent1" accent2="accent2" accent3="accent3" accent4="accent4" accent5="accent5" accent6="accent6" hlink="hlink" folHlink="folHlink"/>
  <p:sldLayoutIdLst>
    <p:sldLayoutId id="2147483870" r:id="rId1"/>
    <p:sldLayoutId id="2147483871" r:id="rId2"/>
    <p:sldLayoutId id="2147483872" r:id="rId3"/>
    <p:sldLayoutId id="2147483873" r:id="rId4"/>
    <p:sldLayoutId id="2147483874" r:id="rId5"/>
    <p:sldLayoutId id="2147483875" r:id="rId6"/>
    <p:sldLayoutId id="2147483876" r:id="rId7"/>
    <p:sldLayoutId id="2147483877" r:id="rId8"/>
    <p:sldLayoutId id="2147483878" r:id="rId9"/>
    <p:sldLayoutId id="2147483879" r:id="rId10"/>
    <p:sldLayoutId id="2147483880" r:id="rId11"/>
    <p:sldLayoutId id="2147483881" r:id="rId12"/>
    <p:sldLayoutId id="2147483882" r:id="rId13"/>
    <p:sldLayoutId id="2147483883" r:id="rId14"/>
    <p:sldLayoutId id="2147483884" r:id="rId15"/>
    <p:sldLayoutId id="2147483885" r:id="rId16"/>
    <p:sldLayoutId id="2147483886" r:id="rId17"/>
    <p:sldLayoutId id="2147483887" r:id="rId18"/>
    <p:sldLayoutId id="2147483888" r:id="rId19"/>
    <p:sldLayoutId id="2147483889" r:id="rId20"/>
    <p:sldLayoutId id="2147483890" r:id="rId21"/>
    <p:sldLayoutId id="2147483891" r:id="rId22"/>
    <p:sldLayoutId id="2147483892" r:id="rId23"/>
    <p:sldLayoutId id="2147483893" r:id="rId24"/>
    <p:sldLayoutId id="2147483894" r:id="rId25"/>
    <p:sldLayoutId id="2147483895" r:id="rId26"/>
    <p:sldLayoutId id="2147483896" r:id="rId27"/>
    <p:sldLayoutId id="2147483897" r:id="rId28"/>
    <p:sldLayoutId id="2147483898" r:id="rId29"/>
  </p:sldLayoutIdLst>
  <p:hf hdr="0" dt="0"/>
  <p:txStyles>
    <p:titleStyle>
      <a:lvl1pPr algn="l" rtl="0" eaLnBrk="0" fontAlgn="base" hangingPunct="0">
        <a:spcBef>
          <a:spcPct val="0"/>
        </a:spcBef>
        <a:spcAft>
          <a:spcPct val="0"/>
        </a:spcAft>
        <a:defRPr sz="1500" b="1" kern="1200">
          <a:solidFill>
            <a:schemeClr val="tx2"/>
          </a:solidFill>
          <a:latin typeface="Arial" pitchFamily="34" charset="0"/>
          <a:ea typeface="+mj-ea"/>
          <a:cs typeface="Arial" pitchFamily="34" charset="0"/>
        </a:defRPr>
      </a:lvl1pPr>
      <a:lvl2pPr algn="l" rtl="0" eaLnBrk="0" fontAlgn="base" hangingPunct="0">
        <a:spcBef>
          <a:spcPct val="0"/>
        </a:spcBef>
        <a:spcAft>
          <a:spcPct val="0"/>
        </a:spcAft>
        <a:defRPr sz="1500" b="1">
          <a:solidFill>
            <a:schemeClr val="tx2"/>
          </a:solidFill>
          <a:latin typeface="Arial" charset="0"/>
          <a:cs typeface="Arial" charset="0"/>
        </a:defRPr>
      </a:lvl2pPr>
      <a:lvl3pPr algn="l" rtl="0" eaLnBrk="0" fontAlgn="base" hangingPunct="0">
        <a:spcBef>
          <a:spcPct val="0"/>
        </a:spcBef>
        <a:spcAft>
          <a:spcPct val="0"/>
        </a:spcAft>
        <a:defRPr sz="1500" b="1">
          <a:solidFill>
            <a:schemeClr val="tx2"/>
          </a:solidFill>
          <a:latin typeface="Arial" charset="0"/>
          <a:cs typeface="Arial" charset="0"/>
        </a:defRPr>
      </a:lvl3pPr>
      <a:lvl4pPr algn="l" rtl="0" eaLnBrk="0" fontAlgn="base" hangingPunct="0">
        <a:spcBef>
          <a:spcPct val="0"/>
        </a:spcBef>
        <a:spcAft>
          <a:spcPct val="0"/>
        </a:spcAft>
        <a:defRPr sz="1500" b="1">
          <a:solidFill>
            <a:schemeClr val="tx2"/>
          </a:solidFill>
          <a:latin typeface="Arial" charset="0"/>
          <a:cs typeface="Arial" charset="0"/>
        </a:defRPr>
      </a:lvl4pPr>
      <a:lvl5pPr algn="l" rtl="0" eaLnBrk="0" fontAlgn="base" hangingPunct="0">
        <a:spcBef>
          <a:spcPct val="0"/>
        </a:spcBef>
        <a:spcAft>
          <a:spcPct val="0"/>
        </a:spcAft>
        <a:defRPr sz="1500" b="1">
          <a:solidFill>
            <a:schemeClr val="tx2"/>
          </a:solidFill>
          <a:latin typeface="Arial" charset="0"/>
          <a:cs typeface="Arial" charset="0"/>
        </a:defRPr>
      </a:lvl5pPr>
      <a:lvl6pPr marL="342900" algn="l" rtl="0" fontAlgn="base">
        <a:spcBef>
          <a:spcPct val="0"/>
        </a:spcBef>
        <a:spcAft>
          <a:spcPct val="0"/>
        </a:spcAft>
        <a:defRPr sz="1500" b="1">
          <a:solidFill>
            <a:srgbClr val="002060"/>
          </a:solidFill>
          <a:latin typeface="Trebuchet MS" pitchFamily="34" charset="0"/>
          <a:cs typeface="Tahoma" pitchFamily="34" charset="0"/>
        </a:defRPr>
      </a:lvl6pPr>
      <a:lvl7pPr marL="685800" algn="l" rtl="0" fontAlgn="base">
        <a:spcBef>
          <a:spcPct val="0"/>
        </a:spcBef>
        <a:spcAft>
          <a:spcPct val="0"/>
        </a:spcAft>
        <a:defRPr sz="1500" b="1">
          <a:solidFill>
            <a:srgbClr val="002060"/>
          </a:solidFill>
          <a:latin typeface="Trebuchet MS" pitchFamily="34" charset="0"/>
          <a:cs typeface="Tahoma" pitchFamily="34" charset="0"/>
        </a:defRPr>
      </a:lvl7pPr>
      <a:lvl8pPr marL="1028700" algn="l" rtl="0" fontAlgn="base">
        <a:spcBef>
          <a:spcPct val="0"/>
        </a:spcBef>
        <a:spcAft>
          <a:spcPct val="0"/>
        </a:spcAft>
        <a:defRPr sz="1500" b="1">
          <a:solidFill>
            <a:srgbClr val="002060"/>
          </a:solidFill>
          <a:latin typeface="Trebuchet MS" pitchFamily="34" charset="0"/>
          <a:cs typeface="Tahoma" pitchFamily="34" charset="0"/>
        </a:defRPr>
      </a:lvl8pPr>
      <a:lvl9pPr marL="1371600" algn="l" rtl="0" fontAlgn="base">
        <a:spcBef>
          <a:spcPct val="0"/>
        </a:spcBef>
        <a:spcAft>
          <a:spcPct val="0"/>
        </a:spcAft>
        <a:defRPr sz="1500" b="1">
          <a:solidFill>
            <a:srgbClr val="002060"/>
          </a:solidFill>
          <a:latin typeface="Trebuchet MS" pitchFamily="34" charset="0"/>
          <a:cs typeface="Tahoma" pitchFamily="34" charset="0"/>
        </a:defRPr>
      </a:lvl9pPr>
    </p:titleStyle>
    <p:bodyStyle>
      <a:lvl1pPr algn="l" rtl="0" eaLnBrk="0" fontAlgn="base" hangingPunct="0">
        <a:lnSpc>
          <a:spcPct val="120000"/>
        </a:lnSpc>
        <a:spcBef>
          <a:spcPts val="75"/>
        </a:spcBef>
        <a:spcAft>
          <a:spcPct val="0"/>
        </a:spcAft>
        <a:buFont typeface="Wingdings" panose="05000000000000000000" pitchFamily="2" charset="2"/>
        <a:defRPr sz="1200" kern="1200">
          <a:solidFill>
            <a:schemeClr val="tx1"/>
          </a:solidFill>
          <a:latin typeface="Arial" pitchFamily="34" charset="0"/>
          <a:ea typeface="+mn-ea"/>
          <a:cs typeface="Arial" pitchFamily="34" charset="0"/>
        </a:defRPr>
      </a:lvl1pPr>
      <a:lvl2pPr marL="202406" indent="-202406" algn="l" rtl="0" eaLnBrk="0" fontAlgn="base" hangingPunct="0">
        <a:lnSpc>
          <a:spcPct val="120000"/>
        </a:lnSpc>
        <a:spcBef>
          <a:spcPts val="75"/>
        </a:spcBef>
        <a:spcAft>
          <a:spcPct val="0"/>
        </a:spcAft>
        <a:buFont typeface="Serrano Office" pitchFamily="2" charset="0"/>
        <a:buChar char="›"/>
        <a:defRPr sz="1200" kern="1200">
          <a:solidFill>
            <a:schemeClr val="tx1"/>
          </a:solidFill>
          <a:latin typeface="Arial" pitchFamily="34" charset="0"/>
          <a:ea typeface="+mn-ea"/>
          <a:cs typeface="Arial" pitchFamily="34" charset="0"/>
        </a:defRPr>
      </a:lvl2pPr>
      <a:lvl3pPr marL="404813" indent="-202406" algn="l" rtl="0" eaLnBrk="0" fontAlgn="base" hangingPunct="0">
        <a:lnSpc>
          <a:spcPct val="120000"/>
        </a:lnSpc>
        <a:spcBef>
          <a:spcPts val="75"/>
        </a:spcBef>
        <a:spcAft>
          <a:spcPct val="0"/>
        </a:spcAft>
        <a:buFont typeface="Serrano Office" pitchFamily="2" charset="0"/>
        <a:buChar char="›"/>
        <a:defRPr sz="1050" kern="1200">
          <a:solidFill>
            <a:schemeClr val="tx1"/>
          </a:solidFill>
          <a:latin typeface="Arial" pitchFamily="34" charset="0"/>
          <a:ea typeface="+mn-ea"/>
          <a:cs typeface="Arial" pitchFamily="34" charset="0"/>
        </a:defRPr>
      </a:lvl3pPr>
      <a:lvl4pPr marL="607219" indent="-202406" algn="l" rtl="0" eaLnBrk="0" fontAlgn="base" hangingPunct="0">
        <a:lnSpc>
          <a:spcPct val="120000"/>
        </a:lnSpc>
        <a:spcBef>
          <a:spcPts val="75"/>
        </a:spcBef>
        <a:spcAft>
          <a:spcPct val="0"/>
        </a:spcAft>
        <a:buFont typeface="Arial" panose="020B0604020202020204" pitchFamily="34" charset="0"/>
        <a:buChar char="›"/>
        <a:defRPr sz="1050" kern="1200">
          <a:solidFill>
            <a:schemeClr val="tx1"/>
          </a:solidFill>
          <a:latin typeface="Arial" pitchFamily="34" charset="0"/>
          <a:ea typeface="+mn-ea"/>
          <a:cs typeface="Arial" pitchFamily="34" charset="0"/>
        </a:defRPr>
      </a:lvl4pPr>
      <a:lvl5pPr marL="809625" indent="-203597" algn="l" rtl="0" eaLnBrk="0" fontAlgn="base" hangingPunct="0">
        <a:lnSpc>
          <a:spcPct val="120000"/>
        </a:lnSpc>
        <a:spcBef>
          <a:spcPts val="75"/>
        </a:spcBef>
        <a:spcAft>
          <a:spcPct val="0"/>
        </a:spcAft>
        <a:buFont typeface="Arial" panose="020B0604020202020204" pitchFamily="34" charset="0"/>
        <a:buChar char="›"/>
        <a:defRPr sz="900" kern="1200">
          <a:solidFill>
            <a:schemeClr val="tx1"/>
          </a:solidFill>
          <a:latin typeface="Arial" pitchFamily="34" charset="0"/>
          <a:ea typeface="+mn-ea"/>
          <a:cs typeface="Arial" pitchFamily="34" charset="0"/>
        </a:defRPr>
      </a:lvl5pPr>
      <a:lvl6pPr marL="18859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6pPr>
      <a:lvl7pPr marL="22288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7pPr>
      <a:lvl8pPr marL="25717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8pPr>
      <a:lvl9pPr marL="29146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66.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66.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66.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66.xml"/></Relationships>
</file>

<file path=ppt/slides/_rels/slide5.xml.rels><?xml version="1.0" encoding="UTF-8" standalone="yes"?>
<Relationships xmlns="http://schemas.openxmlformats.org/package/2006/relationships"><Relationship Id="rId2" Type="http://schemas.openxmlformats.org/officeDocument/2006/relationships/hyperlink" Target="https://app.ap-southeast-2.privatelink.snowflakecomputing.com/bnz/dap_preprod_aws/#/finops-dashboard-dO4AjCP4N" TargetMode="External"/><Relationship Id="rId1" Type="http://schemas.openxmlformats.org/officeDocument/2006/relationships/slideLayout" Target="../slideLayouts/slideLayout166.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6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6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66.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66.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66.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66.xml"/></Relationships>
</file>

<file path=ppt/slides/_rels/slide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66.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66.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66.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66.xml"/></Relationships>
</file>

<file path=ppt/slides/_rels/slide16.xml.rels><?xml version="1.0" encoding="UTF-8" standalone="yes"?>
<Relationships xmlns="http://schemas.openxmlformats.org/package/2006/relationships"><Relationship Id="rId2" Type="http://schemas.openxmlformats.org/officeDocument/2006/relationships/hyperlink" Target="https://app.ap-southeast-2.privatelink.snowflakecomputing.com/bnz/dap_preprod_aws/#/finops-dashboard-dO4AjCP4N" TargetMode="External"/><Relationship Id="rId1" Type="http://schemas.openxmlformats.org/officeDocument/2006/relationships/slideLayout" Target="../slideLayouts/slideLayout16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66.xml"/></Relationships>
</file>

<file path=ppt/slides/_rels/slide18.xml.rels><?xml version="1.0" encoding="UTF-8" standalone="yes"?>
<Relationships xmlns="http://schemas.openxmlformats.org/package/2006/relationships"><Relationship Id="rId3" Type="http://schemas.openxmlformats.org/officeDocument/2006/relationships/hyperlink" Target="https://confluence.nz.thenational.com/spaces/BAI/pages/1995278440/Row+Access+Policy+Design+Document" TargetMode="External"/><Relationship Id="rId2" Type="http://schemas.openxmlformats.org/officeDocument/2006/relationships/hyperlink" Target="https://confluence.nz.thenational.com/spaces/BAI/pages/2007668201/WIP+FinOps+Design" TargetMode="External"/><Relationship Id="rId1" Type="http://schemas.openxmlformats.org/officeDocument/2006/relationships/slideLayout" Target="../slideLayouts/slideLayout166.xml"/><Relationship Id="rId4" Type="http://schemas.openxmlformats.org/officeDocument/2006/relationships/hyperlink" Target="https://confluence.nz.thenational.com/spaces/BAI/pages/1606193437/BDH+DLD+-Audit+Logging+Mechanism+Solution" TargetMode="Externa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66.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6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68D71F04-B5C7-CD6E-DF53-08CFFB811BBD}"/>
              </a:ext>
            </a:extLst>
          </p:cNvPr>
          <p:cNvSpPr>
            <a:spLocks noGrp="1"/>
          </p:cNvSpPr>
          <p:nvPr>
            <p:ph type="ftr" sz="quarter" idx="10"/>
          </p:nvPr>
        </p:nvSpPr>
        <p:spPr/>
        <p:txBody>
          <a:bodyPr/>
          <a:lstStyle/>
          <a:p>
            <a:pPr defTabSz="685800">
              <a:defRPr/>
            </a:pPr>
            <a:r>
              <a:rPr lang="en-US">
                <a:solidFill>
                  <a:srgbClr val="202020">
                    <a:lumMod val="50000"/>
                    <a:lumOff val="50000"/>
                  </a:srgbClr>
                </a:solidFill>
              </a:rPr>
              <a:t>Confidential – Internal BNZ Discussion Only</a:t>
            </a:r>
          </a:p>
        </p:txBody>
      </p:sp>
      <p:sp>
        <p:nvSpPr>
          <p:cNvPr id="4" name="Slide Number Placeholder 3">
            <a:extLst>
              <a:ext uri="{FF2B5EF4-FFF2-40B4-BE49-F238E27FC236}">
                <a16:creationId xmlns:a16="http://schemas.microsoft.com/office/drawing/2014/main" id="{397BD1A4-C285-B149-739E-DED7C92B15CF}"/>
              </a:ext>
            </a:extLst>
          </p:cNvPr>
          <p:cNvSpPr>
            <a:spLocks noGrp="1"/>
          </p:cNvSpPr>
          <p:nvPr>
            <p:ph type="sldNum" sz="quarter" idx="11"/>
          </p:nvPr>
        </p:nvSpPr>
        <p:spPr/>
        <p:txBody>
          <a:bodyPr/>
          <a:lstStyle/>
          <a:p>
            <a:pPr defTabSz="685800" fontAlgn="base">
              <a:spcBef>
                <a:spcPct val="0"/>
              </a:spcBef>
              <a:spcAft>
                <a:spcPct val="0"/>
              </a:spcAft>
            </a:pPr>
            <a:fld id="{BB75A05E-A768-448D-89EA-D79CB42F5018}" type="slidenum">
              <a:rPr lang="en-NZ" altLang="en-US"/>
              <a:pPr defTabSz="685800" fontAlgn="base">
                <a:spcBef>
                  <a:spcPct val="0"/>
                </a:spcBef>
                <a:spcAft>
                  <a:spcPct val="0"/>
                </a:spcAft>
              </a:pPr>
              <a:t>1</a:t>
            </a:fld>
            <a:endParaRPr lang="en-NZ" altLang="en-US"/>
          </a:p>
        </p:txBody>
      </p:sp>
      <p:sp>
        <p:nvSpPr>
          <p:cNvPr id="5" name="PlaceHolder 1">
            <a:extLst>
              <a:ext uri="{FF2B5EF4-FFF2-40B4-BE49-F238E27FC236}">
                <a16:creationId xmlns:a16="http://schemas.microsoft.com/office/drawing/2014/main" id="{1A64E1B3-0165-5907-037B-7B991A874772}"/>
              </a:ext>
            </a:extLst>
          </p:cNvPr>
          <p:cNvSpPr txBox="1">
            <a:spLocks/>
          </p:cNvSpPr>
          <p:nvPr/>
        </p:nvSpPr>
        <p:spPr bwMode="auto">
          <a:xfrm>
            <a:off x="1028701" y="828630"/>
            <a:ext cx="6222206" cy="1235520"/>
          </a:xfrm>
          <a:prstGeom prst="rect">
            <a:avLst/>
          </a:prstGeom>
          <a:noFill/>
          <a:ln w="0">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68580" tIns="68580" rIns="68580" bIns="68580" numCol="1" anchor="b" anchorCtr="0" compatLnSpc="1">
            <a:prstTxWarp prst="textNoShape">
              <a:avLst/>
            </a:prstTxWarp>
            <a:normAutofit/>
          </a:bodyPr>
          <a:lstStyle>
            <a:lvl1pPr algn="l" rtl="0" eaLnBrk="0" fontAlgn="base" hangingPunct="0">
              <a:spcBef>
                <a:spcPct val="0"/>
              </a:spcBef>
              <a:spcAft>
                <a:spcPct val="0"/>
              </a:spcAft>
              <a:defRPr sz="2000" b="1" kern="1200">
                <a:solidFill>
                  <a:schemeClr val="tx2"/>
                </a:solidFill>
                <a:latin typeface="Arial" pitchFamily="34" charset="0"/>
                <a:ea typeface="+mj-ea"/>
                <a:cs typeface="Arial" pitchFamily="34" charset="0"/>
              </a:defRPr>
            </a:lvl1pPr>
            <a:lvl2pPr algn="l" rtl="0" eaLnBrk="0" fontAlgn="base" hangingPunct="0">
              <a:spcBef>
                <a:spcPct val="0"/>
              </a:spcBef>
              <a:spcAft>
                <a:spcPct val="0"/>
              </a:spcAft>
              <a:defRPr sz="2000" b="1">
                <a:solidFill>
                  <a:schemeClr val="tx2"/>
                </a:solidFill>
                <a:latin typeface="Arial" charset="0"/>
                <a:cs typeface="Arial" charset="0"/>
              </a:defRPr>
            </a:lvl2pPr>
            <a:lvl3pPr algn="l" rtl="0" eaLnBrk="0" fontAlgn="base" hangingPunct="0">
              <a:spcBef>
                <a:spcPct val="0"/>
              </a:spcBef>
              <a:spcAft>
                <a:spcPct val="0"/>
              </a:spcAft>
              <a:defRPr sz="2000" b="1">
                <a:solidFill>
                  <a:schemeClr val="tx2"/>
                </a:solidFill>
                <a:latin typeface="Arial" charset="0"/>
                <a:cs typeface="Arial" charset="0"/>
              </a:defRPr>
            </a:lvl3pPr>
            <a:lvl4pPr algn="l" rtl="0" eaLnBrk="0" fontAlgn="base" hangingPunct="0">
              <a:spcBef>
                <a:spcPct val="0"/>
              </a:spcBef>
              <a:spcAft>
                <a:spcPct val="0"/>
              </a:spcAft>
              <a:defRPr sz="2000" b="1">
                <a:solidFill>
                  <a:schemeClr val="tx2"/>
                </a:solidFill>
                <a:latin typeface="Arial" charset="0"/>
                <a:cs typeface="Arial" charset="0"/>
              </a:defRPr>
            </a:lvl4pPr>
            <a:lvl5pPr algn="l" rtl="0" eaLnBrk="0" fontAlgn="base" hangingPunct="0">
              <a:spcBef>
                <a:spcPct val="0"/>
              </a:spcBef>
              <a:spcAft>
                <a:spcPct val="0"/>
              </a:spcAft>
              <a:defRPr sz="2000" b="1">
                <a:solidFill>
                  <a:schemeClr val="tx2"/>
                </a:solidFill>
                <a:latin typeface="Arial" charset="0"/>
                <a:cs typeface="Arial" charset="0"/>
              </a:defRPr>
            </a:lvl5pPr>
            <a:lvl6pPr marL="457200" algn="l" rtl="0" fontAlgn="base">
              <a:spcBef>
                <a:spcPct val="0"/>
              </a:spcBef>
              <a:spcAft>
                <a:spcPct val="0"/>
              </a:spcAft>
              <a:defRPr sz="2000" b="1">
                <a:solidFill>
                  <a:srgbClr val="002060"/>
                </a:solidFill>
                <a:latin typeface="Trebuchet MS" pitchFamily="34" charset="0"/>
                <a:cs typeface="Tahoma" pitchFamily="34" charset="0"/>
              </a:defRPr>
            </a:lvl6pPr>
            <a:lvl7pPr marL="914400" algn="l" rtl="0" fontAlgn="base">
              <a:spcBef>
                <a:spcPct val="0"/>
              </a:spcBef>
              <a:spcAft>
                <a:spcPct val="0"/>
              </a:spcAft>
              <a:defRPr sz="2000" b="1">
                <a:solidFill>
                  <a:srgbClr val="002060"/>
                </a:solidFill>
                <a:latin typeface="Trebuchet MS" pitchFamily="34" charset="0"/>
                <a:cs typeface="Tahoma" pitchFamily="34" charset="0"/>
              </a:defRPr>
            </a:lvl7pPr>
            <a:lvl8pPr marL="1371600" algn="l" rtl="0" fontAlgn="base">
              <a:spcBef>
                <a:spcPct val="0"/>
              </a:spcBef>
              <a:spcAft>
                <a:spcPct val="0"/>
              </a:spcAft>
              <a:defRPr sz="2000" b="1">
                <a:solidFill>
                  <a:srgbClr val="002060"/>
                </a:solidFill>
                <a:latin typeface="Trebuchet MS" pitchFamily="34" charset="0"/>
                <a:cs typeface="Tahoma" pitchFamily="34" charset="0"/>
              </a:defRPr>
            </a:lvl8pPr>
            <a:lvl9pPr marL="1828800" algn="l" rtl="0" fontAlgn="base">
              <a:spcBef>
                <a:spcPct val="0"/>
              </a:spcBef>
              <a:spcAft>
                <a:spcPct val="0"/>
              </a:spcAft>
              <a:defRPr sz="2000" b="1">
                <a:solidFill>
                  <a:srgbClr val="002060"/>
                </a:solidFill>
                <a:latin typeface="Trebuchet MS" pitchFamily="34" charset="0"/>
                <a:cs typeface="Tahoma" pitchFamily="34" charset="0"/>
              </a:defRPr>
            </a:lvl9pPr>
          </a:lstStyle>
          <a:p>
            <a:pPr algn="r" defTabSz="685800">
              <a:tabLst>
                <a:tab pos="0" algn="l"/>
              </a:tabLst>
            </a:pPr>
            <a:r>
              <a:rPr lang="en-US" sz="3375" b="0" dirty="0">
                <a:solidFill>
                  <a:srgbClr val="202020"/>
                </a:solidFill>
                <a:latin typeface="+mj-lt"/>
                <a:ea typeface="Calibri Light" panose="020F0302020204030204" pitchFamily="34" charset="0"/>
                <a:cs typeface="Calibri Light" panose="020F0302020204030204" pitchFamily="34" charset="0"/>
              </a:rPr>
              <a:t>FinOps</a:t>
            </a:r>
            <a:r>
              <a:rPr lang="en-US" sz="3375" b="0" dirty="0">
                <a:solidFill>
                  <a:srgbClr val="202020"/>
                </a:solidFill>
                <a:latin typeface="Calibri Light" panose="020F0302020204030204" pitchFamily="34" charset="0"/>
                <a:ea typeface="Calibri Light" panose="020F0302020204030204" pitchFamily="34" charset="0"/>
                <a:cs typeface="Calibri Light" panose="020F0302020204030204" pitchFamily="34" charset="0"/>
              </a:rPr>
              <a:t> </a:t>
            </a:r>
            <a:r>
              <a:rPr lang="en-US" sz="3375" b="0" dirty="0">
                <a:solidFill>
                  <a:srgbClr val="202020"/>
                </a:solidFill>
                <a:latin typeface="+mj-lt"/>
                <a:ea typeface="Calibri Light" panose="020F0302020204030204" pitchFamily="34" charset="0"/>
                <a:cs typeface="Calibri Light" panose="020F0302020204030204" pitchFamily="34" charset="0"/>
              </a:rPr>
              <a:t>Implementation</a:t>
            </a:r>
            <a:r>
              <a:rPr lang="en-US" sz="3375" b="0" dirty="0">
                <a:solidFill>
                  <a:srgbClr val="202020"/>
                </a:solidFill>
                <a:latin typeface="Calibri Light" panose="020F0302020204030204" pitchFamily="34" charset="0"/>
                <a:ea typeface="Calibri Light" panose="020F0302020204030204" pitchFamily="34" charset="0"/>
                <a:cs typeface="Calibri Light" panose="020F0302020204030204" pitchFamily="34" charset="0"/>
              </a:rPr>
              <a:t>    </a:t>
            </a:r>
            <a:endParaRPr lang="fr-FR" sz="3375" b="0" dirty="0">
              <a:solidFill>
                <a:srgbClr val="202020"/>
              </a:solidFill>
              <a:latin typeface="Calibri Light" panose="020F0302020204030204" pitchFamily="34" charset="0"/>
              <a:ea typeface="Calibri Light" panose="020F0302020204030204" pitchFamily="34" charset="0"/>
              <a:cs typeface="Calibri Light" panose="020F0302020204030204" pitchFamily="34" charset="0"/>
            </a:endParaRPr>
          </a:p>
        </p:txBody>
      </p:sp>
      <p:sp>
        <p:nvSpPr>
          <p:cNvPr id="6" name="PlaceHolder 2">
            <a:extLst>
              <a:ext uri="{FF2B5EF4-FFF2-40B4-BE49-F238E27FC236}">
                <a16:creationId xmlns:a16="http://schemas.microsoft.com/office/drawing/2014/main" id="{3030467A-9263-E60F-FFAC-2E17EBCB600C}"/>
              </a:ext>
            </a:extLst>
          </p:cNvPr>
          <p:cNvSpPr txBox="1">
            <a:spLocks/>
          </p:cNvSpPr>
          <p:nvPr/>
        </p:nvSpPr>
        <p:spPr bwMode="auto">
          <a:xfrm>
            <a:off x="1028700" y="2378970"/>
            <a:ext cx="2207250" cy="1307070"/>
          </a:xfrm>
          <a:prstGeom prst="rect">
            <a:avLst/>
          </a:prstGeom>
          <a:noFill/>
          <a:ln w="0">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68580" tIns="68580" rIns="68580" bIns="68580" numCol="1" anchor="t" anchorCtr="0" compatLnSpc="1">
            <a:prstTxWarp prst="textNoShape">
              <a:avLst/>
            </a:prstTxWarp>
            <a:normAutofit/>
          </a:bodyPr>
          <a:lstStyle>
            <a:lvl1pPr algn="l" rtl="0" eaLnBrk="0" fontAlgn="base" hangingPunct="0">
              <a:spcBef>
                <a:spcPct val="0"/>
              </a:spcBef>
              <a:spcAft>
                <a:spcPct val="0"/>
              </a:spcAft>
              <a:defRPr sz="2000" b="1" kern="1200">
                <a:solidFill>
                  <a:schemeClr val="tx2"/>
                </a:solidFill>
                <a:latin typeface="Arial" pitchFamily="34" charset="0"/>
                <a:ea typeface="+mj-ea"/>
                <a:cs typeface="Arial" pitchFamily="34" charset="0"/>
              </a:defRPr>
            </a:lvl1pPr>
            <a:lvl2pPr algn="l" rtl="0" eaLnBrk="0" fontAlgn="base" hangingPunct="0">
              <a:spcBef>
                <a:spcPct val="0"/>
              </a:spcBef>
              <a:spcAft>
                <a:spcPct val="0"/>
              </a:spcAft>
              <a:defRPr sz="2000" b="1">
                <a:solidFill>
                  <a:schemeClr val="tx2"/>
                </a:solidFill>
                <a:latin typeface="Arial" charset="0"/>
                <a:cs typeface="Arial" charset="0"/>
              </a:defRPr>
            </a:lvl2pPr>
            <a:lvl3pPr algn="l" rtl="0" eaLnBrk="0" fontAlgn="base" hangingPunct="0">
              <a:spcBef>
                <a:spcPct val="0"/>
              </a:spcBef>
              <a:spcAft>
                <a:spcPct val="0"/>
              </a:spcAft>
              <a:defRPr sz="2000" b="1">
                <a:solidFill>
                  <a:schemeClr val="tx2"/>
                </a:solidFill>
                <a:latin typeface="Arial" charset="0"/>
                <a:cs typeface="Arial" charset="0"/>
              </a:defRPr>
            </a:lvl3pPr>
            <a:lvl4pPr algn="l" rtl="0" eaLnBrk="0" fontAlgn="base" hangingPunct="0">
              <a:spcBef>
                <a:spcPct val="0"/>
              </a:spcBef>
              <a:spcAft>
                <a:spcPct val="0"/>
              </a:spcAft>
              <a:defRPr sz="2000" b="1">
                <a:solidFill>
                  <a:schemeClr val="tx2"/>
                </a:solidFill>
                <a:latin typeface="Arial" charset="0"/>
                <a:cs typeface="Arial" charset="0"/>
              </a:defRPr>
            </a:lvl4pPr>
            <a:lvl5pPr algn="l" rtl="0" eaLnBrk="0" fontAlgn="base" hangingPunct="0">
              <a:spcBef>
                <a:spcPct val="0"/>
              </a:spcBef>
              <a:spcAft>
                <a:spcPct val="0"/>
              </a:spcAft>
              <a:defRPr sz="2000" b="1">
                <a:solidFill>
                  <a:schemeClr val="tx2"/>
                </a:solidFill>
                <a:latin typeface="Arial" charset="0"/>
                <a:cs typeface="Arial" charset="0"/>
              </a:defRPr>
            </a:lvl5pPr>
            <a:lvl6pPr marL="457200" algn="l" rtl="0" fontAlgn="base">
              <a:spcBef>
                <a:spcPct val="0"/>
              </a:spcBef>
              <a:spcAft>
                <a:spcPct val="0"/>
              </a:spcAft>
              <a:defRPr sz="2000" b="1">
                <a:solidFill>
                  <a:srgbClr val="002060"/>
                </a:solidFill>
                <a:latin typeface="Trebuchet MS" pitchFamily="34" charset="0"/>
                <a:cs typeface="Tahoma" pitchFamily="34" charset="0"/>
              </a:defRPr>
            </a:lvl6pPr>
            <a:lvl7pPr marL="914400" algn="l" rtl="0" fontAlgn="base">
              <a:spcBef>
                <a:spcPct val="0"/>
              </a:spcBef>
              <a:spcAft>
                <a:spcPct val="0"/>
              </a:spcAft>
              <a:defRPr sz="2000" b="1">
                <a:solidFill>
                  <a:srgbClr val="002060"/>
                </a:solidFill>
                <a:latin typeface="Trebuchet MS" pitchFamily="34" charset="0"/>
                <a:cs typeface="Tahoma" pitchFamily="34" charset="0"/>
              </a:defRPr>
            </a:lvl7pPr>
            <a:lvl8pPr marL="1371600" algn="l" rtl="0" fontAlgn="base">
              <a:spcBef>
                <a:spcPct val="0"/>
              </a:spcBef>
              <a:spcAft>
                <a:spcPct val="0"/>
              </a:spcAft>
              <a:defRPr sz="2000" b="1">
                <a:solidFill>
                  <a:srgbClr val="002060"/>
                </a:solidFill>
                <a:latin typeface="Trebuchet MS" pitchFamily="34" charset="0"/>
                <a:cs typeface="Tahoma" pitchFamily="34" charset="0"/>
              </a:defRPr>
            </a:lvl8pPr>
            <a:lvl9pPr marL="1828800" algn="l" rtl="0" fontAlgn="base">
              <a:spcBef>
                <a:spcPct val="0"/>
              </a:spcBef>
              <a:spcAft>
                <a:spcPct val="0"/>
              </a:spcAft>
              <a:defRPr sz="2000" b="1">
                <a:solidFill>
                  <a:srgbClr val="002060"/>
                </a:solidFill>
                <a:latin typeface="Trebuchet MS" pitchFamily="34" charset="0"/>
                <a:cs typeface="Tahoma" pitchFamily="34" charset="0"/>
              </a:defRPr>
            </a:lvl9pPr>
          </a:lstStyle>
          <a:p>
            <a:pPr defTabSz="685800">
              <a:tabLst>
                <a:tab pos="0" algn="l"/>
              </a:tabLst>
            </a:pPr>
            <a:r>
              <a:rPr lang="en-US" sz="1200" b="0" dirty="0">
                <a:solidFill>
                  <a:srgbClr val="202020"/>
                </a:solidFill>
                <a:latin typeface="+mj-lt"/>
                <a:ea typeface="Calibri Light" panose="020F0302020204030204" pitchFamily="34" charset="0"/>
                <a:cs typeface="Calibri Light" panose="020F0302020204030204" pitchFamily="34" charset="0"/>
              </a:rPr>
              <a:t>Insights and Metrics Overview</a:t>
            </a:r>
            <a:endParaRPr lang="en-US" sz="1200" b="0" dirty="0">
              <a:solidFill>
                <a:srgbClr val="000000"/>
              </a:solidFill>
              <a:latin typeface="+mj-lt"/>
              <a:ea typeface="Calibri Light" panose="020F0302020204030204" pitchFamily="34" charset="0"/>
              <a:cs typeface="Calibri Light" panose="020F0302020204030204" pitchFamily="34" charset="0"/>
            </a:endParaRPr>
          </a:p>
        </p:txBody>
      </p:sp>
      <p:cxnSp>
        <p:nvCxnSpPr>
          <p:cNvPr id="7" name="Google Shape;141;p28">
            <a:extLst>
              <a:ext uri="{FF2B5EF4-FFF2-40B4-BE49-F238E27FC236}">
                <a16:creationId xmlns:a16="http://schemas.microsoft.com/office/drawing/2014/main" id="{6FE74BD2-CFAE-FC85-186A-55E2489820B1}"/>
              </a:ext>
            </a:extLst>
          </p:cNvPr>
          <p:cNvCxnSpPr/>
          <p:nvPr/>
        </p:nvCxnSpPr>
        <p:spPr>
          <a:xfrm>
            <a:off x="800010" y="2207250"/>
            <a:ext cx="6976530" cy="270"/>
          </a:xfrm>
          <a:prstGeom prst="straightConnector1">
            <a:avLst/>
          </a:prstGeom>
          <a:ln w="9525">
            <a:solidFill>
              <a:srgbClr val="083C77"/>
            </a:solidFill>
            <a:round/>
          </a:ln>
        </p:spPr>
      </p:cxnSp>
    </p:spTree>
    <p:extLst>
      <p:ext uri="{BB962C8B-B14F-4D97-AF65-F5344CB8AC3E}">
        <p14:creationId xmlns:p14="http://schemas.microsoft.com/office/powerpoint/2010/main" val="190203726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56637F-BDE6-6A78-2218-95BA1E0C015A}"/>
            </a:ext>
          </a:extLst>
        </p:cNvPr>
        <p:cNvGrpSpPr/>
        <p:nvPr/>
      </p:nvGrpSpPr>
      <p:grpSpPr>
        <a:xfrm>
          <a:off x="0" y="0"/>
          <a:ext cx="0" cy="0"/>
          <a:chOff x="0" y="0"/>
          <a:chExt cx="0" cy="0"/>
        </a:xfrm>
      </p:grpSpPr>
      <p:sp>
        <p:nvSpPr>
          <p:cNvPr id="3" name="Footer Placeholder 2">
            <a:extLst>
              <a:ext uri="{FF2B5EF4-FFF2-40B4-BE49-F238E27FC236}">
                <a16:creationId xmlns:a16="http://schemas.microsoft.com/office/drawing/2014/main" id="{8C6B00D1-3BCB-596D-281D-694BE494829F}"/>
              </a:ext>
            </a:extLst>
          </p:cNvPr>
          <p:cNvSpPr>
            <a:spLocks noGrp="1"/>
          </p:cNvSpPr>
          <p:nvPr>
            <p:ph type="ftr" sz="quarter" idx="10"/>
          </p:nvPr>
        </p:nvSpPr>
        <p:spPr/>
        <p:txBody>
          <a:bodyPr/>
          <a:lstStyle/>
          <a:p>
            <a:pPr defTabSz="685800">
              <a:defRPr/>
            </a:pPr>
            <a:r>
              <a:rPr lang="en-US" dirty="0">
                <a:solidFill>
                  <a:srgbClr val="202020">
                    <a:lumMod val="50000"/>
                    <a:lumOff val="50000"/>
                  </a:srgbClr>
                </a:solidFill>
                <a:latin typeface="+mj-lt"/>
              </a:rPr>
              <a:t>Confidential – Internal BNZ Discussion Only</a:t>
            </a:r>
          </a:p>
        </p:txBody>
      </p:sp>
      <p:sp>
        <p:nvSpPr>
          <p:cNvPr id="4" name="Slide Number Placeholder 3">
            <a:extLst>
              <a:ext uri="{FF2B5EF4-FFF2-40B4-BE49-F238E27FC236}">
                <a16:creationId xmlns:a16="http://schemas.microsoft.com/office/drawing/2014/main" id="{DFE22DDF-A5CF-69AB-3FA2-050D0365F0D4}"/>
              </a:ext>
            </a:extLst>
          </p:cNvPr>
          <p:cNvSpPr>
            <a:spLocks noGrp="1"/>
          </p:cNvSpPr>
          <p:nvPr>
            <p:ph type="sldNum" sz="quarter" idx="11"/>
          </p:nvPr>
        </p:nvSpPr>
        <p:spPr/>
        <p:txBody>
          <a:bodyPr/>
          <a:lstStyle/>
          <a:p>
            <a:pPr defTabSz="685800" fontAlgn="base">
              <a:spcBef>
                <a:spcPct val="0"/>
              </a:spcBef>
              <a:spcAft>
                <a:spcPct val="0"/>
              </a:spcAft>
            </a:pPr>
            <a:fld id="{BB75A05E-A768-448D-89EA-D79CB42F5018}" type="slidenum">
              <a:rPr lang="en-NZ" altLang="en-US">
                <a:latin typeface="+mj-lt"/>
              </a:rPr>
              <a:pPr defTabSz="685800" fontAlgn="base">
                <a:spcBef>
                  <a:spcPct val="0"/>
                </a:spcBef>
                <a:spcAft>
                  <a:spcPct val="0"/>
                </a:spcAft>
              </a:pPr>
              <a:t>2</a:t>
            </a:fld>
            <a:endParaRPr lang="en-NZ" altLang="en-US" dirty="0">
              <a:latin typeface="+mj-lt"/>
            </a:endParaRPr>
          </a:p>
        </p:txBody>
      </p:sp>
      <p:sp>
        <p:nvSpPr>
          <p:cNvPr id="2" name="Text 0">
            <a:extLst>
              <a:ext uri="{FF2B5EF4-FFF2-40B4-BE49-F238E27FC236}">
                <a16:creationId xmlns:a16="http://schemas.microsoft.com/office/drawing/2014/main" id="{DDC9ACC5-48E5-CA42-49BC-950FB15E848F}"/>
              </a:ext>
            </a:extLst>
          </p:cNvPr>
          <p:cNvSpPr/>
          <p:nvPr/>
        </p:nvSpPr>
        <p:spPr>
          <a:xfrm>
            <a:off x="457200" y="365760"/>
            <a:ext cx="2480733" cy="548640"/>
          </a:xfrm>
          <a:prstGeom prst="rect">
            <a:avLst/>
          </a:prstGeom>
          <a:noFill/>
          <a:ln/>
        </p:spPr>
        <p:txBody>
          <a:bodyPr wrap="square" rtlCol="0" anchor="ctr"/>
          <a:lstStyle/>
          <a:p>
            <a:pPr marL="0" marR="0" lvl="0" algn="r" fontAlgn="auto">
              <a:spcBef>
                <a:spcPct val="0"/>
              </a:spcBef>
              <a:spcAft>
                <a:spcPts val="0"/>
              </a:spcAft>
              <a:buClrTx/>
              <a:buSzTx/>
              <a:tabLst>
                <a:tab pos="0" algn="l"/>
              </a:tabLst>
              <a:defRPr/>
            </a:pPr>
            <a:r>
              <a:rPr lang="en-US" sz="3200" dirty="0">
                <a:solidFill>
                  <a:schemeClr val="dk1"/>
                </a:solidFill>
                <a:latin typeface="+mj-lt"/>
                <a:ea typeface="Calibri Light" panose="020F0302020204030204" pitchFamily="34" charset="0"/>
                <a:cs typeface="Calibri Light" panose="020F0302020204030204" pitchFamily="34" charset="0"/>
              </a:rPr>
              <a:t>Introduction</a:t>
            </a:r>
          </a:p>
        </p:txBody>
      </p:sp>
      <p:sp>
        <p:nvSpPr>
          <p:cNvPr id="8" name="Text 2">
            <a:extLst>
              <a:ext uri="{FF2B5EF4-FFF2-40B4-BE49-F238E27FC236}">
                <a16:creationId xmlns:a16="http://schemas.microsoft.com/office/drawing/2014/main" id="{B5CEA52F-C44A-12A8-A77C-750BE5E8357F}"/>
              </a:ext>
            </a:extLst>
          </p:cNvPr>
          <p:cNvSpPr/>
          <p:nvPr/>
        </p:nvSpPr>
        <p:spPr>
          <a:xfrm>
            <a:off x="203200" y="1234440"/>
            <a:ext cx="8229600" cy="3200400"/>
          </a:xfrm>
          <a:prstGeom prst="rect">
            <a:avLst/>
          </a:prstGeom>
          <a:noFill/>
          <a:ln/>
        </p:spPr>
        <p:txBody>
          <a:bodyPr wrap="square"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363636"/>
                </a:solidFill>
                <a:effectLst/>
                <a:uLnTx/>
                <a:uFillTx/>
                <a:latin typeface="+mj-lt"/>
                <a:ea typeface="Calibri Light" panose="020F0302020204030204" pitchFamily="34" charset="0"/>
                <a:cs typeface="Calibri Light" panose="020F0302020204030204" pitchFamily="34" charset="0"/>
              </a:rPr>
              <a:t>This presentation provides a comprehensive overview of the FinOps implementation in Snowflake, focusing on controlling, optimizing, and governing cloud data platform spend to ensure every credit delivers measurable business value.</a:t>
            </a:r>
            <a:endParaRPr kumimoji="0" lang="en-US" sz="1200" b="0" i="0" u="none" strike="noStrike" kern="1200" cap="none" spc="0" normalizeH="0" baseline="0" noProof="0" dirty="0">
              <a:ln>
                <a:noFill/>
              </a:ln>
              <a:solidFill>
                <a:prstClr val="black"/>
              </a:solidFill>
              <a:effectLst/>
              <a:uLnTx/>
              <a:uFillTx/>
              <a:latin typeface="+mj-lt"/>
              <a:ea typeface="Calibri Light" panose="020F0302020204030204" pitchFamily="34" charset="0"/>
              <a:cs typeface="Calibri Light" panose="020F030202020403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363636"/>
                </a:solidFill>
                <a:effectLst/>
                <a:uLnTx/>
                <a:uFillTx/>
                <a:latin typeface="+mj-lt"/>
                <a:ea typeface="+mn-ea"/>
                <a:cs typeface="+mn-cs"/>
              </a:rPr>
              <a:t> </a:t>
            </a:r>
            <a:endParaRPr kumimoji="0" lang="en-US" sz="1400" b="1" i="0" u="none" strike="noStrike" kern="1200" cap="none" spc="0" normalizeH="0" baseline="0" noProof="0" dirty="0">
              <a:ln>
                <a:noFill/>
              </a:ln>
              <a:solidFill>
                <a:prstClr val="black"/>
              </a:solidFill>
              <a:effectLst/>
              <a:uLnTx/>
              <a:uFillTx/>
              <a:latin typeface="+mj-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363636"/>
                </a:solidFill>
                <a:effectLst/>
                <a:uLnTx/>
                <a:uFillTx/>
                <a:latin typeface="+mj-lt"/>
                <a:ea typeface="Calibri Light" panose="020F0302020204030204" pitchFamily="34" charset="0"/>
                <a:cs typeface="Calibri Light" panose="020F0302020204030204" pitchFamily="34" charset="0"/>
              </a:rPr>
              <a:t>Key Focus Areas:</a:t>
            </a:r>
            <a:endParaRPr kumimoji="0" lang="en-US" sz="1400" b="1" i="0" u="none" strike="noStrike" kern="1200" cap="none" spc="0" normalizeH="0" baseline="0" noProof="0" dirty="0">
              <a:ln>
                <a:noFill/>
              </a:ln>
              <a:solidFill>
                <a:prstClr val="black"/>
              </a:solidFill>
              <a:effectLst/>
              <a:uLnTx/>
              <a:uFillTx/>
              <a:latin typeface="+mj-lt"/>
              <a:ea typeface="Calibri Light" panose="020F0302020204030204" pitchFamily="34" charset="0"/>
              <a:cs typeface="Calibri Light" panose="020F030202020403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363636"/>
                </a:solidFill>
                <a:effectLst/>
                <a:uLnTx/>
                <a:uFillTx/>
                <a:latin typeface="+mj-lt"/>
                <a:ea typeface="Calibri Light" panose="020F0302020204030204" pitchFamily="34" charset="0"/>
                <a:cs typeface="Calibri Light" panose="020F0302020204030204" pitchFamily="34" charset="0"/>
              </a:rPr>
              <a:t>• Cost visibility and accountability across all zones and teams</a:t>
            </a:r>
            <a:endParaRPr kumimoji="0" lang="en-US" sz="1200" b="0" i="0" u="none" strike="noStrike" kern="1200" cap="none" spc="0" normalizeH="0" baseline="0" noProof="0" dirty="0">
              <a:ln>
                <a:noFill/>
              </a:ln>
              <a:solidFill>
                <a:prstClr val="black"/>
              </a:solidFill>
              <a:effectLst/>
              <a:uLnTx/>
              <a:uFillTx/>
              <a:latin typeface="+mj-lt"/>
              <a:ea typeface="Calibri Light" panose="020F0302020204030204" pitchFamily="34" charset="0"/>
              <a:cs typeface="Calibri Light" panose="020F030202020403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363636"/>
                </a:solidFill>
                <a:effectLst/>
                <a:uLnTx/>
                <a:uFillTx/>
                <a:latin typeface="+mj-lt"/>
                <a:ea typeface="Calibri Light" panose="020F0302020204030204" pitchFamily="34" charset="0"/>
                <a:cs typeface="Calibri Light" panose="020F0302020204030204" pitchFamily="34" charset="0"/>
              </a:rPr>
              <a:t>• Row-level security ensuring data privacy while maintaining transparency</a:t>
            </a:r>
            <a:endParaRPr kumimoji="0" lang="en-US" sz="1200" b="0" i="0" u="none" strike="noStrike" kern="1200" cap="none" spc="0" normalizeH="0" baseline="0" noProof="0" dirty="0">
              <a:ln>
                <a:noFill/>
              </a:ln>
              <a:solidFill>
                <a:prstClr val="black"/>
              </a:solidFill>
              <a:effectLst/>
              <a:uLnTx/>
              <a:uFillTx/>
              <a:latin typeface="+mj-lt"/>
              <a:ea typeface="Calibri Light" panose="020F0302020204030204" pitchFamily="34" charset="0"/>
              <a:cs typeface="Calibri Light" panose="020F030202020403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363636"/>
                </a:solidFill>
                <a:effectLst/>
                <a:uLnTx/>
                <a:uFillTx/>
                <a:latin typeface="+mj-lt"/>
                <a:ea typeface="Calibri Light" panose="020F0302020204030204" pitchFamily="34" charset="0"/>
                <a:cs typeface="Calibri Light" panose="020F0302020204030204" pitchFamily="34" charset="0"/>
              </a:rPr>
              <a:t>• Comprehensive monitoring of credit consumption, storage, and query performance</a:t>
            </a:r>
            <a:endParaRPr kumimoji="0" lang="en-US" sz="1200" b="0" i="0" u="none" strike="noStrike" kern="1200" cap="none" spc="0" normalizeH="0" baseline="0" noProof="0" dirty="0">
              <a:ln>
                <a:noFill/>
              </a:ln>
              <a:solidFill>
                <a:prstClr val="black"/>
              </a:solidFill>
              <a:effectLst/>
              <a:uLnTx/>
              <a:uFillTx/>
              <a:latin typeface="+mj-lt"/>
              <a:ea typeface="Calibri Light" panose="020F0302020204030204" pitchFamily="34" charset="0"/>
              <a:cs typeface="Calibri Light" panose="020F030202020403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363636"/>
                </a:solidFill>
                <a:effectLst/>
                <a:uLnTx/>
                <a:uFillTx/>
                <a:latin typeface="+mj-lt"/>
                <a:ea typeface="Calibri Light" panose="020F0302020204030204" pitchFamily="34" charset="0"/>
                <a:cs typeface="Calibri Light" panose="020F0302020204030204" pitchFamily="34" charset="0"/>
              </a:rPr>
              <a:t>• Actionable dashboards for proactive cost management and optimization</a:t>
            </a:r>
            <a:endParaRPr kumimoji="0" lang="en-US" sz="1200" b="0" i="0" u="none" strike="noStrike" kern="1200" cap="none" spc="0" normalizeH="0" baseline="0" noProof="0" dirty="0">
              <a:ln>
                <a:noFill/>
              </a:ln>
              <a:solidFill>
                <a:prstClr val="black"/>
              </a:solidFill>
              <a:effectLst/>
              <a:uLnTx/>
              <a:uFillTx/>
              <a:latin typeface="+mj-lt"/>
              <a:ea typeface="Calibri Light" panose="020F0302020204030204" pitchFamily="34" charset="0"/>
              <a:cs typeface="Calibri Light" panose="020F0302020204030204" pitchFamily="34" charset="0"/>
            </a:endParaRPr>
          </a:p>
        </p:txBody>
      </p:sp>
      <p:cxnSp>
        <p:nvCxnSpPr>
          <p:cNvPr id="9" name="Google Shape;141;p28">
            <a:extLst>
              <a:ext uri="{FF2B5EF4-FFF2-40B4-BE49-F238E27FC236}">
                <a16:creationId xmlns:a16="http://schemas.microsoft.com/office/drawing/2014/main" id="{24EE3330-1523-CFF2-7BC2-9A59112D0108}"/>
              </a:ext>
            </a:extLst>
          </p:cNvPr>
          <p:cNvCxnSpPr>
            <a:cxnSpLocks/>
          </p:cNvCxnSpPr>
          <p:nvPr/>
        </p:nvCxnSpPr>
        <p:spPr>
          <a:xfrm>
            <a:off x="0" y="1005840"/>
            <a:ext cx="9144000" cy="0"/>
          </a:xfrm>
          <a:prstGeom prst="straightConnector1">
            <a:avLst/>
          </a:prstGeom>
          <a:ln w="9525">
            <a:solidFill>
              <a:srgbClr val="083C77"/>
            </a:solidFill>
            <a:round/>
          </a:ln>
        </p:spPr>
      </p:cxnSp>
    </p:spTree>
    <p:extLst>
      <p:ext uri="{BB962C8B-B14F-4D97-AF65-F5344CB8AC3E}">
        <p14:creationId xmlns:p14="http://schemas.microsoft.com/office/powerpoint/2010/main" val="416063493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D5F637-F44D-BF95-8D80-AC227B7A3BCE}"/>
            </a:ext>
          </a:extLst>
        </p:cNvPr>
        <p:cNvGrpSpPr/>
        <p:nvPr/>
      </p:nvGrpSpPr>
      <p:grpSpPr>
        <a:xfrm>
          <a:off x="0" y="0"/>
          <a:ext cx="0" cy="0"/>
          <a:chOff x="0" y="0"/>
          <a:chExt cx="0" cy="0"/>
        </a:xfrm>
      </p:grpSpPr>
      <p:sp>
        <p:nvSpPr>
          <p:cNvPr id="3" name="Footer Placeholder 2">
            <a:extLst>
              <a:ext uri="{FF2B5EF4-FFF2-40B4-BE49-F238E27FC236}">
                <a16:creationId xmlns:a16="http://schemas.microsoft.com/office/drawing/2014/main" id="{F6A53217-3B48-DE89-9859-A8D53C16E274}"/>
              </a:ext>
            </a:extLst>
          </p:cNvPr>
          <p:cNvSpPr>
            <a:spLocks noGrp="1"/>
          </p:cNvSpPr>
          <p:nvPr>
            <p:ph type="ftr" sz="quarter" idx="10"/>
          </p:nvPr>
        </p:nvSpPr>
        <p:spPr/>
        <p:txBody>
          <a:bodyPr/>
          <a:lstStyle/>
          <a:p>
            <a:pPr defTabSz="685800">
              <a:defRPr/>
            </a:pPr>
            <a:r>
              <a:rPr lang="en-US" dirty="0">
                <a:solidFill>
                  <a:srgbClr val="202020">
                    <a:lumMod val="50000"/>
                    <a:lumOff val="50000"/>
                  </a:srgbClr>
                </a:solidFill>
                <a:latin typeface="+mj-lt"/>
              </a:rPr>
              <a:t>Confidential – Internal BNZ Discussion Only</a:t>
            </a:r>
          </a:p>
        </p:txBody>
      </p:sp>
      <p:sp>
        <p:nvSpPr>
          <p:cNvPr id="4" name="Slide Number Placeholder 3">
            <a:extLst>
              <a:ext uri="{FF2B5EF4-FFF2-40B4-BE49-F238E27FC236}">
                <a16:creationId xmlns:a16="http://schemas.microsoft.com/office/drawing/2014/main" id="{1EE45CC2-1EF9-171E-8431-1745C95BB8F2}"/>
              </a:ext>
            </a:extLst>
          </p:cNvPr>
          <p:cNvSpPr>
            <a:spLocks noGrp="1"/>
          </p:cNvSpPr>
          <p:nvPr>
            <p:ph type="sldNum" sz="quarter" idx="11"/>
          </p:nvPr>
        </p:nvSpPr>
        <p:spPr/>
        <p:txBody>
          <a:bodyPr/>
          <a:lstStyle/>
          <a:p>
            <a:pPr defTabSz="685800" fontAlgn="base">
              <a:spcBef>
                <a:spcPct val="0"/>
              </a:spcBef>
              <a:spcAft>
                <a:spcPct val="0"/>
              </a:spcAft>
            </a:pPr>
            <a:fld id="{BB75A05E-A768-448D-89EA-D79CB42F5018}" type="slidenum">
              <a:rPr lang="en-NZ" altLang="en-US">
                <a:latin typeface="+mj-lt"/>
              </a:rPr>
              <a:pPr defTabSz="685800" fontAlgn="base">
                <a:spcBef>
                  <a:spcPct val="0"/>
                </a:spcBef>
                <a:spcAft>
                  <a:spcPct val="0"/>
                </a:spcAft>
              </a:pPr>
              <a:t>3</a:t>
            </a:fld>
            <a:endParaRPr lang="en-NZ" altLang="en-US" dirty="0">
              <a:latin typeface="+mj-lt"/>
            </a:endParaRPr>
          </a:p>
        </p:txBody>
      </p:sp>
      <p:sp>
        <p:nvSpPr>
          <p:cNvPr id="2" name="Text 0">
            <a:extLst>
              <a:ext uri="{FF2B5EF4-FFF2-40B4-BE49-F238E27FC236}">
                <a16:creationId xmlns:a16="http://schemas.microsoft.com/office/drawing/2014/main" id="{2DA38AC2-37AA-28DA-43C7-364BBA6A105C}"/>
              </a:ext>
            </a:extLst>
          </p:cNvPr>
          <p:cNvSpPr/>
          <p:nvPr/>
        </p:nvSpPr>
        <p:spPr>
          <a:xfrm>
            <a:off x="457200" y="365760"/>
            <a:ext cx="6648450" cy="548640"/>
          </a:xfrm>
          <a:prstGeom prst="rect">
            <a:avLst/>
          </a:prstGeom>
          <a:noFill/>
          <a:ln/>
        </p:spPr>
        <p:txBody>
          <a:bodyPr wrap="square" rtlCol="0" anchor="ctr"/>
          <a:lstStyle/>
          <a:p>
            <a:pPr lvl="0">
              <a:spcBef>
                <a:spcPct val="0"/>
              </a:spcBef>
              <a:tabLst>
                <a:tab pos="0" algn="l"/>
              </a:tabLst>
              <a:defRPr/>
            </a:pPr>
            <a:r>
              <a:rPr lang="en-US" sz="3200" dirty="0"/>
              <a:t>What We're Offering with FinOps</a:t>
            </a:r>
            <a:endParaRPr lang="en-US" sz="3200" dirty="0">
              <a:solidFill>
                <a:schemeClr val="dk1"/>
              </a:solidFill>
              <a:latin typeface="+mj-lt"/>
              <a:ea typeface="Calibri Light" panose="020F0302020204030204" pitchFamily="34" charset="0"/>
              <a:cs typeface="Calibri Light" panose="020F0302020204030204" pitchFamily="34" charset="0"/>
            </a:endParaRPr>
          </a:p>
        </p:txBody>
      </p:sp>
      <p:sp>
        <p:nvSpPr>
          <p:cNvPr id="8" name="Text 2">
            <a:extLst>
              <a:ext uri="{FF2B5EF4-FFF2-40B4-BE49-F238E27FC236}">
                <a16:creationId xmlns:a16="http://schemas.microsoft.com/office/drawing/2014/main" id="{9BD25FA5-455F-D605-A266-4019256FD945}"/>
              </a:ext>
            </a:extLst>
          </p:cNvPr>
          <p:cNvSpPr/>
          <p:nvPr/>
        </p:nvSpPr>
        <p:spPr>
          <a:xfrm>
            <a:off x="203200" y="1234440"/>
            <a:ext cx="8229600" cy="3200400"/>
          </a:xfrm>
          <a:prstGeom prst="rect">
            <a:avLst/>
          </a:prstGeom>
          <a:noFill/>
          <a:ln/>
        </p:spPr>
        <p:txBody>
          <a:bodyPr wrap="square"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solidFill>
              <a:effectLst/>
              <a:uLnTx/>
              <a:uFillTx/>
              <a:latin typeface="+mj-lt"/>
              <a:ea typeface="Calibri Light" panose="020F0302020204030204" pitchFamily="34" charset="0"/>
              <a:cs typeface="Calibri Light" panose="020F0302020204030204" pitchFamily="34" charset="0"/>
            </a:endParaRPr>
          </a:p>
        </p:txBody>
      </p:sp>
      <p:cxnSp>
        <p:nvCxnSpPr>
          <p:cNvPr id="9" name="Google Shape;141;p28">
            <a:extLst>
              <a:ext uri="{FF2B5EF4-FFF2-40B4-BE49-F238E27FC236}">
                <a16:creationId xmlns:a16="http://schemas.microsoft.com/office/drawing/2014/main" id="{836553B6-78B6-61A5-EF10-35221C5BF21D}"/>
              </a:ext>
            </a:extLst>
          </p:cNvPr>
          <p:cNvCxnSpPr>
            <a:cxnSpLocks/>
          </p:cNvCxnSpPr>
          <p:nvPr/>
        </p:nvCxnSpPr>
        <p:spPr>
          <a:xfrm>
            <a:off x="0" y="1005840"/>
            <a:ext cx="9144000" cy="0"/>
          </a:xfrm>
          <a:prstGeom prst="straightConnector1">
            <a:avLst/>
          </a:prstGeom>
          <a:ln w="9525">
            <a:solidFill>
              <a:srgbClr val="083C77"/>
            </a:solidFill>
            <a:round/>
          </a:ln>
        </p:spPr>
      </p:cxnSp>
      <p:sp>
        <p:nvSpPr>
          <p:cNvPr id="6" name="TextBox 5">
            <a:extLst>
              <a:ext uri="{FF2B5EF4-FFF2-40B4-BE49-F238E27FC236}">
                <a16:creationId xmlns:a16="http://schemas.microsoft.com/office/drawing/2014/main" id="{28FC0C9D-24F9-F6B1-A19B-72A5AB164D55}"/>
              </a:ext>
            </a:extLst>
          </p:cNvPr>
          <p:cNvSpPr txBox="1"/>
          <p:nvPr/>
        </p:nvSpPr>
        <p:spPr>
          <a:xfrm>
            <a:off x="203199" y="1072753"/>
            <a:ext cx="4747419" cy="369332"/>
          </a:xfrm>
          <a:prstGeom prst="rect">
            <a:avLst/>
          </a:prstGeom>
          <a:solidFill>
            <a:schemeClr val="bg1"/>
          </a:solidFill>
          <a:ln>
            <a:noFill/>
          </a:ln>
        </p:spPr>
        <p:txBody>
          <a:bodyPr wrap="square">
            <a:spAutoFit/>
          </a:bodyPr>
          <a:lstStyle/>
          <a:p>
            <a:r>
              <a:rPr lang="en-US" b="1" dirty="0"/>
              <a:t>What is FinOps?</a:t>
            </a:r>
            <a:endParaRPr lang="en-US" dirty="0"/>
          </a:p>
        </p:txBody>
      </p:sp>
      <p:sp>
        <p:nvSpPr>
          <p:cNvPr id="10" name="TextBox 9">
            <a:extLst>
              <a:ext uri="{FF2B5EF4-FFF2-40B4-BE49-F238E27FC236}">
                <a16:creationId xmlns:a16="http://schemas.microsoft.com/office/drawing/2014/main" id="{9F6E9B38-D00D-C134-2E8F-F6BA05E13F57}"/>
              </a:ext>
            </a:extLst>
          </p:cNvPr>
          <p:cNvSpPr txBox="1"/>
          <p:nvPr/>
        </p:nvSpPr>
        <p:spPr>
          <a:xfrm>
            <a:off x="203201" y="1382762"/>
            <a:ext cx="8566944" cy="646331"/>
          </a:xfrm>
          <a:prstGeom prst="rect">
            <a:avLst/>
          </a:prstGeom>
          <a:solidFill>
            <a:schemeClr val="bg1"/>
          </a:solidFill>
          <a:ln>
            <a:noFill/>
          </a:ln>
        </p:spPr>
        <p:txBody>
          <a:bodyPr wrap="square">
            <a:spAutoFit/>
          </a:bodyPr>
          <a:lstStyle/>
          <a:p>
            <a:r>
              <a:rPr lang="en-US" sz="1200" dirty="0"/>
              <a:t>FinOps (Financial Operations) is a cultural practice that brings financial accountability to cloud spending. It enables teams to make informed trade-offs between speed, cost, and quality by providing visibility, control, and optimization of cloud resources in real-time</a:t>
            </a:r>
          </a:p>
        </p:txBody>
      </p:sp>
      <p:sp>
        <p:nvSpPr>
          <p:cNvPr id="12" name="TextBox 11">
            <a:extLst>
              <a:ext uri="{FF2B5EF4-FFF2-40B4-BE49-F238E27FC236}">
                <a16:creationId xmlns:a16="http://schemas.microsoft.com/office/drawing/2014/main" id="{D4C1FEDC-2FFA-4D54-69A6-6F38CD952CF4}"/>
              </a:ext>
            </a:extLst>
          </p:cNvPr>
          <p:cNvSpPr txBox="1"/>
          <p:nvPr/>
        </p:nvSpPr>
        <p:spPr>
          <a:xfrm>
            <a:off x="203199" y="2041445"/>
            <a:ext cx="3139344" cy="369332"/>
          </a:xfrm>
          <a:prstGeom prst="rect">
            <a:avLst/>
          </a:prstGeom>
          <a:solidFill>
            <a:schemeClr val="bg1"/>
          </a:solidFill>
          <a:ln>
            <a:noFill/>
          </a:ln>
        </p:spPr>
        <p:txBody>
          <a:bodyPr wrap="square">
            <a:spAutoFit/>
          </a:bodyPr>
          <a:lstStyle/>
          <a:p>
            <a:r>
              <a:rPr lang="en-US" dirty="0">
                <a:solidFill>
                  <a:schemeClr val="tx2"/>
                </a:solidFill>
              </a:rPr>
              <a:t>Core FinOps Capabilities</a:t>
            </a:r>
          </a:p>
        </p:txBody>
      </p:sp>
      <p:sp>
        <p:nvSpPr>
          <p:cNvPr id="16" name="TextBox 15">
            <a:extLst>
              <a:ext uri="{FF2B5EF4-FFF2-40B4-BE49-F238E27FC236}">
                <a16:creationId xmlns:a16="http://schemas.microsoft.com/office/drawing/2014/main" id="{AC1B2AB2-0AF8-3EA9-9A49-94465AD7924C}"/>
              </a:ext>
            </a:extLst>
          </p:cNvPr>
          <p:cNvSpPr txBox="1"/>
          <p:nvPr/>
        </p:nvSpPr>
        <p:spPr>
          <a:xfrm>
            <a:off x="203199" y="2454710"/>
            <a:ext cx="8026401" cy="2123658"/>
          </a:xfrm>
          <a:prstGeom prst="rect">
            <a:avLst/>
          </a:prstGeom>
          <a:solidFill>
            <a:schemeClr val="bg1"/>
          </a:solidFill>
          <a:ln>
            <a:noFill/>
          </a:ln>
        </p:spPr>
        <p:txBody>
          <a:bodyPr wrap="square">
            <a:spAutoFit/>
          </a:bodyPr>
          <a:lstStyle/>
          <a:p>
            <a:r>
              <a:rPr lang="en-US" sz="1200" b="1" dirty="0">
                <a:effectLst/>
              </a:rPr>
              <a:t>Cost Visibility &amp; Transparency</a:t>
            </a:r>
            <a:endParaRPr lang="en-US" sz="1200" dirty="0"/>
          </a:p>
          <a:p>
            <a:r>
              <a:rPr lang="en-US" sz="1200" dirty="0">
                <a:effectLst/>
              </a:rPr>
              <a:t>Complete view of Snowflake credit consumption across all teams</a:t>
            </a:r>
          </a:p>
          <a:p>
            <a:endParaRPr lang="en-US" sz="1200" dirty="0"/>
          </a:p>
          <a:p>
            <a:r>
              <a:rPr lang="en-US" sz="1200" b="1" dirty="0">
                <a:effectLst/>
              </a:rPr>
              <a:t>Accountability &amp; Chargeback</a:t>
            </a:r>
            <a:endParaRPr lang="en-US" sz="1200" dirty="0"/>
          </a:p>
          <a:p>
            <a:r>
              <a:rPr lang="en-US" sz="1200" dirty="0">
                <a:effectLst/>
              </a:rPr>
              <a:t>Track costs by warehouse, user, and workload for accurate attribution</a:t>
            </a:r>
          </a:p>
          <a:p>
            <a:endParaRPr lang="en-US" sz="1200" dirty="0"/>
          </a:p>
          <a:p>
            <a:r>
              <a:rPr lang="en-US" sz="1200" b="1" dirty="0">
                <a:effectLst/>
              </a:rPr>
              <a:t>Cost Optimization</a:t>
            </a:r>
            <a:endParaRPr lang="en-US" sz="1200" dirty="0"/>
          </a:p>
          <a:p>
            <a:r>
              <a:rPr lang="en-US" sz="1200" dirty="0">
                <a:effectLst/>
              </a:rPr>
              <a:t>Identify inefficiencies and right-size resources to reduce waste</a:t>
            </a:r>
          </a:p>
          <a:p>
            <a:endParaRPr lang="en-US" sz="1200" dirty="0"/>
          </a:p>
          <a:p>
            <a:r>
              <a:rPr lang="en-US" sz="1200" b="1" dirty="0">
                <a:effectLst/>
              </a:rPr>
              <a:t>Forecasting &amp; Budgeting</a:t>
            </a:r>
            <a:endParaRPr lang="en-US" sz="1200" dirty="0"/>
          </a:p>
          <a:p>
            <a:r>
              <a:rPr lang="en-US" sz="1200" dirty="0">
                <a:effectLst/>
              </a:rPr>
              <a:t>Predict future costs and set budget thresholds with alerts</a:t>
            </a:r>
            <a:endParaRPr lang="en-US" sz="1200" dirty="0"/>
          </a:p>
        </p:txBody>
      </p:sp>
    </p:spTree>
    <p:extLst>
      <p:ext uri="{BB962C8B-B14F-4D97-AF65-F5344CB8AC3E}">
        <p14:creationId xmlns:p14="http://schemas.microsoft.com/office/powerpoint/2010/main" val="197149745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7BFD41-B820-E974-B690-7954B460728D}"/>
            </a:ext>
          </a:extLst>
        </p:cNvPr>
        <p:cNvGrpSpPr/>
        <p:nvPr/>
      </p:nvGrpSpPr>
      <p:grpSpPr>
        <a:xfrm>
          <a:off x="0" y="0"/>
          <a:ext cx="0" cy="0"/>
          <a:chOff x="0" y="0"/>
          <a:chExt cx="0" cy="0"/>
        </a:xfrm>
      </p:grpSpPr>
      <p:sp>
        <p:nvSpPr>
          <p:cNvPr id="3" name="Footer Placeholder 2">
            <a:extLst>
              <a:ext uri="{FF2B5EF4-FFF2-40B4-BE49-F238E27FC236}">
                <a16:creationId xmlns:a16="http://schemas.microsoft.com/office/drawing/2014/main" id="{D09434EE-247D-E5F8-F6B4-9A59692767A0}"/>
              </a:ext>
            </a:extLst>
          </p:cNvPr>
          <p:cNvSpPr>
            <a:spLocks noGrp="1"/>
          </p:cNvSpPr>
          <p:nvPr>
            <p:ph type="ftr" sz="quarter" idx="10"/>
          </p:nvPr>
        </p:nvSpPr>
        <p:spPr/>
        <p:txBody>
          <a:bodyPr/>
          <a:lstStyle/>
          <a:p>
            <a:pPr defTabSz="685800">
              <a:defRPr/>
            </a:pPr>
            <a:r>
              <a:rPr lang="en-US" dirty="0">
                <a:solidFill>
                  <a:srgbClr val="202020">
                    <a:lumMod val="50000"/>
                    <a:lumOff val="50000"/>
                  </a:srgbClr>
                </a:solidFill>
                <a:latin typeface="+mj-lt"/>
              </a:rPr>
              <a:t>Confidential – Internal BNZ Discussion Only</a:t>
            </a:r>
          </a:p>
        </p:txBody>
      </p:sp>
      <p:sp>
        <p:nvSpPr>
          <p:cNvPr id="4" name="Slide Number Placeholder 3">
            <a:extLst>
              <a:ext uri="{FF2B5EF4-FFF2-40B4-BE49-F238E27FC236}">
                <a16:creationId xmlns:a16="http://schemas.microsoft.com/office/drawing/2014/main" id="{5A1F3630-9ABF-7473-C2CE-06F03DA8D4F8}"/>
              </a:ext>
            </a:extLst>
          </p:cNvPr>
          <p:cNvSpPr>
            <a:spLocks noGrp="1"/>
          </p:cNvSpPr>
          <p:nvPr>
            <p:ph type="sldNum" sz="quarter" idx="11"/>
          </p:nvPr>
        </p:nvSpPr>
        <p:spPr/>
        <p:txBody>
          <a:bodyPr/>
          <a:lstStyle/>
          <a:p>
            <a:pPr defTabSz="685800" fontAlgn="base">
              <a:spcBef>
                <a:spcPct val="0"/>
              </a:spcBef>
              <a:spcAft>
                <a:spcPct val="0"/>
              </a:spcAft>
            </a:pPr>
            <a:fld id="{BB75A05E-A768-448D-89EA-D79CB42F5018}" type="slidenum">
              <a:rPr lang="en-NZ" altLang="en-US">
                <a:latin typeface="+mj-lt"/>
              </a:rPr>
              <a:pPr defTabSz="685800" fontAlgn="base">
                <a:spcBef>
                  <a:spcPct val="0"/>
                </a:spcBef>
                <a:spcAft>
                  <a:spcPct val="0"/>
                </a:spcAft>
              </a:pPr>
              <a:t>4</a:t>
            </a:fld>
            <a:endParaRPr lang="en-NZ" altLang="en-US">
              <a:latin typeface="+mj-lt"/>
            </a:endParaRPr>
          </a:p>
        </p:txBody>
      </p:sp>
      <p:sp>
        <p:nvSpPr>
          <p:cNvPr id="78" name="Rectangle 77">
            <a:extLst>
              <a:ext uri="{FF2B5EF4-FFF2-40B4-BE49-F238E27FC236}">
                <a16:creationId xmlns:a16="http://schemas.microsoft.com/office/drawing/2014/main" id="{98189A5C-64DF-22E3-1CBB-009359A6AEF2}"/>
              </a:ext>
            </a:extLst>
          </p:cNvPr>
          <p:cNvSpPr/>
          <p:nvPr/>
        </p:nvSpPr>
        <p:spPr>
          <a:xfrm>
            <a:off x="971550" y="476280"/>
            <a:ext cx="1061357" cy="861774"/>
          </a:xfrm>
          <a:prstGeom prst="rect">
            <a:avLst/>
          </a:prstGeom>
          <a:noFill/>
          <a:ln w="0">
            <a:noFill/>
          </a:ln>
        </p:spPr>
        <p:style>
          <a:lnRef idx="0">
            <a:scrgbClr r="0" g="0" b="0"/>
          </a:lnRef>
          <a:fillRef idx="0">
            <a:scrgbClr r="0" g="0" b="0"/>
          </a:fillRef>
          <a:effectRef idx="0">
            <a:scrgbClr r="0" g="0" b="0"/>
          </a:effectRef>
          <a:fontRef idx="minor"/>
        </p:style>
        <p:txBody>
          <a:bodyPr wrap="square" anchor="t">
            <a:spAutoFit/>
          </a:bodyPr>
          <a:lstStyle/>
          <a:p>
            <a:pPr defTabSz="914400">
              <a:lnSpc>
                <a:spcPct val="100000"/>
              </a:lnSpc>
              <a:tabLst>
                <a:tab pos="0" algn="l"/>
              </a:tabLst>
            </a:pPr>
            <a:r>
              <a:rPr lang="en-US" sz="5000" b="1" u="none" strike="noStrike" dirty="0">
                <a:solidFill>
                  <a:schemeClr val="dk1"/>
                </a:solidFill>
                <a:effectLst/>
                <a:uFillTx/>
                <a:latin typeface="+mj-lt"/>
              </a:rPr>
              <a:t>01</a:t>
            </a:r>
            <a:endParaRPr lang="en-US" sz="5000" b="0" u="none" strike="noStrike" dirty="0">
              <a:solidFill>
                <a:srgbClr val="000000"/>
              </a:solidFill>
              <a:effectLst/>
              <a:uFillTx/>
              <a:latin typeface="+mj-lt"/>
            </a:endParaRPr>
          </a:p>
        </p:txBody>
      </p:sp>
      <p:sp>
        <p:nvSpPr>
          <p:cNvPr id="79" name="Rectangle 78">
            <a:extLst>
              <a:ext uri="{FF2B5EF4-FFF2-40B4-BE49-F238E27FC236}">
                <a16:creationId xmlns:a16="http://schemas.microsoft.com/office/drawing/2014/main" id="{0DDA3576-627D-315B-1C68-F5E8AEC355F4}"/>
              </a:ext>
            </a:extLst>
          </p:cNvPr>
          <p:cNvSpPr/>
          <p:nvPr/>
        </p:nvSpPr>
        <p:spPr>
          <a:xfrm>
            <a:off x="898071" y="1428840"/>
            <a:ext cx="7769289" cy="1428480"/>
          </a:xfrm>
          <a:prstGeom prst="rect">
            <a:avLst/>
          </a:prstGeom>
          <a:noFill/>
          <a:ln w="0">
            <a:noFill/>
          </a:ln>
        </p:spPr>
        <p:style>
          <a:lnRef idx="0">
            <a:scrgbClr r="0" g="0" b="0"/>
          </a:lnRef>
          <a:fillRef idx="0">
            <a:scrgbClr r="0" g="0" b="0"/>
          </a:fillRef>
          <a:effectRef idx="0">
            <a:scrgbClr r="0" g="0" b="0"/>
          </a:effectRef>
          <a:fontRef idx="minor"/>
        </p:style>
        <p:txBody>
          <a:bodyPr anchor="t">
            <a:normAutofit fontScale="85000" lnSpcReduction="9999"/>
          </a:bodyPr>
          <a:lstStyle/>
          <a:p>
            <a:pPr>
              <a:tabLst>
                <a:tab pos="0" algn="l"/>
              </a:tabLst>
            </a:pPr>
            <a:r>
              <a:rPr lang="en-US" sz="3200" b="1" dirty="0">
                <a:solidFill>
                  <a:schemeClr val="dk1"/>
                </a:solidFill>
                <a:latin typeface="+mj-lt"/>
                <a:ea typeface="Calibri Light" panose="020F0302020204030204" pitchFamily="34" charset="0"/>
                <a:cs typeface="Calibri Light" panose="020F0302020204030204" pitchFamily="34" charset="0"/>
              </a:rPr>
              <a:t>FinOps Dashboard Overview</a:t>
            </a:r>
            <a:endParaRPr lang="en-US" sz="3200" dirty="0">
              <a:solidFill>
                <a:srgbClr val="000000"/>
              </a:solidFill>
              <a:latin typeface="+mj-lt"/>
              <a:ea typeface="Calibri Light" panose="020F0302020204030204" pitchFamily="34" charset="0"/>
              <a:cs typeface="Calibri Light" panose="020F0302020204030204" pitchFamily="34" charset="0"/>
            </a:endParaRPr>
          </a:p>
        </p:txBody>
      </p:sp>
    </p:spTree>
    <p:extLst>
      <p:ext uri="{BB962C8B-B14F-4D97-AF65-F5344CB8AC3E}">
        <p14:creationId xmlns:p14="http://schemas.microsoft.com/office/powerpoint/2010/main" val="401246936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6BEC0F-2124-ECEA-BD29-8B8CF2D23726}"/>
            </a:ext>
          </a:extLst>
        </p:cNvPr>
        <p:cNvGrpSpPr/>
        <p:nvPr/>
      </p:nvGrpSpPr>
      <p:grpSpPr>
        <a:xfrm>
          <a:off x="0" y="0"/>
          <a:ext cx="0" cy="0"/>
          <a:chOff x="0" y="0"/>
          <a:chExt cx="0" cy="0"/>
        </a:xfrm>
      </p:grpSpPr>
      <p:sp>
        <p:nvSpPr>
          <p:cNvPr id="3" name="Footer Placeholder 2">
            <a:extLst>
              <a:ext uri="{FF2B5EF4-FFF2-40B4-BE49-F238E27FC236}">
                <a16:creationId xmlns:a16="http://schemas.microsoft.com/office/drawing/2014/main" id="{B77BD8AA-23AF-F6CB-6131-558D9CB89E47}"/>
              </a:ext>
            </a:extLst>
          </p:cNvPr>
          <p:cNvSpPr>
            <a:spLocks noGrp="1"/>
          </p:cNvSpPr>
          <p:nvPr>
            <p:ph type="ftr" sz="quarter" idx="10"/>
          </p:nvPr>
        </p:nvSpPr>
        <p:spPr/>
        <p:txBody>
          <a:bodyPr/>
          <a:lstStyle/>
          <a:p>
            <a:pPr defTabSz="685800">
              <a:defRPr/>
            </a:pPr>
            <a:r>
              <a:rPr lang="en-US" dirty="0">
                <a:solidFill>
                  <a:srgbClr val="202020">
                    <a:lumMod val="50000"/>
                    <a:lumOff val="50000"/>
                  </a:srgbClr>
                </a:solidFill>
                <a:latin typeface="+mj-lt"/>
              </a:rPr>
              <a:t>Confidential – Internal BNZ Discussion Only</a:t>
            </a:r>
          </a:p>
        </p:txBody>
      </p:sp>
      <p:sp>
        <p:nvSpPr>
          <p:cNvPr id="4" name="Slide Number Placeholder 3">
            <a:extLst>
              <a:ext uri="{FF2B5EF4-FFF2-40B4-BE49-F238E27FC236}">
                <a16:creationId xmlns:a16="http://schemas.microsoft.com/office/drawing/2014/main" id="{41A207EB-C3DA-5676-78E4-1251525CDA1F}"/>
              </a:ext>
            </a:extLst>
          </p:cNvPr>
          <p:cNvSpPr>
            <a:spLocks noGrp="1"/>
          </p:cNvSpPr>
          <p:nvPr>
            <p:ph type="sldNum" sz="quarter" idx="11"/>
          </p:nvPr>
        </p:nvSpPr>
        <p:spPr/>
        <p:txBody>
          <a:bodyPr/>
          <a:lstStyle/>
          <a:p>
            <a:pPr defTabSz="685800" fontAlgn="base">
              <a:spcBef>
                <a:spcPct val="0"/>
              </a:spcBef>
              <a:spcAft>
                <a:spcPct val="0"/>
              </a:spcAft>
            </a:pPr>
            <a:fld id="{BB75A05E-A768-448D-89EA-D79CB42F5018}" type="slidenum">
              <a:rPr lang="en-NZ" altLang="en-US">
                <a:latin typeface="+mj-lt"/>
              </a:rPr>
              <a:pPr defTabSz="685800" fontAlgn="base">
                <a:spcBef>
                  <a:spcPct val="0"/>
                </a:spcBef>
                <a:spcAft>
                  <a:spcPct val="0"/>
                </a:spcAft>
              </a:pPr>
              <a:t>5</a:t>
            </a:fld>
            <a:endParaRPr lang="en-NZ" altLang="en-US">
              <a:latin typeface="+mj-lt"/>
            </a:endParaRPr>
          </a:p>
        </p:txBody>
      </p:sp>
      <p:cxnSp>
        <p:nvCxnSpPr>
          <p:cNvPr id="9" name="Google Shape;141;p28">
            <a:extLst>
              <a:ext uri="{FF2B5EF4-FFF2-40B4-BE49-F238E27FC236}">
                <a16:creationId xmlns:a16="http://schemas.microsoft.com/office/drawing/2014/main" id="{74E29D2D-C63D-788D-55E7-651EBF472475}"/>
              </a:ext>
            </a:extLst>
          </p:cNvPr>
          <p:cNvCxnSpPr>
            <a:cxnSpLocks/>
          </p:cNvCxnSpPr>
          <p:nvPr/>
        </p:nvCxnSpPr>
        <p:spPr>
          <a:xfrm>
            <a:off x="0" y="1005840"/>
            <a:ext cx="9144000" cy="0"/>
          </a:xfrm>
          <a:prstGeom prst="straightConnector1">
            <a:avLst/>
          </a:prstGeom>
          <a:ln w="9525">
            <a:solidFill>
              <a:srgbClr val="083C77"/>
            </a:solidFill>
            <a:round/>
          </a:ln>
        </p:spPr>
      </p:cxnSp>
      <p:sp>
        <p:nvSpPr>
          <p:cNvPr id="98" name="Rectangle 97"/>
          <p:cNvSpPr/>
          <p:nvPr/>
        </p:nvSpPr>
        <p:spPr>
          <a:xfrm>
            <a:off x="476460" y="255642"/>
            <a:ext cx="8191080" cy="610163"/>
          </a:xfrm>
          <a:prstGeom prst="rect">
            <a:avLst/>
          </a:prstGeom>
          <a:noFill/>
          <a:ln w="0">
            <a:noFill/>
          </a:ln>
        </p:spPr>
        <p:style>
          <a:lnRef idx="0">
            <a:scrgbClr r="0" g="0" b="0"/>
          </a:lnRef>
          <a:fillRef idx="0">
            <a:scrgbClr r="0" g="0" b="0"/>
          </a:fillRef>
          <a:effectRef idx="0">
            <a:scrgbClr r="0" g="0" b="0"/>
          </a:effectRef>
          <a:fontRef idx="minor"/>
        </p:style>
        <p:txBody>
          <a:bodyPr anchor="t">
            <a:normAutofit/>
          </a:bodyPr>
          <a:lstStyle/>
          <a:p>
            <a:pPr>
              <a:tabLst>
                <a:tab pos="0" algn="l"/>
              </a:tabLst>
            </a:pPr>
            <a:r>
              <a:rPr lang="en-US" sz="3200" dirty="0">
                <a:solidFill>
                  <a:schemeClr val="dk1"/>
                </a:solidFill>
                <a:latin typeface="+mj-lt"/>
                <a:ea typeface="Calibri Light" panose="020F0302020204030204" pitchFamily="34" charset="0"/>
                <a:cs typeface="Calibri Light" panose="020F0302020204030204" pitchFamily="34" charset="0"/>
              </a:rPr>
              <a:t>Dashboard Implementation</a:t>
            </a:r>
            <a:endParaRPr lang="en-US" sz="3200" dirty="0">
              <a:solidFill>
                <a:srgbClr val="000000"/>
              </a:solidFill>
              <a:latin typeface="+mj-lt"/>
              <a:ea typeface="Calibri Light" panose="020F0302020204030204" pitchFamily="34" charset="0"/>
              <a:cs typeface="Calibri Light" panose="020F0302020204030204" pitchFamily="34" charset="0"/>
            </a:endParaRPr>
          </a:p>
        </p:txBody>
      </p:sp>
      <p:sp>
        <p:nvSpPr>
          <p:cNvPr id="99" name="Rectangle 98"/>
          <p:cNvSpPr/>
          <p:nvPr/>
        </p:nvSpPr>
        <p:spPr>
          <a:xfrm>
            <a:off x="355600" y="1240202"/>
            <a:ext cx="8665937" cy="1778141"/>
          </a:xfrm>
          <a:prstGeom prst="rect">
            <a:avLst/>
          </a:prstGeom>
          <a:noFill/>
          <a:ln w="0">
            <a:noFill/>
          </a:ln>
        </p:spPr>
        <p:style>
          <a:lnRef idx="0">
            <a:scrgbClr r="0" g="0" b="0"/>
          </a:lnRef>
          <a:fillRef idx="0">
            <a:scrgbClr r="0" g="0" b="0"/>
          </a:fillRef>
          <a:effectRef idx="0">
            <a:scrgbClr r="0" g="0" b="0"/>
          </a:effectRef>
          <a:fontRef idx="minor"/>
        </p:style>
        <p:txBody>
          <a:bodyPr anchor="t">
            <a:normAutofit/>
          </a:bodyPr>
          <a:lstStyle/>
          <a:p>
            <a:pPr>
              <a:lnSpc>
                <a:spcPct val="150000"/>
              </a:lnSpc>
              <a:tabLst>
                <a:tab pos="0" algn="l"/>
              </a:tabLst>
            </a:pPr>
            <a:r>
              <a:rPr lang="en-US" sz="1200" dirty="0">
                <a:solidFill>
                  <a:schemeClr val="dk1"/>
                </a:solidFill>
                <a:latin typeface="+mj-lt"/>
                <a:ea typeface="Calibri Light" panose="020F0302020204030204" pitchFamily="34" charset="0"/>
                <a:cs typeface="Calibri Light" panose="020F0302020204030204" pitchFamily="34" charset="0"/>
              </a:rPr>
              <a:t>Build a user-friendly dashboard to visualize usage, costs, and security policies in one place. Dashboards make tracking easy and help teams quickly spot issues or opportunities for optimization. A good dashboard turns complex data into simple, actionable insights.</a:t>
            </a:r>
          </a:p>
          <a:p>
            <a:pPr>
              <a:lnSpc>
                <a:spcPct val="150000"/>
              </a:lnSpc>
              <a:tabLst>
                <a:tab pos="0" algn="l"/>
              </a:tabLst>
            </a:pPr>
            <a:endParaRPr lang="en-US" sz="1200" b="1" dirty="0">
              <a:solidFill>
                <a:schemeClr val="dk1"/>
              </a:solidFill>
              <a:latin typeface="+mj-lt"/>
              <a:ea typeface="Calibri Light" panose="020F0302020204030204" pitchFamily="34" charset="0"/>
              <a:cs typeface="Calibri Light" panose="020F0302020204030204" pitchFamily="34" charset="0"/>
            </a:endParaRPr>
          </a:p>
          <a:p>
            <a:pPr>
              <a:lnSpc>
                <a:spcPct val="150000"/>
              </a:lnSpc>
              <a:tabLst>
                <a:tab pos="0" algn="l"/>
              </a:tabLst>
            </a:pPr>
            <a:r>
              <a:rPr lang="en-US" sz="1200" b="1" dirty="0">
                <a:solidFill>
                  <a:schemeClr val="dk1"/>
                </a:solidFill>
                <a:latin typeface="+mj-lt"/>
                <a:ea typeface="Calibri Light" panose="020F0302020204030204" pitchFamily="34" charset="0"/>
                <a:cs typeface="Calibri Light" panose="020F0302020204030204" pitchFamily="34" charset="0"/>
              </a:rPr>
              <a:t>Dashboard URL</a:t>
            </a:r>
            <a:r>
              <a:rPr lang="en-US" sz="1200" dirty="0">
                <a:solidFill>
                  <a:schemeClr val="dk1"/>
                </a:solidFill>
                <a:latin typeface="+mj-lt"/>
                <a:ea typeface="Calibri Light" panose="020F0302020204030204" pitchFamily="34" charset="0"/>
                <a:cs typeface="Calibri Light" panose="020F0302020204030204" pitchFamily="34" charset="0"/>
              </a:rPr>
              <a:t>: </a:t>
            </a:r>
            <a:r>
              <a:rPr lang="en-US" sz="1200" dirty="0" err="1">
                <a:latin typeface="+mj-lt"/>
                <a:hlinkClick r:id="rId2"/>
              </a:rPr>
              <a:t>Finops</a:t>
            </a:r>
            <a:r>
              <a:rPr lang="en-US" sz="1200" dirty="0">
                <a:latin typeface="+mj-lt"/>
                <a:hlinkClick r:id="rId2"/>
              </a:rPr>
              <a:t>-Dashboard - Snowflake</a:t>
            </a:r>
            <a:endParaRPr lang="en-US" sz="1200" dirty="0">
              <a:solidFill>
                <a:srgbClr val="000000"/>
              </a:solidFill>
              <a:latin typeface="+mj-lt"/>
              <a:ea typeface="Calibri Light" panose="020F0302020204030204" pitchFamily="34" charset="0"/>
              <a:cs typeface="Calibri Light" panose="020F0302020204030204" pitchFamily="34" charset="0"/>
            </a:endParaRPr>
          </a:p>
        </p:txBody>
      </p:sp>
    </p:spTree>
    <p:extLst>
      <p:ext uri="{BB962C8B-B14F-4D97-AF65-F5344CB8AC3E}">
        <p14:creationId xmlns:p14="http://schemas.microsoft.com/office/powerpoint/2010/main" val="398780333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31DAE4-68F7-8EB6-9153-8EA77EF378C6}"/>
            </a:ext>
          </a:extLst>
        </p:cNvPr>
        <p:cNvGrpSpPr/>
        <p:nvPr/>
      </p:nvGrpSpPr>
      <p:grpSpPr>
        <a:xfrm>
          <a:off x="0" y="0"/>
          <a:ext cx="0" cy="0"/>
          <a:chOff x="0" y="0"/>
          <a:chExt cx="0" cy="0"/>
        </a:xfrm>
      </p:grpSpPr>
      <p:sp>
        <p:nvSpPr>
          <p:cNvPr id="3" name="Footer Placeholder 2">
            <a:extLst>
              <a:ext uri="{FF2B5EF4-FFF2-40B4-BE49-F238E27FC236}">
                <a16:creationId xmlns:a16="http://schemas.microsoft.com/office/drawing/2014/main" id="{27EDC3E0-A5C0-BDED-AB66-78806DA6BAF9}"/>
              </a:ext>
            </a:extLst>
          </p:cNvPr>
          <p:cNvSpPr>
            <a:spLocks noGrp="1"/>
          </p:cNvSpPr>
          <p:nvPr>
            <p:ph type="ftr" sz="quarter" idx="10"/>
          </p:nvPr>
        </p:nvSpPr>
        <p:spPr/>
        <p:txBody>
          <a:bodyPr/>
          <a:lstStyle/>
          <a:p>
            <a:pPr defTabSz="685800">
              <a:defRPr/>
            </a:pPr>
            <a:r>
              <a:rPr lang="en-US" dirty="0">
                <a:solidFill>
                  <a:srgbClr val="202020">
                    <a:lumMod val="50000"/>
                    <a:lumOff val="50000"/>
                  </a:srgbClr>
                </a:solidFill>
                <a:latin typeface="+mj-lt"/>
              </a:rPr>
              <a:t>Confidential – Internal BNZ Discussion Only</a:t>
            </a:r>
          </a:p>
        </p:txBody>
      </p:sp>
      <p:sp>
        <p:nvSpPr>
          <p:cNvPr id="4" name="Slide Number Placeholder 3">
            <a:extLst>
              <a:ext uri="{FF2B5EF4-FFF2-40B4-BE49-F238E27FC236}">
                <a16:creationId xmlns:a16="http://schemas.microsoft.com/office/drawing/2014/main" id="{7C396006-C7BD-D12D-29DD-191935D1EB40}"/>
              </a:ext>
            </a:extLst>
          </p:cNvPr>
          <p:cNvSpPr>
            <a:spLocks noGrp="1"/>
          </p:cNvSpPr>
          <p:nvPr>
            <p:ph type="sldNum" sz="quarter" idx="11"/>
          </p:nvPr>
        </p:nvSpPr>
        <p:spPr/>
        <p:txBody>
          <a:bodyPr/>
          <a:lstStyle/>
          <a:p>
            <a:pPr defTabSz="685800" fontAlgn="base">
              <a:spcBef>
                <a:spcPct val="0"/>
              </a:spcBef>
              <a:spcAft>
                <a:spcPct val="0"/>
              </a:spcAft>
            </a:pPr>
            <a:fld id="{BB75A05E-A768-448D-89EA-D79CB42F5018}" type="slidenum">
              <a:rPr lang="en-NZ" altLang="en-US">
                <a:latin typeface="+mj-lt"/>
              </a:rPr>
              <a:pPr defTabSz="685800" fontAlgn="base">
                <a:spcBef>
                  <a:spcPct val="0"/>
                </a:spcBef>
                <a:spcAft>
                  <a:spcPct val="0"/>
                </a:spcAft>
              </a:pPr>
              <a:t>6</a:t>
            </a:fld>
            <a:endParaRPr lang="en-NZ" altLang="en-US">
              <a:latin typeface="+mj-lt"/>
            </a:endParaRPr>
          </a:p>
        </p:txBody>
      </p:sp>
      <p:sp>
        <p:nvSpPr>
          <p:cNvPr id="98" name="Rectangle 97">
            <a:extLst>
              <a:ext uri="{FF2B5EF4-FFF2-40B4-BE49-F238E27FC236}">
                <a16:creationId xmlns:a16="http://schemas.microsoft.com/office/drawing/2014/main" id="{489EE2E9-F9BB-0B31-5BE3-F63DB9C02D14}"/>
              </a:ext>
            </a:extLst>
          </p:cNvPr>
          <p:cNvSpPr/>
          <p:nvPr/>
        </p:nvSpPr>
        <p:spPr>
          <a:xfrm>
            <a:off x="436500" y="242860"/>
            <a:ext cx="8191080" cy="568366"/>
          </a:xfrm>
          <a:prstGeom prst="rect">
            <a:avLst/>
          </a:prstGeom>
          <a:noFill/>
          <a:ln w="0">
            <a:noFill/>
          </a:ln>
        </p:spPr>
        <p:style>
          <a:lnRef idx="0">
            <a:scrgbClr r="0" g="0" b="0"/>
          </a:lnRef>
          <a:fillRef idx="0">
            <a:scrgbClr r="0" g="0" b="0"/>
          </a:fillRef>
          <a:effectRef idx="0">
            <a:scrgbClr r="0" g="0" b="0"/>
          </a:effectRef>
          <a:fontRef idx="minor"/>
        </p:style>
        <p:txBody>
          <a:bodyPr anchor="t">
            <a:normAutofit lnSpcReduction="10000"/>
          </a:bodyPr>
          <a:lstStyle/>
          <a:p>
            <a:pPr>
              <a:lnSpc>
                <a:spcPct val="100000"/>
              </a:lnSpc>
              <a:tabLst>
                <a:tab pos="0" algn="l"/>
              </a:tabLst>
            </a:pPr>
            <a:r>
              <a:rPr lang="en-US" sz="3200" dirty="0">
                <a:solidFill>
                  <a:schemeClr val="dk1"/>
                </a:solidFill>
                <a:latin typeface="+mj-lt"/>
                <a:ea typeface="Calibri Light" panose="020F0302020204030204" pitchFamily="34" charset="0"/>
                <a:cs typeface="Calibri Light" panose="020F0302020204030204" pitchFamily="34" charset="0"/>
              </a:rPr>
              <a:t>Key Metrics</a:t>
            </a:r>
            <a:endParaRPr lang="fr-FR" sz="3200" dirty="0">
              <a:solidFill>
                <a:schemeClr val="dk1"/>
              </a:solidFill>
              <a:latin typeface="+mj-lt"/>
              <a:ea typeface="Calibri Light" panose="020F0302020204030204" pitchFamily="34" charset="0"/>
              <a:cs typeface="Calibri Light" panose="020F0302020204030204" pitchFamily="34" charset="0"/>
            </a:endParaRPr>
          </a:p>
        </p:txBody>
      </p:sp>
      <p:sp>
        <p:nvSpPr>
          <p:cNvPr id="99" name="Rectangle 98">
            <a:extLst>
              <a:ext uri="{FF2B5EF4-FFF2-40B4-BE49-F238E27FC236}">
                <a16:creationId xmlns:a16="http://schemas.microsoft.com/office/drawing/2014/main" id="{283413F6-8414-7D35-EE3B-22FDA74CC15E}"/>
              </a:ext>
            </a:extLst>
          </p:cNvPr>
          <p:cNvSpPr/>
          <p:nvPr/>
        </p:nvSpPr>
        <p:spPr>
          <a:xfrm>
            <a:off x="93133" y="911402"/>
            <a:ext cx="8309160" cy="521153"/>
          </a:xfrm>
          <a:prstGeom prst="rect">
            <a:avLst/>
          </a:prstGeom>
          <a:noFill/>
          <a:ln w="0">
            <a:noFill/>
          </a:ln>
        </p:spPr>
        <p:style>
          <a:lnRef idx="0">
            <a:scrgbClr r="0" g="0" b="0"/>
          </a:lnRef>
          <a:fillRef idx="0">
            <a:scrgbClr r="0" g="0" b="0"/>
          </a:fillRef>
          <a:effectRef idx="0">
            <a:scrgbClr r="0" g="0" b="0"/>
          </a:effectRef>
          <a:fontRef idx="minor"/>
        </p:style>
        <p:txBody>
          <a:bodyPr anchor="t">
            <a:normAutofit fontScale="85000" lnSpcReduction="10000"/>
          </a:bodyPr>
          <a:lstStyle/>
          <a:p>
            <a:pPr marL="457200" indent="-314280">
              <a:lnSpc>
                <a:spcPct val="150000"/>
              </a:lnSpc>
              <a:tabLst>
                <a:tab pos="0" algn="l"/>
              </a:tabLst>
            </a:pPr>
            <a:r>
              <a:rPr lang="en-US" sz="1200" dirty="0">
                <a:solidFill>
                  <a:srgbClr val="000000"/>
                </a:solidFill>
                <a:latin typeface="+mj-lt"/>
                <a:ea typeface="Calibri Light" panose="020F0302020204030204" pitchFamily="34" charset="0"/>
                <a:cs typeface="Calibri Light" panose="020F0302020204030204" pitchFamily="34" charset="0"/>
              </a:rPr>
              <a:t>This covers how to monitor Snowflake usage and control costs effectively. We’ll look at key metrics like storage, warehouses, and query performance. You’ll learn how to track who’s consuming credits and how to optimize warehouse sizing for better cost efficiency</a:t>
            </a:r>
            <a:endParaRPr lang="fr-FR" sz="1200" dirty="0">
              <a:solidFill>
                <a:srgbClr val="000000"/>
              </a:solidFill>
              <a:latin typeface="+mj-lt"/>
              <a:ea typeface="Calibri Light" panose="020F0302020204030204" pitchFamily="34" charset="0"/>
              <a:cs typeface="Calibri Light" panose="020F0302020204030204" pitchFamily="34" charset="0"/>
            </a:endParaRPr>
          </a:p>
        </p:txBody>
      </p:sp>
      <p:cxnSp>
        <p:nvCxnSpPr>
          <p:cNvPr id="2" name="Google Shape;227;p33">
            <a:extLst>
              <a:ext uri="{FF2B5EF4-FFF2-40B4-BE49-F238E27FC236}">
                <a16:creationId xmlns:a16="http://schemas.microsoft.com/office/drawing/2014/main" id="{40CFC903-1993-AD3D-B731-E8C623DED712}"/>
              </a:ext>
            </a:extLst>
          </p:cNvPr>
          <p:cNvCxnSpPr>
            <a:cxnSpLocks/>
          </p:cNvCxnSpPr>
          <p:nvPr/>
        </p:nvCxnSpPr>
        <p:spPr>
          <a:xfrm>
            <a:off x="93133" y="811226"/>
            <a:ext cx="9050867" cy="0"/>
          </a:xfrm>
          <a:prstGeom prst="straightConnector1">
            <a:avLst/>
          </a:prstGeom>
          <a:ln w="9525">
            <a:solidFill>
              <a:srgbClr val="083C77"/>
            </a:solidFill>
            <a:round/>
          </a:ln>
        </p:spPr>
      </p:cxnSp>
      <p:sp>
        <p:nvSpPr>
          <p:cNvPr id="6" name="Shape 1">
            <a:extLst>
              <a:ext uri="{FF2B5EF4-FFF2-40B4-BE49-F238E27FC236}">
                <a16:creationId xmlns:a16="http://schemas.microsoft.com/office/drawing/2014/main" id="{9B88A860-7BE5-8E19-53F8-206489F878A4}"/>
              </a:ext>
            </a:extLst>
          </p:cNvPr>
          <p:cNvSpPr/>
          <p:nvPr/>
        </p:nvSpPr>
        <p:spPr>
          <a:xfrm>
            <a:off x="457200" y="1547037"/>
            <a:ext cx="1600200" cy="1207008"/>
          </a:xfrm>
          <a:prstGeom prst="rect">
            <a:avLst/>
          </a:prstGeom>
          <a:solidFill>
            <a:srgbClr val="F5F5F5"/>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mj-lt"/>
              <a:ea typeface="+mn-ea"/>
              <a:cs typeface="+mn-cs"/>
            </a:endParaRPr>
          </a:p>
        </p:txBody>
      </p:sp>
      <p:sp>
        <p:nvSpPr>
          <p:cNvPr id="8" name="Text 3">
            <a:extLst>
              <a:ext uri="{FF2B5EF4-FFF2-40B4-BE49-F238E27FC236}">
                <a16:creationId xmlns:a16="http://schemas.microsoft.com/office/drawing/2014/main" id="{5198A8E0-16D8-87CA-59E8-03E753421828}"/>
              </a:ext>
            </a:extLst>
          </p:cNvPr>
          <p:cNvSpPr/>
          <p:nvPr/>
        </p:nvSpPr>
        <p:spPr>
          <a:xfrm>
            <a:off x="457200" y="1901618"/>
            <a:ext cx="1600200" cy="320040"/>
          </a:xfrm>
          <a:prstGeom prst="rect">
            <a:avLst/>
          </a:prstGeom>
          <a:noFill/>
          <a:ln/>
        </p:spPr>
        <p:txBody>
          <a:bodyPr wrap="squar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dirty="0">
                <a:ln>
                  <a:noFill/>
                </a:ln>
                <a:solidFill>
                  <a:srgbClr val="363636"/>
                </a:solidFill>
                <a:effectLst/>
                <a:uLnTx/>
                <a:uFillTx/>
                <a:latin typeface="+mj-lt"/>
                <a:ea typeface="+mn-ea"/>
                <a:cs typeface="+mn-cs"/>
              </a:rPr>
              <a:t>Total Storage</a:t>
            </a:r>
            <a:endParaRPr kumimoji="0" lang="en-US" sz="1300" b="0" i="0" u="none" strike="noStrike" kern="1200" cap="none" spc="0" normalizeH="0" baseline="0" noProof="0" dirty="0">
              <a:ln>
                <a:noFill/>
              </a:ln>
              <a:solidFill>
                <a:prstClr val="black"/>
              </a:solidFill>
              <a:effectLst/>
              <a:uLnTx/>
              <a:uFillTx/>
              <a:latin typeface="+mj-lt"/>
              <a:ea typeface="+mn-ea"/>
              <a:cs typeface="+mn-cs"/>
            </a:endParaRPr>
          </a:p>
        </p:txBody>
      </p:sp>
      <p:sp>
        <p:nvSpPr>
          <p:cNvPr id="5" name="Text 4">
            <a:extLst>
              <a:ext uri="{FF2B5EF4-FFF2-40B4-BE49-F238E27FC236}">
                <a16:creationId xmlns:a16="http://schemas.microsoft.com/office/drawing/2014/main" id="{7DE50918-B680-5380-D044-81C3DB62041D}"/>
              </a:ext>
            </a:extLst>
          </p:cNvPr>
          <p:cNvSpPr/>
          <p:nvPr/>
        </p:nvSpPr>
        <p:spPr>
          <a:xfrm>
            <a:off x="457200" y="2233514"/>
            <a:ext cx="1600200" cy="274320"/>
          </a:xfrm>
          <a:prstGeom prst="rect">
            <a:avLst/>
          </a:prstGeom>
          <a:noFill/>
          <a:ln/>
        </p:spPr>
        <p:txBody>
          <a:bodyPr wrap="squar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1" u="none" strike="noStrike" kern="1200" cap="none" spc="0" normalizeH="0" baseline="0" noProof="0" dirty="0">
                <a:ln>
                  <a:noFill/>
                </a:ln>
                <a:solidFill>
                  <a:srgbClr val="363636"/>
                </a:solidFill>
                <a:effectLst/>
                <a:uLnTx/>
                <a:uFillTx/>
                <a:latin typeface="+mj-lt"/>
                <a:ea typeface="+mn-ea"/>
                <a:cs typeface="+mn-cs"/>
              </a:rPr>
              <a:t>GB</a:t>
            </a:r>
            <a:endParaRPr kumimoji="0" lang="en-US" sz="1100" b="0" i="0" u="none" strike="noStrike" kern="1200" cap="none" spc="0" normalizeH="0" baseline="0" noProof="0" dirty="0">
              <a:ln>
                <a:noFill/>
              </a:ln>
              <a:solidFill>
                <a:prstClr val="black"/>
              </a:solidFill>
              <a:effectLst/>
              <a:uLnTx/>
              <a:uFillTx/>
              <a:latin typeface="+mj-lt"/>
              <a:ea typeface="+mn-ea"/>
              <a:cs typeface="+mn-cs"/>
            </a:endParaRPr>
          </a:p>
        </p:txBody>
      </p:sp>
      <p:sp>
        <p:nvSpPr>
          <p:cNvPr id="10" name="Shape 5">
            <a:extLst>
              <a:ext uri="{FF2B5EF4-FFF2-40B4-BE49-F238E27FC236}">
                <a16:creationId xmlns:a16="http://schemas.microsoft.com/office/drawing/2014/main" id="{315D9758-241F-E43A-4745-12F0AC977A44}"/>
              </a:ext>
            </a:extLst>
          </p:cNvPr>
          <p:cNvSpPr/>
          <p:nvPr/>
        </p:nvSpPr>
        <p:spPr>
          <a:xfrm>
            <a:off x="2148840" y="1576488"/>
            <a:ext cx="1600200" cy="1097280"/>
          </a:xfrm>
          <a:prstGeom prst="rect">
            <a:avLst/>
          </a:prstGeom>
          <a:solidFill>
            <a:srgbClr val="F5F5F5"/>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mj-lt"/>
              <a:ea typeface="+mn-ea"/>
              <a:cs typeface="+mn-cs"/>
            </a:endParaRPr>
          </a:p>
        </p:txBody>
      </p:sp>
      <p:sp>
        <p:nvSpPr>
          <p:cNvPr id="12" name="Text 7">
            <a:extLst>
              <a:ext uri="{FF2B5EF4-FFF2-40B4-BE49-F238E27FC236}">
                <a16:creationId xmlns:a16="http://schemas.microsoft.com/office/drawing/2014/main" id="{00FE1C87-9DF1-71DB-5F7F-091245C956CC}"/>
              </a:ext>
            </a:extLst>
          </p:cNvPr>
          <p:cNvSpPr/>
          <p:nvPr/>
        </p:nvSpPr>
        <p:spPr>
          <a:xfrm>
            <a:off x="2148840" y="1887056"/>
            <a:ext cx="1600200" cy="264495"/>
          </a:xfrm>
          <a:prstGeom prst="rect">
            <a:avLst/>
          </a:prstGeom>
          <a:noFill/>
          <a:ln/>
        </p:spPr>
        <p:txBody>
          <a:bodyPr wrap="squar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dirty="0">
                <a:ln>
                  <a:noFill/>
                </a:ln>
                <a:solidFill>
                  <a:srgbClr val="363636"/>
                </a:solidFill>
                <a:effectLst/>
                <a:uLnTx/>
                <a:uFillTx/>
                <a:latin typeface="+mj-lt"/>
                <a:ea typeface="+mn-ea"/>
                <a:cs typeface="+mn-cs"/>
              </a:rPr>
              <a:t>Warehouses</a:t>
            </a:r>
            <a:endParaRPr kumimoji="0" lang="en-US" sz="1300" b="0" i="0" u="none" strike="noStrike" kern="1200" cap="none" spc="0" normalizeH="0" baseline="0" noProof="0" dirty="0">
              <a:ln>
                <a:noFill/>
              </a:ln>
              <a:solidFill>
                <a:prstClr val="black"/>
              </a:solidFill>
              <a:effectLst/>
              <a:uLnTx/>
              <a:uFillTx/>
              <a:latin typeface="+mj-lt"/>
              <a:ea typeface="+mn-ea"/>
              <a:cs typeface="+mn-cs"/>
            </a:endParaRPr>
          </a:p>
        </p:txBody>
      </p:sp>
      <p:sp>
        <p:nvSpPr>
          <p:cNvPr id="13" name="Text 8">
            <a:extLst>
              <a:ext uri="{FF2B5EF4-FFF2-40B4-BE49-F238E27FC236}">
                <a16:creationId xmlns:a16="http://schemas.microsoft.com/office/drawing/2014/main" id="{3CAC0DB3-B1C4-A44A-4B54-4D6114502B54}"/>
              </a:ext>
            </a:extLst>
          </p:cNvPr>
          <p:cNvSpPr/>
          <p:nvPr/>
        </p:nvSpPr>
        <p:spPr>
          <a:xfrm>
            <a:off x="2148840" y="2248847"/>
            <a:ext cx="1600200" cy="226712"/>
          </a:xfrm>
          <a:prstGeom prst="rect">
            <a:avLst/>
          </a:prstGeom>
          <a:noFill/>
          <a:ln/>
        </p:spPr>
        <p:txBody>
          <a:bodyPr wrap="squar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1" u="none" strike="noStrike" kern="1200" cap="none" spc="0" normalizeH="0" baseline="0" noProof="0" dirty="0">
                <a:ln>
                  <a:noFill/>
                </a:ln>
                <a:solidFill>
                  <a:srgbClr val="363636"/>
                </a:solidFill>
                <a:effectLst/>
                <a:uLnTx/>
                <a:uFillTx/>
                <a:latin typeface="+mj-lt"/>
                <a:ea typeface="+mn-ea"/>
                <a:cs typeface="+mn-cs"/>
              </a:rPr>
              <a:t>Count</a:t>
            </a:r>
            <a:endParaRPr kumimoji="0" lang="en-US" sz="1100" b="0" i="0" u="none" strike="noStrike" kern="1200" cap="none" spc="0" normalizeH="0" baseline="0" noProof="0" dirty="0">
              <a:ln>
                <a:noFill/>
              </a:ln>
              <a:solidFill>
                <a:prstClr val="black"/>
              </a:solidFill>
              <a:effectLst/>
              <a:uLnTx/>
              <a:uFillTx/>
              <a:latin typeface="+mj-lt"/>
              <a:ea typeface="+mn-ea"/>
              <a:cs typeface="+mn-cs"/>
            </a:endParaRPr>
          </a:p>
        </p:txBody>
      </p:sp>
      <p:sp>
        <p:nvSpPr>
          <p:cNvPr id="14" name="Shape 9">
            <a:extLst>
              <a:ext uri="{FF2B5EF4-FFF2-40B4-BE49-F238E27FC236}">
                <a16:creationId xmlns:a16="http://schemas.microsoft.com/office/drawing/2014/main" id="{59DA9ED1-0C0D-8E7E-F3CA-8B459BE85852}"/>
              </a:ext>
            </a:extLst>
          </p:cNvPr>
          <p:cNvSpPr/>
          <p:nvPr/>
        </p:nvSpPr>
        <p:spPr>
          <a:xfrm>
            <a:off x="3840480" y="1559564"/>
            <a:ext cx="1600200" cy="1097280"/>
          </a:xfrm>
          <a:prstGeom prst="rect">
            <a:avLst/>
          </a:prstGeom>
          <a:solidFill>
            <a:srgbClr val="F5F5F5"/>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mj-lt"/>
              <a:ea typeface="+mn-ea"/>
              <a:cs typeface="+mn-cs"/>
            </a:endParaRPr>
          </a:p>
        </p:txBody>
      </p:sp>
      <p:sp>
        <p:nvSpPr>
          <p:cNvPr id="16" name="Text 11">
            <a:extLst>
              <a:ext uri="{FF2B5EF4-FFF2-40B4-BE49-F238E27FC236}">
                <a16:creationId xmlns:a16="http://schemas.microsoft.com/office/drawing/2014/main" id="{A0E3C338-12C3-ED43-A928-5878DDBC1BCE}"/>
              </a:ext>
            </a:extLst>
          </p:cNvPr>
          <p:cNvSpPr/>
          <p:nvPr/>
        </p:nvSpPr>
        <p:spPr>
          <a:xfrm>
            <a:off x="3840480" y="1867753"/>
            <a:ext cx="1600200" cy="320040"/>
          </a:xfrm>
          <a:prstGeom prst="rect">
            <a:avLst/>
          </a:prstGeom>
          <a:noFill/>
          <a:ln/>
        </p:spPr>
        <p:txBody>
          <a:bodyPr wrap="squar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dirty="0">
                <a:ln>
                  <a:noFill/>
                </a:ln>
                <a:solidFill>
                  <a:srgbClr val="363636"/>
                </a:solidFill>
                <a:effectLst/>
                <a:uLnTx/>
                <a:uFillTx/>
                <a:latin typeface="+mj-lt"/>
                <a:ea typeface="+mn-ea"/>
                <a:cs typeface="+mn-cs"/>
              </a:rPr>
              <a:t>Databases</a:t>
            </a:r>
            <a:endParaRPr kumimoji="0" lang="en-US" sz="1300" b="0" i="0" u="none" strike="noStrike" kern="1200" cap="none" spc="0" normalizeH="0" baseline="0" noProof="0" dirty="0">
              <a:ln>
                <a:noFill/>
              </a:ln>
              <a:solidFill>
                <a:prstClr val="black"/>
              </a:solidFill>
              <a:effectLst/>
              <a:uLnTx/>
              <a:uFillTx/>
              <a:latin typeface="+mj-lt"/>
              <a:ea typeface="+mn-ea"/>
              <a:cs typeface="+mn-cs"/>
            </a:endParaRPr>
          </a:p>
        </p:txBody>
      </p:sp>
      <p:sp>
        <p:nvSpPr>
          <p:cNvPr id="17" name="Text 12">
            <a:extLst>
              <a:ext uri="{FF2B5EF4-FFF2-40B4-BE49-F238E27FC236}">
                <a16:creationId xmlns:a16="http://schemas.microsoft.com/office/drawing/2014/main" id="{06F25B91-4145-9755-C9AD-AAB7C2275EC6}"/>
              </a:ext>
            </a:extLst>
          </p:cNvPr>
          <p:cNvSpPr/>
          <p:nvPr/>
        </p:nvSpPr>
        <p:spPr>
          <a:xfrm>
            <a:off x="3840480" y="2233513"/>
            <a:ext cx="1600200" cy="274320"/>
          </a:xfrm>
          <a:prstGeom prst="rect">
            <a:avLst/>
          </a:prstGeom>
          <a:noFill/>
          <a:ln/>
        </p:spPr>
        <p:txBody>
          <a:bodyPr wrap="squar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1" u="none" strike="noStrike" kern="1200" cap="none" spc="0" normalizeH="0" baseline="0" noProof="0" dirty="0">
                <a:ln>
                  <a:noFill/>
                </a:ln>
                <a:solidFill>
                  <a:srgbClr val="363636"/>
                </a:solidFill>
                <a:effectLst/>
                <a:uLnTx/>
                <a:uFillTx/>
                <a:latin typeface="+mj-lt"/>
                <a:ea typeface="+mn-ea"/>
                <a:cs typeface="+mn-cs"/>
              </a:rPr>
              <a:t>Count</a:t>
            </a:r>
            <a:endParaRPr kumimoji="0" lang="en-US" sz="1100" b="0" i="0" u="none" strike="noStrike" kern="1200" cap="none" spc="0" normalizeH="0" baseline="0" noProof="0" dirty="0">
              <a:ln>
                <a:noFill/>
              </a:ln>
              <a:solidFill>
                <a:prstClr val="black"/>
              </a:solidFill>
              <a:effectLst/>
              <a:uLnTx/>
              <a:uFillTx/>
              <a:latin typeface="+mj-lt"/>
              <a:ea typeface="+mn-ea"/>
              <a:cs typeface="+mn-cs"/>
            </a:endParaRPr>
          </a:p>
        </p:txBody>
      </p:sp>
      <p:sp>
        <p:nvSpPr>
          <p:cNvPr id="18" name="Shape 13">
            <a:extLst>
              <a:ext uri="{FF2B5EF4-FFF2-40B4-BE49-F238E27FC236}">
                <a16:creationId xmlns:a16="http://schemas.microsoft.com/office/drawing/2014/main" id="{30FABCA1-6A57-1911-7C99-724F566F546D}"/>
              </a:ext>
            </a:extLst>
          </p:cNvPr>
          <p:cNvSpPr/>
          <p:nvPr/>
        </p:nvSpPr>
        <p:spPr>
          <a:xfrm>
            <a:off x="5532120" y="1584964"/>
            <a:ext cx="1600200" cy="1097280"/>
          </a:xfrm>
          <a:prstGeom prst="rect">
            <a:avLst/>
          </a:prstGeom>
          <a:solidFill>
            <a:srgbClr val="F5F5F5"/>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mj-lt"/>
              <a:ea typeface="+mn-ea"/>
              <a:cs typeface="+mn-cs"/>
            </a:endParaRPr>
          </a:p>
        </p:txBody>
      </p:sp>
      <p:sp>
        <p:nvSpPr>
          <p:cNvPr id="20" name="Text 15">
            <a:extLst>
              <a:ext uri="{FF2B5EF4-FFF2-40B4-BE49-F238E27FC236}">
                <a16:creationId xmlns:a16="http://schemas.microsoft.com/office/drawing/2014/main" id="{0619F069-C13A-363A-0893-24DCB36C6C3F}"/>
              </a:ext>
            </a:extLst>
          </p:cNvPr>
          <p:cNvSpPr/>
          <p:nvPr/>
        </p:nvSpPr>
        <p:spPr>
          <a:xfrm>
            <a:off x="5532120" y="1842349"/>
            <a:ext cx="1600200" cy="320040"/>
          </a:xfrm>
          <a:prstGeom prst="rect">
            <a:avLst/>
          </a:prstGeom>
          <a:noFill/>
          <a:ln/>
        </p:spPr>
        <p:txBody>
          <a:bodyPr wrap="squar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dirty="0">
                <a:ln>
                  <a:noFill/>
                </a:ln>
                <a:solidFill>
                  <a:srgbClr val="363636"/>
                </a:solidFill>
                <a:effectLst/>
                <a:uLnTx/>
                <a:uFillTx/>
                <a:latin typeface="+mj-lt"/>
                <a:ea typeface="+mn-ea"/>
                <a:cs typeface="+mn-cs"/>
              </a:rPr>
              <a:t>Active Users</a:t>
            </a:r>
            <a:endParaRPr kumimoji="0" lang="en-US" sz="1300" b="0" i="0" u="none" strike="noStrike" kern="1200" cap="none" spc="0" normalizeH="0" baseline="0" noProof="0" dirty="0">
              <a:ln>
                <a:noFill/>
              </a:ln>
              <a:solidFill>
                <a:prstClr val="black"/>
              </a:solidFill>
              <a:effectLst/>
              <a:uLnTx/>
              <a:uFillTx/>
              <a:latin typeface="+mj-lt"/>
              <a:ea typeface="+mn-ea"/>
              <a:cs typeface="+mn-cs"/>
            </a:endParaRPr>
          </a:p>
        </p:txBody>
      </p:sp>
      <p:sp>
        <p:nvSpPr>
          <p:cNvPr id="21" name="Text 16">
            <a:extLst>
              <a:ext uri="{FF2B5EF4-FFF2-40B4-BE49-F238E27FC236}">
                <a16:creationId xmlns:a16="http://schemas.microsoft.com/office/drawing/2014/main" id="{04193949-5D2F-A2D4-3242-842EB540C919}"/>
              </a:ext>
            </a:extLst>
          </p:cNvPr>
          <p:cNvSpPr/>
          <p:nvPr/>
        </p:nvSpPr>
        <p:spPr>
          <a:xfrm>
            <a:off x="5532120" y="2208109"/>
            <a:ext cx="1600200" cy="274320"/>
          </a:xfrm>
          <a:prstGeom prst="rect">
            <a:avLst/>
          </a:prstGeom>
          <a:noFill/>
          <a:ln/>
        </p:spPr>
        <p:txBody>
          <a:bodyPr wrap="squar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1" u="none" strike="noStrike" kern="1200" cap="none" spc="0" normalizeH="0" baseline="0" noProof="0" dirty="0">
                <a:ln>
                  <a:noFill/>
                </a:ln>
                <a:solidFill>
                  <a:srgbClr val="363636"/>
                </a:solidFill>
                <a:effectLst/>
                <a:uLnTx/>
                <a:uFillTx/>
                <a:latin typeface="+mj-lt"/>
                <a:ea typeface="+mn-ea"/>
                <a:cs typeface="+mn-cs"/>
              </a:rPr>
              <a:t>Count</a:t>
            </a:r>
            <a:endParaRPr kumimoji="0" lang="en-US" sz="1100" b="0" i="0" u="none" strike="noStrike" kern="1200" cap="none" spc="0" normalizeH="0" baseline="0" noProof="0" dirty="0">
              <a:ln>
                <a:noFill/>
              </a:ln>
              <a:solidFill>
                <a:prstClr val="black"/>
              </a:solidFill>
              <a:effectLst/>
              <a:uLnTx/>
              <a:uFillTx/>
              <a:latin typeface="+mj-lt"/>
              <a:ea typeface="+mn-ea"/>
              <a:cs typeface="+mn-cs"/>
            </a:endParaRPr>
          </a:p>
        </p:txBody>
      </p:sp>
      <p:sp>
        <p:nvSpPr>
          <p:cNvPr id="22" name="Shape 17">
            <a:extLst>
              <a:ext uri="{FF2B5EF4-FFF2-40B4-BE49-F238E27FC236}">
                <a16:creationId xmlns:a16="http://schemas.microsoft.com/office/drawing/2014/main" id="{8BF344F6-8416-CBA1-F180-3FEE00B93E57}"/>
              </a:ext>
            </a:extLst>
          </p:cNvPr>
          <p:cNvSpPr/>
          <p:nvPr/>
        </p:nvSpPr>
        <p:spPr>
          <a:xfrm>
            <a:off x="7223760" y="1525700"/>
            <a:ext cx="1600200" cy="1097280"/>
          </a:xfrm>
          <a:prstGeom prst="rect">
            <a:avLst/>
          </a:prstGeom>
          <a:solidFill>
            <a:srgbClr val="F5F5F5"/>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mj-lt"/>
              <a:ea typeface="+mn-ea"/>
              <a:cs typeface="+mn-cs"/>
            </a:endParaRPr>
          </a:p>
        </p:txBody>
      </p:sp>
      <p:sp>
        <p:nvSpPr>
          <p:cNvPr id="24" name="Text 19">
            <a:extLst>
              <a:ext uri="{FF2B5EF4-FFF2-40B4-BE49-F238E27FC236}">
                <a16:creationId xmlns:a16="http://schemas.microsoft.com/office/drawing/2014/main" id="{8E86A651-C3D5-DE82-95D4-F0BC177472AC}"/>
              </a:ext>
            </a:extLst>
          </p:cNvPr>
          <p:cNvSpPr/>
          <p:nvPr/>
        </p:nvSpPr>
        <p:spPr>
          <a:xfrm>
            <a:off x="7223760" y="1884684"/>
            <a:ext cx="1600200" cy="320040"/>
          </a:xfrm>
          <a:prstGeom prst="rect">
            <a:avLst/>
          </a:prstGeom>
          <a:noFill/>
          <a:ln/>
        </p:spPr>
        <p:txBody>
          <a:bodyPr wrap="squar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dirty="0">
                <a:ln>
                  <a:noFill/>
                </a:ln>
                <a:solidFill>
                  <a:srgbClr val="363636"/>
                </a:solidFill>
                <a:effectLst/>
                <a:uLnTx/>
                <a:uFillTx/>
                <a:latin typeface="+mj-lt"/>
                <a:ea typeface="+mn-ea"/>
                <a:cs typeface="+mn-cs"/>
              </a:rPr>
              <a:t>Queries Executed</a:t>
            </a:r>
            <a:endParaRPr kumimoji="0" lang="en-US" sz="1300" b="0" i="0" u="none" strike="noStrike" kern="1200" cap="none" spc="0" normalizeH="0" baseline="0" noProof="0" dirty="0">
              <a:ln>
                <a:noFill/>
              </a:ln>
              <a:solidFill>
                <a:prstClr val="black"/>
              </a:solidFill>
              <a:effectLst/>
              <a:uLnTx/>
              <a:uFillTx/>
              <a:latin typeface="+mj-lt"/>
              <a:ea typeface="+mn-ea"/>
              <a:cs typeface="+mn-cs"/>
            </a:endParaRPr>
          </a:p>
        </p:txBody>
      </p:sp>
      <p:sp>
        <p:nvSpPr>
          <p:cNvPr id="25" name="Text 20">
            <a:extLst>
              <a:ext uri="{FF2B5EF4-FFF2-40B4-BE49-F238E27FC236}">
                <a16:creationId xmlns:a16="http://schemas.microsoft.com/office/drawing/2014/main" id="{44C4338E-7AAC-40B7-B688-5C2D8957720C}"/>
              </a:ext>
            </a:extLst>
          </p:cNvPr>
          <p:cNvSpPr/>
          <p:nvPr/>
        </p:nvSpPr>
        <p:spPr>
          <a:xfrm>
            <a:off x="7223760" y="2250444"/>
            <a:ext cx="1600200" cy="274320"/>
          </a:xfrm>
          <a:prstGeom prst="rect">
            <a:avLst/>
          </a:prstGeom>
          <a:noFill/>
          <a:ln/>
        </p:spPr>
        <p:txBody>
          <a:bodyPr wrap="squar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1" u="none" strike="noStrike" kern="1200" cap="none" spc="0" normalizeH="0" baseline="0" noProof="0" dirty="0">
                <a:ln>
                  <a:noFill/>
                </a:ln>
                <a:solidFill>
                  <a:srgbClr val="363636"/>
                </a:solidFill>
                <a:effectLst/>
                <a:uLnTx/>
                <a:uFillTx/>
                <a:latin typeface="+mj-lt"/>
                <a:ea typeface="+mn-ea"/>
                <a:cs typeface="+mn-cs"/>
              </a:rPr>
              <a:t>Total</a:t>
            </a:r>
            <a:endParaRPr kumimoji="0" lang="en-US" sz="1100" b="0" i="0" u="none" strike="noStrike" kern="1200" cap="none" spc="0" normalizeH="0" baseline="0" noProof="0" dirty="0">
              <a:ln>
                <a:noFill/>
              </a:ln>
              <a:solidFill>
                <a:prstClr val="black"/>
              </a:solidFill>
              <a:effectLst/>
              <a:uLnTx/>
              <a:uFillTx/>
              <a:latin typeface="+mj-lt"/>
              <a:ea typeface="+mn-ea"/>
              <a:cs typeface="+mn-cs"/>
            </a:endParaRPr>
          </a:p>
        </p:txBody>
      </p:sp>
      <p:sp>
        <p:nvSpPr>
          <p:cNvPr id="26" name="Text 21">
            <a:extLst>
              <a:ext uri="{FF2B5EF4-FFF2-40B4-BE49-F238E27FC236}">
                <a16:creationId xmlns:a16="http://schemas.microsoft.com/office/drawing/2014/main" id="{AEDA6681-90A0-ADCE-1398-6133E1247909}"/>
              </a:ext>
            </a:extLst>
          </p:cNvPr>
          <p:cNvSpPr/>
          <p:nvPr/>
        </p:nvSpPr>
        <p:spPr>
          <a:xfrm>
            <a:off x="397980" y="2828603"/>
            <a:ext cx="8229600" cy="326693"/>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effectLst/>
                <a:uLnTx/>
                <a:uFillTx/>
                <a:latin typeface="+mj-lt"/>
                <a:ea typeface="Calibri Light" panose="020F0302020204030204" pitchFamily="34" charset="0"/>
                <a:cs typeface="Calibri Light" panose="020F0302020204030204" pitchFamily="34" charset="0"/>
              </a:rPr>
              <a:t>Monitoring Capabilities</a:t>
            </a:r>
            <a:endParaRPr kumimoji="0" lang="en-US" sz="1200" b="0" i="0" u="none" strike="noStrike" kern="1200" cap="none" spc="0" normalizeH="0" baseline="0" noProof="0" dirty="0">
              <a:ln>
                <a:noFill/>
              </a:ln>
              <a:effectLst/>
              <a:uLnTx/>
              <a:uFillTx/>
              <a:latin typeface="+mj-lt"/>
              <a:ea typeface="Calibri Light" panose="020F0302020204030204" pitchFamily="34" charset="0"/>
              <a:cs typeface="Calibri Light" panose="020F0302020204030204" pitchFamily="34" charset="0"/>
            </a:endParaRPr>
          </a:p>
        </p:txBody>
      </p:sp>
      <p:sp>
        <p:nvSpPr>
          <p:cNvPr id="27" name="Text 22">
            <a:extLst>
              <a:ext uri="{FF2B5EF4-FFF2-40B4-BE49-F238E27FC236}">
                <a16:creationId xmlns:a16="http://schemas.microsoft.com/office/drawing/2014/main" id="{A5A66CD9-CE41-23A8-CA74-B60A4BF286A9}"/>
              </a:ext>
            </a:extLst>
          </p:cNvPr>
          <p:cNvSpPr/>
          <p:nvPr/>
        </p:nvSpPr>
        <p:spPr>
          <a:xfrm>
            <a:off x="397980" y="3365688"/>
            <a:ext cx="8229600" cy="1453767"/>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noProof="0" dirty="0">
                <a:ln>
                  <a:noFill/>
                </a:ln>
                <a:solidFill>
                  <a:srgbClr val="363636"/>
                </a:solidFill>
                <a:effectLst/>
                <a:uLnTx/>
                <a:uFillTx/>
                <a:latin typeface="+mj-lt"/>
                <a:ea typeface="+mn-ea"/>
                <a:cs typeface="+mn-cs"/>
              </a:rPr>
              <a:t>• Track storage consumption across all databases and schemas</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noProof="0" dirty="0">
              <a:ln>
                <a:noFill/>
              </a:ln>
              <a:solidFill>
                <a:prstClr val="black"/>
              </a:solidFill>
              <a:effectLst/>
              <a:uLnTx/>
              <a:uFillTx/>
              <a:latin typeface="+mj-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noProof="0" dirty="0">
                <a:ln>
                  <a:noFill/>
                </a:ln>
                <a:solidFill>
                  <a:srgbClr val="363636"/>
                </a:solidFill>
                <a:effectLst/>
                <a:uLnTx/>
                <a:uFillTx/>
                <a:latin typeface="+mj-lt"/>
                <a:ea typeface="+mn-ea"/>
                <a:cs typeface="+mn-cs"/>
              </a:rPr>
              <a:t>• Monitor warehouse utilization and identify idle resources</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noProof="0" dirty="0">
              <a:ln>
                <a:noFill/>
              </a:ln>
              <a:solidFill>
                <a:prstClr val="black"/>
              </a:solidFill>
              <a:effectLst/>
              <a:uLnTx/>
              <a:uFillTx/>
              <a:latin typeface="+mj-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noProof="0" dirty="0">
                <a:ln>
                  <a:noFill/>
                </a:ln>
                <a:solidFill>
                  <a:srgbClr val="363636"/>
                </a:solidFill>
                <a:effectLst/>
                <a:uLnTx/>
                <a:uFillTx/>
                <a:latin typeface="+mj-lt"/>
                <a:ea typeface="+mn-ea"/>
                <a:cs typeface="+mn-cs"/>
              </a:rPr>
              <a:t>• Analyze user activity patterns and query volumes</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noProof="0" dirty="0">
              <a:ln>
                <a:noFill/>
              </a:ln>
              <a:solidFill>
                <a:prstClr val="black"/>
              </a:solidFill>
              <a:effectLst/>
              <a:uLnTx/>
              <a:uFillTx/>
              <a:latin typeface="+mj-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noProof="0" dirty="0">
                <a:ln>
                  <a:noFill/>
                </a:ln>
                <a:solidFill>
                  <a:srgbClr val="363636"/>
                </a:solidFill>
                <a:effectLst/>
                <a:uLnTx/>
                <a:uFillTx/>
                <a:latin typeface="+mj-lt"/>
                <a:ea typeface="+mn-ea"/>
                <a:cs typeface="+mn-cs"/>
              </a:rPr>
              <a:t>• Review resource allocation and capacity planning metrics</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noProof="0" dirty="0">
              <a:ln>
                <a:noFill/>
              </a:ln>
              <a:solidFill>
                <a:prstClr val="black"/>
              </a:solidFill>
              <a:effectLst/>
              <a:uLnTx/>
              <a:uFillTx/>
              <a:latin typeface="+mj-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noProof="0" dirty="0">
                <a:ln>
                  <a:noFill/>
                </a:ln>
                <a:solidFill>
                  <a:srgbClr val="363636"/>
                </a:solidFill>
                <a:effectLst/>
                <a:uLnTx/>
                <a:uFillTx/>
                <a:latin typeface="+mj-lt"/>
                <a:ea typeface="+mn-ea"/>
                <a:cs typeface="+mn-cs"/>
              </a:rPr>
              <a:t>• Identify cost optimization opportunities in real-time</a:t>
            </a:r>
            <a:endParaRPr kumimoji="0" lang="en-US" sz="1200" b="0" i="0" u="none" strike="noStrike" kern="1200" cap="none" spc="0" normalizeH="0" noProof="0" dirty="0">
              <a:ln>
                <a:noFill/>
              </a:ln>
              <a:solidFill>
                <a:prstClr val="black"/>
              </a:solidFill>
              <a:effectLst/>
              <a:uLnTx/>
              <a:uFillTx/>
              <a:latin typeface="+mj-lt"/>
              <a:ea typeface="+mn-ea"/>
              <a:cs typeface="+mn-cs"/>
            </a:endParaRPr>
          </a:p>
        </p:txBody>
      </p:sp>
    </p:spTree>
    <p:extLst>
      <p:ext uri="{BB962C8B-B14F-4D97-AF65-F5344CB8AC3E}">
        <p14:creationId xmlns:p14="http://schemas.microsoft.com/office/powerpoint/2010/main" val="293485254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F95949-A899-BEE5-727D-D37AF7A3CB48}"/>
            </a:ext>
          </a:extLst>
        </p:cNvPr>
        <p:cNvGrpSpPr/>
        <p:nvPr/>
      </p:nvGrpSpPr>
      <p:grpSpPr>
        <a:xfrm>
          <a:off x="0" y="0"/>
          <a:ext cx="0" cy="0"/>
          <a:chOff x="0" y="0"/>
          <a:chExt cx="0" cy="0"/>
        </a:xfrm>
      </p:grpSpPr>
      <p:sp>
        <p:nvSpPr>
          <p:cNvPr id="3" name="Footer Placeholder 2">
            <a:extLst>
              <a:ext uri="{FF2B5EF4-FFF2-40B4-BE49-F238E27FC236}">
                <a16:creationId xmlns:a16="http://schemas.microsoft.com/office/drawing/2014/main" id="{BC33040C-FCAF-53D1-8E88-CF45C645A77C}"/>
              </a:ext>
            </a:extLst>
          </p:cNvPr>
          <p:cNvSpPr>
            <a:spLocks noGrp="1"/>
          </p:cNvSpPr>
          <p:nvPr>
            <p:ph type="ftr" sz="quarter" idx="10"/>
          </p:nvPr>
        </p:nvSpPr>
        <p:spPr/>
        <p:txBody>
          <a:bodyPr/>
          <a:lstStyle/>
          <a:p>
            <a:pPr defTabSz="685800">
              <a:defRPr/>
            </a:pPr>
            <a:r>
              <a:rPr lang="en-US" dirty="0">
                <a:solidFill>
                  <a:srgbClr val="202020">
                    <a:lumMod val="50000"/>
                    <a:lumOff val="50000"/>
                  </a:srgbClr>
                </a:solidFill>
                <a:latin typeface="+mj-lt"/>
              </a:rPr>
              <a:t>Confidential – Internal BNZ Discussion Only</a:t>
            </a:r>
          </a:p>
        </p:txBody>
      </p:sp>
      <p:sp>
        <p:nvSpPr>
          <p:cNvPr id="4" name="Slide Number Placeholder 3">
            <a:extLst>
              <a:ext uri="{FF2B5EF4-FFF2-40B4-BE49-F238E27FC236}">
                <a16:creationId xmlns:a16="http://schemas.microsoft.com/office/drawing/2014/main" id="{569B59F5-A725-1C61-7D07-07391D2DEF89}"/>
              </a:ext>
            </a:extLst>
          </p:cNvPr>
          <p:cNvSpPr>
            <a:spLocks noGrp="1"/>
          </p:cNvSpPr>
          <p:nvPr>
            <p:ph type="sldNum" sz="quarter" idx="11"/>
          </p:nvPr>
        </p:nvSpPr>
        <p:spPr/>
        <p:txBody>
          <a:bodyPr/>
          <a:lstStyle/>
          <a:p>
            <a:pPr defTabSz="685800" fontAlgn="base">
              <a:spcBef>
                <a:spcPct val="0"/>
              </a:spcBef>
              <a:spcAft>
                <a:spcPct val="0"/>
              </a:spcAft>
            </a:pPr>
            <a:fld id="{BB75A05E-A768-448D-89EA-D79CB42F5018}" type="slidenum">
              <a:rPr lang="en-NZ" altLang="en-US">
                <a:latin typeface="+mj-lt"/>
              </a:rPr>
              <a:pPr defTabSz="685800" fontAlgn="base">
                <a:spcBef>
                  <a:spcPct val="0"/>
                </a:spcBef>
                <a:spcAft>
                  <a:spcPct val="0"/>
                </a:spcAft>
              </a:pPr>
              <a:t>7</a:t>
            </a:fld>
            <a:endParaRPr lang="en-NZ" altLang="en-US">
              <a:latin typeface="+mj-lt"/>
            </a:endParaRPr>
          </a:p>
        </p:txBody>
      </p:sp>
      <p:sp>
        <p:nvSpPr>
          <p:cNvPr id="2" name="Text 0"/>
          <p:cNvSpPr/>
          <p:nvPr/>
        </p:nvSpPr>
        <p:spPr>
          <a:xfrm>
            <a:off x="457200" y="365760"/>
            <a:ext cx="8229600" cy="548640"/>
          </a:xfrm>
          <a:prstGeom prst="rect">
            <a:avLst/>
          </a:prstGeom>
          <a:noFill/>
          <a:ln/>
        </p:spPr>
        <p:txBody>
          <a:bodyPr wrap="square" rtlCol="0" anchor="ctr"/>
          <a:lstStyle/>
          <a:p>
            <a:pPr marL="0" indent="0">
              <a:buNone/>
            </a:pPr>
            <a:r>
              <a:rPr lang="en-US" sz="3200" dirty="0">
                <a:latin typeface="+mj-lt"/>
                <a:ea typeface="Calibri Light" panose="020F0302020204030204" pitchFamily="34" charset="0"/>
                <a:cs typeface="Calibri Light" panose="020F0302020204030204" pitchFamily="34" charset="0"/>
              </a:rPr>
              <a:t>Dashboard Data Sources</a:t>
            </a:r>
          </a:p>
        </p:txBody>
      </p:sp>
      <p:sp>
        <p:nvSpPr>
          <p:cNvPr id="5" name="Text 1"/>
          <p:cNvSpPr/>
          <p:nvPr/>
        </p:nvSpPr>
        <p:spPr>
          <a:xfrm>
            <a:off x="457200" y="914400"/>
            <a:ext cx="8229600" cy="274320"/>
          </a:xfrm>
          <a:prstGeom prst="rect">
            <a:avLst/>
          </a:prstGeom>
          <a:noFill/>
          <a:ln/>
        </p:spPr>
        <p:txBody>
          <a:bodyPr wrap="square" rtlCol="0" anchor="ctr"/>
          <a:lstStyle/>
          <a:p>
            <a:pPr marL="0" indent="0">
              <a:buNone/>
            </a:pPr>
            <a:r>
              <a:rPr lang="en-US" sz="1400" i="1" dirty="0">
                <a:solidFill>
                  <a:srgbClr val="363636"/>
                </a:solidFill>
                <a:latin typeface="+mj-lt"/>
                <a:ea typeface="Calibri Light" panose="020F0302020204030204" pitchFamily="34" charset="0"/>
                <a:cs typeface="Calibri Light" panose="020F0302020204030204" pitchFamily="34" charset="0"/>
              </a:rPr>
              <a:t>Where the data comes from and how it flows into the dashboard</a:t>
            </a:r>
            <a:endParaRPr lang="en-US" sz="1400" dirty="0">
              <a:latin typeface="+mj-lt"/>
              <a:ea typeface="Calibri Light" panose="020F0302020204030204" pitchFamily="34" charset="0"/>
              <a:cs typeface="Calibri Light" panose="020F0302020204030204" pitchFamily="34" charset="0"/>
            </a:endParaRPr>
          </a:p>
        </p:txBody>
      </p:sp>
      <p:sp>
        <p:nvSpPr>
          <p:cNvPr id="6" name="Shape 2"/>
          <p:cNvSpPr/>
          <p:nvPr/>
        </p:nvSpPr>
        <p:spPr>
          <a:xfrm>
            <a:off x="95251" y="1371600"/>
            <a:ext cx="2922270" cy="2926080"/>
          </a:xfrm>
          <a:prstGeom prst="rect">
            <a:avLst/>
          </a:prstGeom>
          <a:solidFill>
            <a:srgbClr val="F5F5F5"/>
          </a:solidFill>
          <a:ln/>
        </p:spPr>
        <p:txBody>
          <a:bodyPr/>
          <a:lstStyle/>
          <a:p>
            <a:endParaRPr lang="en-US">
              <a:latin typeface="+mj-lt"/>
              <a:ea typeface="Calibri Light" panose="020F0302020204030204" pitchFamily="34" charset="0"/>
              <a:cs typeface="Calibri Light" panose="020F0302020204030204" pitchFamily="34" charset="0"/>
            </a:endParaRPr>
          </a:p>
        </p:txBody>
      </p:sp>
      <p:sp>
        <p:nvSpPr>
          <p:cNvPr id="7" name="Text 4"/>
          <p:cNvSpPr/>
          <p:nvPr/>
        </p:nvSpPr>
        <p:spPr>
          <a:xfrm>
            <a:off x="457200" y="1371600"/>
            <a:ext cx="2560320" cy="411480"/>
          </a:xfrm>
          <a:prstGeom prst="rect">
            <a:avLst/>
          </a:prstGeom>
          <a:noFill/>
          <a:ln/>
        </p:spPr>
        <p:txBody>
          <a:bodyPr wrap="square" rtlCol="0" anchor="ctr"/>
          <a:lstStyle/>
          <a:p>
            <a:pPr marL="0" indent="0">
              <a:buNone/>
            </a:pPr>
            <a:r>
              <a:rPr lang="en-US" sz="1400" b="1" dirty="0">
                <a:latin typeface="+mj-lt"/>
                <a:ea typeface="Calibri Light" panose="020F0302020204030204" pitchFamily="34" charset="0"/>
                <a:cs typeface="Calibri Light" panose="020F0302020204030204" pitchFamily="34" charset="0"/>
              </a:rPr>
              <a:t>Source Systems</a:t>
            </a:r>
            <a:endParaRPr lang="en-US" sz="1400" dirty="0">
              <a:latin typeface="+mj-lt"/>
              <a:ea typeface="Calibri Light" panose="020F0302020204030204" pitchFamily="34" charset="0"/>
              <a:cs typeface="Calibri Light" panose="020F0302020204030204" pitchFamily="34" charset="0"/>
            </a:endParaRPr>
          </a:p>
        </p:txBody>
      </p:sp>
      <p:sp>
        <p:nvSpPr>
          <p:cNvPr id="8" name="Text 5"/>
          <p:cNvSpPr/>
          <p:nvPr/>
        </p:nvSpPr>
        <p:spPr>
          <a:xfrm>
            <a:off x="95250" y="1783081"/>
            <a:ext cx="2922270" cy="2103120"/>
          </a:xfrm>
          <a:prstGeom prst="rect">
            <a:avLst/>
          </a:prstGeom>
          <a:noFill/>
          <a:ln/>
        </p:spPr>
        <p:txBody>
          <a:bodyPr wrap="square" rtlCol="0" anchor="ctr"/>
          <a:lstStyle/>
          <a:p>
            <a:pPr marL="0" indent="0">
              <a:buNone/>
            </a:pPr>
            <a:r>
              <a:rPr lang="en-US" sz="1000" b="1" dirty="0">
                <a:latin typeface="+mj-lt"/>
                <a:ea typeface="Calibri Light" panose="020F0302020204030204" pitchFamily="34" charset="0"/>
                <a:cs typeface="Calibri Light" panose="020F0302020204030204" pitchFamily="34" charset="0"/>
              </a:rPr>
              <a:t>Snowflake Account Usage Views:</a:t>
            </a:r>
            <a:endParaRPr lang="en-US" sz="1000" dirty="0">
              <a:latin typeface="+mj-lt"/>
              <a:ea typeface="Calibri Light" panose="020F0302020204030204" pitchFamily="34" charset="0"/>
              <a:cs typeface="Calibri Light" panose="020F0302020204030204" pitchFamily="34" charset="0"/>
            </a:endParaRPr>
          </a:p>
          <a:p>
            <a:pPr marL="0" indent="0">
              <a:buNone/>
            </a:pPr>
            <a:r>
              <a:rPr lang="en-US" sz="1000" dirty="0">
                <a:latin typeface="+mj-lt"/>
                <a:ea typeface="Calibri Light" panose="020F0302020204030204" pitchFamily="34" charset="0"/>
                <a:cs typeface="Calibri Light" panose="020F0302020204030204" pitchFamily="34" charset="0"/>
              </a:rPr>
              <a:t>• QUERY_HISTORY</a:t>
            </a:r>
          </a:p>
          <a:p>
            <a:pPr marL="0" indent="0">
              <a:buNone/>
            </a:pPr>
            <a:r>
              <a:rPr lang="en-US" sz="1000" dirty="0">
                <a:latin typeface="+mj-lt"/>
                <a:ea typeface="Calibri Light" panose="020F0302020204030204" pitchFamily="34" charset="0"/>
                <a:cs typeface="Calibri Light" panose="020F0302020204030204" pitchFamily="34" charset="0"/>
              </a:rPr>
              <a:t>• WAREHOUSE_METERING_HISTORY</a:t>
            </a:r>
          </a:p>
          <a:p>
            <a:pPr marL="0" indent="0">
              <a:buNone/>
            </a:pPr>
            <a:r>
              <a:rPr lang="en-US" sz="1000" dirty="0">
                <a:latin typeface="+mj-lt"/>
                <a:ea typeface="Calibri Light" panose="020F0302020204030204" pitchFamily="34" charset="0"/>
                <a:cs typeface="Calibri Light" panose="020F0302020204030204" pitchFamily="34" charset="0"/>
              </a:rPr>
              <a:t>• DATABASE_STORAGE_USAGE_HISTORY</a:t>
            </a:r>
          </a:p>
          <a:p>
            <a:pPr marL="0" indent="0">
              <a:buNone/>
            </a:pPr>
            <a:r>
              <a:rPr lang="en-US" sz="1000" dirty="0">
                <a:latin typeface="+mj-lt"/>
                <a:ea typeface="Calibri Light" panose="020F0302020204030204" pitchFamily="34" charset="0"/>
                <a:cs typeface="Calibri Light" panose="020F0302020204030204" pitchFamily="34" charset="0"/>
              </a:rPr>
              <a:t>• ACCESS_HISTORY</a:t>
            </a:r>
          </a:p>
          <a:p>
            <a:pPr marL="0" indent="0">
              <a:buNone/>
            </a:pPr>
            <a:r>
              <a:rPr lang="en-US" sz="1000" dirty="0">
                <a:latin typeface="+mj-lt"/>
                <a:ea typeface="Calibri Light" panose="020F0302020204030204" pitchFamily="34" charset="0"/>
                <a:cs typeface="Calibri Light" panose="020F0302020204030204" pitchFamily="34" charset="0"/>
              </a:rPr>
              <a:t>• WAREHOUSE_EVENTS_HISTORY</a:t>
            </a:r>
          </a:p>
          <a:p>
            <a:pPr marL="0" indent="0">
              <a:buNone/>
            </a:pPr>
            <a:r>
              <a:rPr lang="en-US" sz="1000" dirty="0">
                <a:latin typeface="+mj-lt"/>
                <a:ea typeface="Calibri Light" panose="020F0302020204030204" pitchFamily="34" charset="0"/>
                <a:cs typeface="Calibri Light" panose="020F0302020204030204" pitchFamily="34" charset="0"/>
              </a:rPr>
              <a:t>• TABLE_STORAGE_METRICS</a:t>
            </a:r>
          </a:p>
          <a:p>
            <a:pPr marL="0" indent="0">
              <a:buNone/>
            </a:pPr>
            <a:r>
              <a:rPr lang="en-US" sz="1000" dirty="0">
                <a:latin typeface="+mj-lt"/>
                <a:ea typeface="Calibri Light" panose="020F0302020204030204" pitchFamily="34" charset="0"/>
                <a:cs typeface="Calibri Light" panose="020F0302020204030204" pitchFamily="34" charset="0"/>
              </a:rPr>
              <a:t>• GRANTS_TO_ROLES</a:t>
            </a:r>
          </a:p>
          <a:p>
            <a:pPr marL="0" indent="0">
              <a:buNone/>
            </a:pPr>
            <a:r>
              <a:rPr lang="en-US" sz="1000" dirty="0">
                <a:latin typeface="+mj-lt"/>
                <a:ea typeface="Calibri Light" panose="020F0302020204030204" pitchFamily="34" charset="0"/>
                <a:cs typeface="Calibri Light" panose="020F0302020204030204" pitchFamily="34" charset="0"/>
              </a:rPr>
              <a:t>• GRANTS_TO_USERS</a:t>
            </a:r>
          </a:p>
          <a:p>
            <a:pPr marL="0" indent="0">
              <a:buNone/>
            </a:pPr>
            <a:r>
              <a:rPr lang="en-US" sz="1000" dirty="0">
                <a:latin typeface="+mj-lt"/>
                <a:ea typeface="Calibri Light" panose="020F0302020204030204" pitchFamily="34" charset="0"/>
                <a:cs typeface="Calibri Light" panose="020F0302020204030204" pitchFamily="34" charset="0"/>
              </a:rPr>
              <a:t>• USERS, TABLES, COLUMNS</a:t>
            </a:r>
          </a:p>
        </p:txBody>
      </p:sp>
      <p:sp>
        <p:nvSpPr>
          <p:cNvPr id="9" name="Shape 6"/>
          <p:cNvSpPr/>
          <p:nvPr/>
        </p:nvSpPr>
        <p:spPr>
          <a:xfrm>
            <a:off x="3291840" y="1371600"/>
            <a:ext cx="2560320" cy="2926080"/>
          </a:xfrm>
          <a:prstGeom prst="rect">
            <a:avLst/>
          </a:prstGeom>
          <a:solidFill>
            <a:srgbClr val="F5F5F5"/>
          </a:solidFill>
          <a:ln/>
        </p:spPr>
        <p:txBody>
          <a:bodyPr/>
          <a:lstStyle/>
          <a:p>
            <a:endParaRPr lang="en-US">
              <a:latin typeface="+mj-lt"/>
              <a:ea typeface="Calibri Light" panose="020F0302020204030204" pitchFamily="34" charset="0"/>
              <a:cs typeface="Calibri Light" panose="020F0302020204030204" pitchFamily="34" charset="0"/>
            </a:endParaRPr>
          </a:p>
        </p:txBody>
      </p:sp>
      <p:sp>
        <p:nvSpPr>
          <p:cNvPr id="10" name="Text 8"/>
          <p:cNvSpPr/>
          <p:nvPr/>
        </p:nvSpPr>
        <p:spPr>
          <a:xfrm>
            <a:off x="3291840" y="1371600"/>
            <a:ext cx="2560320" cy="411480"/>
          </a:xfrm>
          <a:prstGeom prst="rect">
            <a:avLst/>
          </a:prstGeom>
          <a:noFill/>
          <a:ln/>
        </p:spPr>
        <p:txBody>
          <a:bodyPr wrap="square" rtlCol="0" anchor="ctr"/>
          <a:lstStyle/>
          <a:p>
            <a:pPr marL="0" indent="0">
              <a:buNone/>
            </a:pPr>
            <a:r>
              <a:rPr lang="en-US" sz="1400" b="1" dirty="0">
                <a:latin typeface="+mj-lt"/>
                <a:ea typeface="Calibri Light" panose="020F0302020204030204" pitchFamily="34" charset="0"/>
                <a:cs typeface="Calibri Light" panose="020F0302020204030204" pitchFamily="34" charset="0"/>
              </a:rPr>
              <a:t>Processing</a:t>
            </a:r>
            <a:r>
              <a:rPr lang="en-US" sz="1400" b="1" dirty="0">
                <a:solidFill>
                  <a:srgbClr val="FFFFFF"/>
                </a:solidFill>
                <a:latin typeface="+mj-lt"/>
                <a:ea typeface="Calibri Light" panose="020F0302020204030204" pitchFamily="34" charset="0"/>
                <a:cs typeface="Calibri Light" panose="020F0302020204030204" pitchFamily="34" charset="0"/>
              </a:rPr>
              <a:t> </a:t>
            </a:r>
            <a:r>
              <a:rPr lang="en-US" sz="1400" b="1" dirty="0">
                <a:latin typeface="+mj-lt"/>
                <a:ea typeface="Calibri Light" panose="020F0302020204030204" pitchFamily="34" charset="0"/>
                <a:cs typeface="Calibri Light" panose="020F0302020204030204" pitchFamily="34" charset="0"/>
              </a:rPr>
              <a:t>Layer</a:t>
            </a:r>
          </a:p>
        </p:txBody>
      </p:sp>
      <p:sp>
        <p:nvSpPr>
          <p:cNvPr id="11" name="Text 9"/>
          <p:cNvSpPr/>
          <p:nvPr/>
        </p:nvSpPr>
        <p:spPr>
          <a:xfrm>
            <a:off x="3429000" y="1920240"/>
            <a:ext cx="2377440" cy="2194560"/>
          </a:xfrm>
          <a:prstGeom prst="rect">
            <a:avLst/>
          </a:prstGeom>
          <a:noFill/>
          <a:ln/>
        </p:spPr>
        <p:txBody>
          <a:bodyPr wrap="square" rtlCol="0" anchor="ctr"/>
          <a:lstStyle/>
          <a:p>
            <a:pPr marL="0" indent="0">
              <a:buNone/>
            </a:pPr>
            <a:r>
              <a:rPr lang="en-US" sz="1000" b="1" dirty="0">
                <a:solidFill>
                  <a:srgbClr val="363636"/>
                </a:solidFill>
                <a:latin typeface="+mj-lt"/>
                <a:ea typeface="Calibri Light" panose="020F0302020204030204" pitchFamily="34" charset="0"/>
                <a:cs typeface="Calibri Light" panose="020F0302020204030204" pitchFamily="34" charset="0"/>
              </a:rPr>
              <a:t>DBT Models:</a:t>
            </a:r>
            <a:endParaRPr lang="en-US" sz="1000" dirty="0">
              <a:latin typeface="+mj-lt"/>
              <a:ea typeface="Calibri Light" panose="020F0302020204030204" pitchFamily="34" charset="0"/>
              <a:cs typeface="Calibri Light" panose="020F0302020204030204" pitchFamily="34" charset="0"/>
            </a:endParaRPr>
          </a:p>
          <a:p>
            <a:pPr marL="0" indent="0">
              <a:buNone/>
            </a:pPr>
            <a:r>
              <a:rPr lang="en-US" sz="1000" dirty="0">
                <a:solidFill>
                  <a:srgbClr val="363636"/>
                </a:solidFill>
                <a:latin typeface="+mj-lt"/>
                <a:ea typeface="Calibri Light" panose="020F0302020204030204" pitchFamily="34" charset="0"/>
                <a:cs typeface="Calibri Light" panose="020F0302020204030204" pitchFamily="34" charset="0"/>
              </a:rPr>
              <a:t>• Transform raw metadata</a:t>
            </a:r>
            <a:endParaRPr lang="en-US" sz="1000" dirty="0">
              <a:latin typeface="+mj-lt"/>
              <a:ea typeface="Calibri Light" panose="020F0302020204030204" pitchFamily="34" charset="0"/>
              <a:cs typeface="Calibri Light" panose="020F0302020204030204" pitchFamily="34" charset="0"/>
            </a:endParaRPr>
          </a:p>
          <a:p>
            <a:pPr marL="0" indent="0">
              <a:buNone/>
            </a:pPr>
            <a:r>
              <a:rPr lang="en-US" sz="1000" dirty="0">
                <a:solidFill>
                  <a:srgbClr val="363636"/>
                </a:solidFill>
                <a:latin typeface="+mj-lt"/>
                <a:ea typeface="Calibri Light" panose="020F0302020204030204" pitchFamily="34" charset="0"/>
                <a:cs typeface="Calibri Light" panose="020F0302020204030204" pitchFamily="34" charset="0"/>
              </a:rPr>
              <a:t>• Aggregate credit consumption</a:t>
            </a:r>
            <a:endParaRPr lang="en-US" sz="1000" dirty="0">
              <a:latin typeface="+mj-lt"/>
              <a:ea typeface="Calibri Light" panose="020F0302020204030204" pitchFamily="34" charset="0"/>
              <a:cs typeface="Calibri Light" panose="020F0302020204030204" pitchFamily="34" charset="0"/>
            </a:endParaRPr>
          </a:p>
          <a:p>
            <a:pPr marL="0" indent="0">
              <a:buNone/>
            </a:pPr>
            <a:r>
              <a:rPr lang="en-US" sz="1000" dirty="0">
                <a:solidFill>
                  <a:srgbClr val="363636"/>
                </a:solidFill>
                <a:latin typeface="+mj-lt"/>
                <a:ea typeface="Calibri Light" panose="020F0302020204030204" pitchFamily="34" charset="0"/>
                <a:cs typeface="Calibri Light" panose="020F0302020204030204" pitchFamily="34" charset="0"/>
              </a:rPr>
              <a:t>• Calculate storage metrics</a:t>
            </a:r>
            <a:endParaRPr lang="en-US" sz="1000" dirty="0">
              <a:latin typeface="+mj-lt"/>
              <a:ea typeface="Calibri Light" panose="020F0302020204030204" pitchFamily="34" charset="0"/>
              <a:cs typeface="Calibri Light" panose="020F0302020204030204" pitchFamily="34" charset="0"/>
            </a:endParaRPr>
          </a:p>
          <a:p>
            <a:pPr marL="0" indent="0">
              <a:buNone/>
            </a:pPr>
            <a:r>
              <a:rPr lang="en-US" sz="1000" dirty="0">
                <a:solidFill>
                  <a:srgbClr val="363636"/>
                </a:solidFill>
                <a:latin typeface="+mj-lt"/>
                <a:ea typeface="Calibri Light" panose="020F0302020204030204" pitchFamily="34" charset="0"/>
                <a:cs typeface="Calibri Light" panose="020F0302020204030204" pitchFamily="34" charset="0"/>
              </a:rPr>
              <a:t> </a:t>
            </a:r>
            <a:endParaRPr lang="en-US" sz="1000" dirty="0">
              <a:latin typeface="+mj-lt"/>
              <a:ea typeface="Calibri Light" panose="020F0302020204030204" pitchFamily="34" charset="0"/>
              <a:cs typeface="Calibri Light" panose="020F0302020204030204" pitchFamily="34" charset="0"/>
            </a:endParaRPr>
          </a:p>
          <a:p>
            <a:pPr marL="0" indent="0">
              <a:buNone/>
            </a:pPr>
            <a:r>
              <a:rPr lang="en-US" sz="1000" b="1" dirty="0">
                <a:solidFill>
                  <a:srgbClr val="363636"/>
                </a:solidFill>
                <a:latin typeface="+mj-lt"/>
                <a:ea typeface="Calibri Light" panose="020F0302020204030204" pitchFamily="34" charset="0"/>
                <a:cs typeface="Calibri Light" panose="020F0302020204030204" pitchFamily="34" charset="0"/>
              </a:rPr>
              <a:t>Airflow DAGs:</a:t>
            </a:r>
            <a:endParaRPr lang="en-US" sz="1000" dirty="0">
              <a:latin typeface="+mj-lt"/>
              <a:ea typeface="Calibri Light" panose="020F0302020204030204" pitchFamily="34" charset="0"/>
              <a:cs typeface="Calibri Light" panose="020F0302020204030204" pitchFamily="34" charset="0"/>
            </a:endParaRPr>
          </a:p>
          <a:p>
            <a:pPr marL="0" indent="0">
              <a:buNone/>
            </a:pPr>
            <a:r>
              <a:rPr lang="en-US" sz="1000" dirty="0">
                <a:solidFill>
                  <a:srgbClr val="363636"/>
                </a:solidFill>
                <a:latin typeface="+mj-lt"/>
                <a:ea typeface="Calibri Light" panose="020F0302020204030204" pitchFamily="34" charset="0"/>
                <a:cs typeface="Calibri Light" panose="020F0302020204030204" pitchFamily="34" charset="0"/>
              </a:rPr>
              <a:t>• Scheduled execution of DBT models</a:t>
            </a:r>
            <a:endParaRPr lang="en-US" sz="1000" dirty="0">
              <a:latin typeface="+mj-lt"/>
              <a:ea typeface="Calibri Light" panose="020F0302020204030204" pitchFamily="34" charset="0"/>
              <a:cs typeface="Calibri Light" panose="020F0302020204030204" pitchFamily="34" charset="0"/>
            </a:endParaRPr>
          </a:p>
          <a:p>
            <a:pPr marL="0" indent="0">
              <a:buNone/>
            </a:pPr>
            <a:r>
              <a:rPr lang="en-US" sz="1000" dirty="0">
                <a:solidFill>
                  <a:srgbClr val="363636"/>
                </a:solidFill>
                <a:latin typeface="+mj-lt"/>
                <a:ea typeface="Calibri Light" panose="020F0302020204030204" pitchFamily="34" charset="0"/>
                <a:cs typeface="Calibri Light" panose="020F0302020204030204" pitchFamily="34" charset="0"/>
              </a:rPr>
              <a:t>• Daily/hourly refresh cycles</a:t>
            </a:r>
            <a:endParaRPr lang="en-US" sz="1000" dirty="0">
              <a:latin typeface="+mj-lt"/>
              <a:ea typeface="Calibri Light" panose="020F0302020204030204" pitchFamily="34" charset="0"/>
              <a:cs typeface="Calibri Light" panose="020F0302020204030204" pitchFamily="34" charset="0"/>
            </a:endParaRPr>
          </a:p>
          <a:p>
            <a:pPr marL="0" indent="0">
              <a:buNone/>
            </a:pPr>
            <a:r>
              <a:rPr lang="en-US" sz="1000" dirty="0">
                <a:solidFill>
                  <a:srgbClr val="363636"/>
                </a:solidFill>
                <a:latin typeface="+mj-lt"/>
                <a:ea typeface="Calibri Light" panose="020F0302020204030204" pitchFamily="34" charset="0"/>
                <a:cs typeface="Calibri Light" panose="020F0302020204030204" pitchFamily="34" charset="0"/>
              </a:rPr>
              <a:t> </a:t>
            </a:r>
            <a:endParaRPr lang="en-US" sz="1000" dirty="0">
              <a:latin typeface="+mj-lt"/>
              <a:ea typeface="Calibri Light" panose="020F0302020204030204" pitchFamily="34" charset="0"/>
              <a:cs typeface="Calibri Light" panose="020F0302020204030204" pitchFamily="34" charset="0"/>
            </a:endParaRPr>
          </a:p>
          <a:p>
            <a:pPr marL="0" indent="0">
              <a:buNone/>
            </a:pPr>
            <a:r>
              <a:rPr lang="en-US" sz="1000" b="1" dirty="0">
                <a:solidFill>
                  <a:srgbClr val="363636"/>
                </a:solidFill>
                <a:latin typeface="+mj-lt"/>
                <a:ea typeface="Calibri Light" panose="020F0302020204030204" pitchFamily="34" charset="0"/>
                <a:cs typeface="Calibri Light" panose="020F0302020204030204" pitchFamily="34" charset="0"/>
              </a:rPr>
              <a:t>Target Database:</a:t>
            </a:r>
            <a:endParaRPr lang="en-US" sz="1000" dirty="0">
              <a:latin typeface="+mj-lt"/>
              <a:ea typeface="Calibri Light" panose="020F0302020204030204" pitchFamily="34" charset="0"/>
              <a:cs typeface="Calibri Light" panose="020F0302020204030204" pitchFamily="34" charset="0"/>
            </a:endParaRPr>
          </a:p>
          <a:p>
            <a:pPr marL="0" indent="0">
              <a:buNone/>
            </a:pPr>
            <a:r>
              <a:rPr lang="en-US" sz="1000" dirty="0">
                <a:solidFill>
                  <a:srgbClr val="363636"/>
                </a:solidFill>
                <a:latin typeface="+mj-lt"/>
                <a:ea typeface="Calibri Light" panose="020F0302020204030204" pitchFamily="34" charset="0"/>
                <a:cs typeface="Calibri Light" panose="020F0302020204030204" pitchFamily="34" charset="0"/>
              </a:rPr>
              <a:t>PLATFORM__AUDIT__PREPROD</a:t>
            </a:r>
            <a:endParaRPr lang="en-US" sz="1000" dirty="0">
              <a:latin typeface="+mj-lt"/>
              <a:ea typeface="Calibri Light" panose="020F0302020204030204" pitchFamily="34" charset="0"/>
              <a:cs typeface="Calibri Light" panose="020F0302020204030204" pitchFamily="34" charset="0"/>
            </a:endParaRPr>
          </a:p>
          <a:p>
            <a:pPr marL="0" indent="0">
              <a:buNone/>
            </a:pPr>
            <a:r>
              <a:rPr lang="en-US" sz="1000" dirty="0">
                <a:solidFill>
                  <a:srgbClr val="363636"/>
                </a:solidFill>
                <a:latin typeface="+mj-lt"/>
                <a:ea typeface="Calibri Light" panose="020F0302020204030204" pitchFamily="34" charset="0"/>
                <a:cs typeface="Calibri Light" panose="020F0302020204030204" pitchFamily="34" charset="0"/>
              </a:rPr>
              <a:t>Schema: FINOPS_CURATED</a:t>
            </a:r>
            <a:endParaRPr lang="en-US" sz="1000" dirty="0">
              <a:latin typeface="+mj-lt"/>
              <a:ea typeface="Calibri Light" panose="020F0302020204030204" pitchFamily="34" charset="0"/>
              <a:cs typeface="Calibri Light" panose="020F0302020204030204" pitchFamily="34" charset="0"/>
            </a:endParaRPr>
          </a:p>
        </p:txBody>
      </p:sp>
      <p:sp>
        <p:nvSpPr>
          <p:cNvPr id="12" name="Shape 10"/>
          <p:cNvSpPr/>
          <p:nvPr/>
        </p:nvSpPr>
        <p:spPr>
          <a:xfrm>
            <a:off x="6126480" y="1371600"/>
            <a:ext cx="2560320" cy="2926080"/>
          </a:xfrm>
          <a:prstGeom prst="rect">
            <a:avLst/>
          </a:prstGeom>
          <a:solidFill>
            <a:srgbClr val="F5F5F5"/>
          </a:solidFill>
          <a:ln/>
        </p:spPr>
        <p:txBody>
          <a:bodyPr/>
          <a:lstStyle/>
          <a:p>
            <a:endParaRPr lang="en-US">
              <a:latin typeface="+mj-lt"/>
              <a:ea typeface="Calibri Light" panose="020F0302020204030204" pitchFamily="34" charset="0"/>
              <a:cs typeface="Calibri Light" panose="020F0302020204030204" pitchFamily="34" charset="0"/>
            </a:endParaRPr>
          </a:p>
        </p:txBody>
      </p:sp>
      <p:sp>
        <p:nvSpPr>
          <p:cNvPr id="14" name="Text 12"/>
          <p:cNvSpPr/>
          <p:nvPr/>
        </p:nvSpPr>
        <p:spPr>
          <a:xfrm>
            <a:off x="6126480" y="1371600"/>
            <a:ext cx="2560320" cy="411480"/>
          </a:xfrm>
          <a:prstGeom prst="rect">
            <a:avLst/>
          </a:prstGeom>
          <a:noFill/>
          <a:ln/>
        </p:spPr>
        <p:txBody>
          <a:bodyPr wrap="square" rtlCol="0" anchor="ctr"/>
          <a:lstStyle/>
          <a:p>
            <a:pPr marL="0" indent="0">
              <a:buNone/>
            </a:pPr>
            <a:r>
              <a:rPr lang="en-US" sz="1400" b="1" dirty="0">
                <a:latin typeface="+mj-lt"/>
                <a:ea typeface="Calibri Light" panose="020F0302020204030204" pitchFamily="34" charset="0"/>
                <a:cs typeface="Calibri Light" panose="020F0302020204030204" pitchFamily="34" charset="0"/>
              </a:rPr>
              <a:t>Dashboard</a:t>
            </a:r>
            <a:r>
              <a:rPr lang="en-US" sz="1400" b="1" dirty="0">
                <a:solidFill>
                  <a:srgbClr val="FFFFFF"/>
                </a:solidFill>
                <a:latin typeface="+mj-lt"/>
                <a:ea typeface="Calibri Light" panose="020F0302020204030204" pitchFamily="34" charset="0"/>
                <a:cs typeface="Calibri Light" panose="020F0302020204030204" pitchFamily="34" charset="0"/>
              </a:rPr>
              <a:t> </a:t>
            </a:r>
            <a:r>
              <a:rPr lang="en-US" sz="1400" b="1" dirty="0">
                <a:latin typeface="+mj-lt"/>
                <a:ea typeface="Calibri Light" panose="020F0302020204030204" pitchFamily="34" charset="0"/>
                <a:cs typeface="Calibri Light" panose="020F0302020204030204" pitchFamily="34" charset="0"/>
              </a:rPr>
              <a:t>Layer</a:t>
            </a:r>
          </a:p>
        </p:txBody>
      </p:sp>
      <p:sp>
        <p:nvSpPr>
          <p:cNvPr id="15" name="Text 13"/>
          <p:cNvSpPr/>
          <p:nvPr/>
        </p:nvSpPr>
        <p:spPr>
          <a:xfrm>
            <a:off x="6263640" y="1920240"/>
            <a:ext cx="2286000" cy="2194560"/>
          </a:xfrm>
          <a:prstGeom prst="rect">
            <a:avLst/>
          </a:prstGeom>
          <a:noFill/>
          <a:ln/>
        </p:spPr>
        <p:txBody>
          <a:bodyPr wrap="square" rtlCol="0" anchor="ctr"/>
          <a:lstStyle/>
          <a:p>
            <a:pPr marL="0" indent="0">
              <a:buNone/>
            </a:pPr>
            <a:r>
              <a:rPr lang="en-US" sz="1000" b="1" dirty="0">
                <a:solidFill>
                  <a:srgbClr val="363636"/>
                </a:solidFill>
                <a:latin typeface="+mj-lt"/>
                <a:ea typeface="Calibri Light" panose="020F0302020204030204" pitchFamily="34" charset="0"/>
                <a:cs typeface="Calibri Light" panose="020F0302020204030204" pitchFamily="34" charset="0"/>
              </a:rPr>
              <a:t>Curated Tables:</a:t>
            </a:r>
            <a:endParaRPr lang="en-US" sz="1000" dirty="0">
              <a:latin typeface="+mj-lt"/>
              <a:ea typeface="Calibri Light" panose="020F0302020204030204" pitchFamily="34" charset="0"/>
              <a:cs typeface="Calibri Light" panose="020F0302020204030204" pitchFamily="34" charset="0"/>
            </a:endParaRPr>
          </a:p>
          <a:p>
            <a:pPr marL="0" indent="0">
              <a:buNone/>
            </a:pPr>
            <a:r>
              <a:rPr lang="en-US" sz="1000" dirty="0">
                <a:solidFill>
                  <a:srgbClr val="363636"/>
                </a:solidFill>
                <a:latin typeface="+mj-lt"/>
                <a:ea typeface="Calibri Light" panose="020F0302020204030204" pitchFamily="34" charset="0"/>
                <a:cs typeface="Calibri Light" panose="020F0302020204030204" pitchFamily="34" charset="0"/>
              </a:rPr>
              <a:t>• CREDIT_USAGE</a:t>
            </a:r>
            <a:endParaRPr lang="en-US" sz="1000" dirty="0">
              <a:latin typeface="+mj-lt"/>
              <a:ea typeface="Calibri Light" panose="020F0302020204030204" pitchFamily="34" charset="0"/>
              <a:cs typeface="Calibri Light" panose="020F0302020204030204" pitchFamily="34" charset="0"/>
            </a:endParaRPr>
          </a:p>
          <a:p>
            <a:pPr marL="0" indent="0">
              <a:buNone/>
            </a:pPr>
            <a:r>
              <a:rPr lang="en-US" sz="1000" dirty="0">
                <a:solidFill>
                  <a:srgbClr val="363636"/>
                </a:solidFill>
                <a:latin typeface="+mj-lt"/>
                <a:ea typeface="Calibri Light" panose="020F0302020204030204" pitchFamily="34" charset="0"/>
                <a:cs typeface="Calibri Light" panose="020F0302020204030204" pitchFamily="34" charset="0"/>
              </a:rPr>
              <a:t>• STORAGE_USAGE</a:t>
            </a:r>
            <a:endParaRPr lang="en-US" sz="1000" dirty="0">
              <a:latin typeface="+mj-lt"/>
              <a:ea typeface="Calibri Light" panose="020F0302020204030204" pitchFamily="34" charset="0"/>
              <a:cs typeface="Calibri Light" panose="020F0302020204030204" pitchFamily="34" charset="0"/>
            </a:endParaRPr>
          </a:p>
          <a:p>
            <a:pPr marL="0" indent="0">
              <a:buNone/>
            </a:pPr>
            <a:r>
              <a:rPr lang="en-US" sz="1000" dirty="0">
                <a:solidFill>
                  <a:srgbClr val="363636"/>
                </a:solidFill>
                <a:latin typeface="+mj-lt"/>
                <a:ea typeface="Calibri Light" panose="020F0302020204030204" pitchFamily="34" charset="0"/>
                <a:cs typeface="Calibri Light" panose="020F0302020204030204" pitchFamily="34" charset="0"/>
              </a:rPr>
              <a:t>• WAREHOUSE_RECOMMENDER</a:t>
            </a:r>
            <a:endParaRPr lang="en-US" sz="1000" dirty="0">
              <a:latin typeface="+mj-lt"/>
              <a:ea typeface="Calibri Light" panose="020F0302020204030204" pitchFamily="34" charset="0"/>
              <a:cs typeface="Calibri Light" panose="020F0302020204030204" pitchFamily="34" charset="0"/>
            </a:endParaRPr>
          </a:p>
          <a:p>
            <a:pPr marL="0" indent="0">
              <a:buNone/>
            </a:pPr>
            <a:r>
              <a:rPr lang="en-US" sz="1000" dirty="0">
                <a:solidFill>
                  <a:srgbClr val="363636"/>
                </a:solidFill>
                <a:latin typeface="+mj-lt"/>
                <a:ea typeface="Calibri Light" panose="020F0302020204030204" pitchFamily="34" charset="0"/>
                <a:cs typeface="Calibri Light" panose="020F0302020204030204" pitchFamily="34" charset="0"/>
              </a:rPr>
              <a:t>• BATCH_JOB_OPTIMIZATION</a:t>
            </a:r>
            <a:endParaRPr lang="en-US" sz="1000" dirty="0">
              <a:latin typeface="+mj-lt"/>
              <a:ea typeface="Calibri Light" panose="020F0302020204030204" pitchFamily="34" charset="0"/>
              <a:cs typeface="Calibri Light" panose="020F0302020204030204" pitchFamily="34" charset="0"/>
            </a:endParaRPr>
          </a:p>
          <a:p>
            <a:pPr marL="0" indent="0">
              <a:buNone/>
            </a:pPr>
            <a:r>
              <a:rPr lang="en-US" sz="1000" dirty="0">
                <a:solidFill>
                  <a:srgbClr val="363636"/>
                </a:solidFill>
                <a:latin typeface="+mj-lt"/>
                <a:ea typeface="Calibri Light" panose="020F0302020204030204" pitchFamily="34" charset="0"/>
                <a:cs typeface="Calibri Light" panose="020F0302020204030204" pitchFamily="34" charset="0"/>
              </a:rPr>
              <a:t>• USER_ACCESS_BY_TAG</a:t>
            </a:r>
            <a:endParaRPr lang="en-US" sz="1000" dirty="0">
              <a:latin typeface="+mj-lt"/>
              <a:ea typeface="Calibri Light" panose="020F0302020204030204" pitchFamily="34" charset="0"/>
              <a:cs typeface="Calibri Light" panose="020F0302020204030204" pitchFamily="34" charset="0"/>
            </a:endParaRPr>
          </a:p>
          <a:p>
            <a:pPr marL="0" indent="0">
              <a:buNone/>
            </a:pPr>
            <a:r>
              <a:rPr lang="en-US" sz="1000" dirty="0">
                <a:solidFill>
                  <a:srgbClr val="363636"/>
                </a:solidFill>
                <a:latin typeface="+mj-lt"/>
                <a:ea typeface="Calibri Light" panose="020F0302020204030204" pitchFamily="34" charset="0"/>
                <a:cs typeface="Calibri Light" panose="020F0302020204030204" pitchFamily="34" charset="0"/>
              </a:rPr>
              <a:t>• QUERY_COST_RATIO</a:t>
            </a:r>
            <a:endParaRPr lang="en-US" sz="1000" dirty="0">
              <a:latin typeface="+mj-lt"/>
              <a:ea typeface="Calibri Light" panose="020F0302020204030204" pitchFamily="34" charset="0"/>
              <a:cs typeface="Calibri Light" panose="020F0302020204030204" pitchFamily="34" charset="0"/>
            </a:endParaRPr>
          </a:p>
          <a:p>
            <a:pPr marL="0" indent="0">
              <a:buNone/>
            </a:pPr>
            <a:r>
              <a:rPr lang="en-US" sz="1000" dirty="0">
                <a:solidFill>
                  <a:srgbClr val="363636"/>
                </a:solidFill>
                <a:latin typeface="+mj-lt"/>
                <a:ea typeface="Calibri Light" panose="020F0302020204030204" pitchFamily="34" charset="0"/>
                <a:cs typeface="Calibri Light" panose="020F0302020204030204" pitchFamily="34" charset="0"/>
              </a:rPr>
              <a:t> </a:t>
            </a:r>
            <a:endParaRPr lang="en-US" sz="1000" dirty="0">
              <a:latin typeface="+mj-lt"/>
              <a:ea typeface="Calibri Light" panose="020F0302020204030204" pitchFamily="34" charset="0"/>
              <a:cs typeface="Calibri Light" panose="020F0302020204030204" pitchFamily="34" charset="0"/>
            </a:endParaRPr>
          </a:p>
          <a:p>
            <a:pPr marL="0" indent="0">
              <a:buNone/>
            </a:pPr>
            <a:r>
              <a:rPr lang="en-US" sz="1000" b="1" dirty="0">
                <a:solidFill>
                  <a:srgbClr val="363636"/>
                </a:solidFill>
                <a:latin typeface="+mj-lt"/>
                <a:ea typeface="Calibri Light" panose="020F0302020204030204" pitchFamily="34" charset="0"/>
                <a:cs typeface="Calibri Light" panose="020F0302020204030204" pitchFamily="34" charset="0"/>
              </a:rPr>
              <a:t>Snowflake Dashboard:</a:t>
            </a:r>
            <a:endParaRPr lang="en-US" sz="1000" dirty="0">
              <a:latin typeface="+mj-lt"/>
              <a:ea typeface="Calibri Light" panose="020F0302020204030204" pitchFamily="34" charset="0"/>
              <a:cs typeface="Calibri Light" panose="020F0302020204030204" pitchFamily="34" charset="0"/>
            </a:endParaRPr>
          </a:p>
          <a:p>
            <a:pPr marL="0" indent="0">
              <a:buNone/>
            </a:pPr>
            <a:r>
              <a:rPr lang="en-US" sz="1000" dirty="0">
                <a:solidFill>
                  <a:srgbClr val="363636"/>
                </a:solidFill>
                <a:latin typeface="+mj-lt"/>
                <a:ea typeface="Calibri Light" panose="020F0302020204030204" pitchFamily="34" charset="0"/>
                <a:cs typeface="Calibri Light" panose="020F0302020204030204" pitchFamily="34" charset="0"/>
              </a:rPr>
              <a:t>• Interactive visualizations</a:t>
            </a:r>
            <a:endParaRPr lang="en-US" sz="1000" dirty="0">
              <a:latin typeface="+mj-lt"/>
              <a:ea typeface="Calibri Light" panose="020F0302020204030204" pitchFamily="34" charset="0"/>
              <a:cs typeface="Calibri Light" panose="020F0302020204030204" pitchFamily="34" charset="0"/>
            </a:endParaRPr>
          </a:p>
          <a:p>
            <a:pPr marL="0" indent="0">
              <a:buNone/>
            </a:pPr>
            <a:r>
              <a:rPr lang="en-US" sz="1000" dirty="0">
                <a:solidFill>
                  <a:srgbClr val="363636"/>
                </a:solidFill>
                <a:latin typeface="+mj-lt"/>
                <a:ea typeface="Calibri Light" panose="020F0302020204030204" pitchFamily="34" charset="0"/>
                <a:cs typeface="Calibri Light" panose="020F0302020204030204" pitchFamily="34" charset="0"/>
              </a:rPr>
              <a:t>• Real-time metrics</a:t>
            </a:r>
            <a:endParaRPr lang="en-US" sz="1000" dirty="0">
              <a:latin typeface="+mj-lt"/>
              <a:ea typeface="Calibri Light" panose="020F0302020204030204" pitchFamily="34" charset="0"/>
              <a:cs typeface="Calibri Light" panose="020F0302020204030204" pitchFamily="34" charset="0"/>
            </a:endParaRPr>
          </a:p>
          <a:p>
            <a:pPr marL="0" indent="0">
              <a:buNone/>
            </a:pPr>
            <a:r>
              <a:rPr lang="en-US" sz="1000" dirty="0">
                <a:solidFill>
                  <a:srgbClr val="363636"/>
                </a:solidFill>
                <a:latin typeface="+mj-lt"/>
                <a:ea typeface="Calibri Light" panose="020F0302020204030204" pitchFamily="34" charset="0"/>
                <a:cs typeface="Calibri Light" panose="020F0302020204030204" pitchFamily="34" charset="0"/>
              </a:rPr>
              <a:t>• Drill-down capabilities</a:t>
            </a:r>
            <a:endParaRPr lang="en-US" sz="1000" dirty="0">
              <a:latin typeface="+mj-lt"/>
              <a:ea typeface="Calibri Light" panose="020F0302020204030204" pitchFamily="34" charset="0"/>
              <a:cs typeface="Calibri Light" panose="020F0302020204030204" pitchFamily="34" charset="0"/>
            </a:endParaRPr>
          </a:p>
        </p:txBody>
      </p:sp>
      <p:sp>
        <p:nvSpPr>
          <p:cNvPr id="16" name="Shape 14"/>
          <p:cNvSpPr/>
          <p:nvPr/>
        </p:nvSpPr>
        <p:spPr>
          <a:xfrm>
            <a:off x="3108960" y="2743200"/>
            <a:ext cx="137160" cy="274320"/>
          </a:xfrm>
          <a:prstGeom prst="rightArrow">
            <a:avLst/>
          </a:prstGeom>
          <a:solidFill>
            <a:srgbClr val="065A82"/>
          </a:solidFill>
          <a:ln/>
        </p:spPr>
        <p:txBody>
          <a:bodyPr/>
          <a:lstStyle/>
          <a:p>
            <a:endParaRPr lang="en-US">
              <a:latin typeface="+mj-lt"/>
              <a:ea typeface="Calibri Light" panose="020F0302020204030204" pitchFamily="34" charset="0"/>
              <a:cs typeface="Calibri Light" panose="020F0302020204030204" pitchFamily="34" charset="0"/>
            </a:endParaRPr>
          </a:p>
        </p:txBody>
      </p:sp>
      <p:sp>
        <p:nvSpPr>
          <p:cNvPr id="17" name="Shape 15"/>
          <p:cNvSpPr/>
          <p:nvPr/>
        </p:nvSpPr>
        <p:spPr>
          <a:xfrm>
            <a:off x="5943600" y="2743200"/>
            <a:ext cx="137160" cy="274320"/>
          </a:xfrm>
          <a:prstGeom prst="rightArrow">
            <a:avLst/>
          </a:prstGeom>
          <a:solidFill>
            <a:srgbClr val="1C7293"/>
          </a:solidFill>
          <a:ln/>
        </p:spPr>
        <p:txBody>
          <a:bodyPr/>
          <a:lstStyle/>
          <a:p>
            <a:endParaRPr lang="en-US">
              <a:latin typeface="+mj-lt"/>
              <a:ea typeface="Calibri Light" panose="020F0302020204030204" pitchFamily="34" charset="0"/>
              <a:cs typeface="Calibri Light" panose="020F0302020204030204" pitchFamily="34" charset="0"/>
            </a:endParaRPr>
          </a:p>
        </p:txBody>
      </p:sp>
    </p:spTree>
    <p:extLst>
      <p:ext uri="{BB962C8B-B14F-4D97-AF65-F5344CB8AC3E}">
        <p14:creationId xmlns:p14="http://schemas.microsoft.com/office/powerpoint/2010/main" val="242478065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633B94-E269-BA62-8A27-22D08087C710}"/>
            </a:ext>
          </a:extLst>
        </p:cNvPr>
        <p:cNvGrpSpPr/>
        <p:nvPr/>
      </p:nvGrpSpPr>
      <p:grpSpPr>
        <a:xfrm>
          <a:off x="0" y="0"/>
          <a:ext cx="0" cy="0"/>
          <a:chOff x="0" y="0"/>
          <a:chExt cx="0" cy="0"/>
        </a:xfrm>
      </p:grpSpPr>
      <p:sp>
        <p:nvSpPr>
          <p:cNvPr id="3" name="Footer Placeholder 2">
            <a:extLst>
              <a:ext uri="{FF2B5EF4-FFF2-40B4-BE49-F238E27FC236}">
                <a16:creationId xmlns:a16="http://schemas.microsoft.com/office/drawing/2014/main" id="{2AEAEF59-39F9-D946-483A-BE7A371B632E}"/>
              </a:ext>
            </a:extLst>
          </p:cNvPr>
          <p:cNvSpPr>
            <a:spLocks noGrp="1"/>
          </p:cNvSpPr>
          <p:nvPr>
            <p:ph type="ftr" sz="quarter" idx="10"/>
          </p:nvPr>
        </p:nvSpPr>
        <p:spPr/>
        <p:txBody>
          <a:bodyPr/>
          <a:lstStyle/>
          <a:p>
            <a:pPr defTabSz="685800">
              <a:defRPr/>
            </a:pPr>
            <a:r>
              <a:rPr lang="en-US" dirty="0">
                <a:solidFill>
                  <a:srgbClr val="202020">
                    <a:lumMod val="50000"/>
                    <a:lumOff val="50000"/>
                  </a:srgbClr>
                </a:solidFill>
                <a:latin typeface="+mj-lt"/>
              </a:rPr>
              <a:t>Confidential – Internal BNZ Discussion Only</a:t>
            </a:r>
          </a:p>
        </p:txBody>
      </p:sp>
      <p:sp>
        <p:nvSpPr>
          <p:cNvPr id="4" name="Slide Number Placeholder 3">
            <a:extLst>
              <a:ext uri="{FF2B5EF4-FFF2-40B4-BE49-F238E27FC236}">
                <a16:creationId xmlns:a16="http://schemas.microsoft.com/office/drawing/2014/main" id="{046DFF48-A035-9DE2-DC73-39312EF7C3C1}"/>
              </a:ext>
            </a:extLst>
          </p:cNvPr>
          <p:cNvSpPr>
            <a:spLocks noGrp="1"/>
          </p:cNvSpPr>
          <p:nvPr>
            <p:ph type="sldNum" sz="quarter" idx="11"/>
          </p:nvPr>
        </p:nvSpPr>
        <p:spPr/>
        <p:txBody>
          <a:bodyPr/>
          <a:lstStyle/>
          <a:p>
            <a:pPr defTabSz="685800" fontAlgn="base">
              <a:spcBef>
                <a:spcPct val="0"/>
              </a:spcBef>
              <a:spcAft>
                <a:spcPct val="0"/>
              </a:spcAft>
            </a:pPr>
            <a:fld id="{BB75A05E-A768-448D-89EA-D79CB42F5018}" type="slidenum">
              <a:rPr lang="en-NZ" altLang="en-US">
                <a:latin typeface="+mj-lt"/>
              </a:rPr>
              <a:pPr defTabSz="685800" fontAlgn="base">
                <a:spcBef>
                  <a:spcPct val="0"/>
                </a:spcBef>
                <a:spcAft>
                  <a:spcPct val="0"/>
                </a:spcAft>
              </a:pPr>
              <a:t>8</a:t>
            </a:fld>
            <a:endParaRPr lang="en-NZ" altLang="en-US">
              <a:latin typeface="+mj-lt"/>
            </a:endParaRPr>
          </a:p>
        </p:txBody>
      </p:sp>
      <p:sp>
        <p:nvSpPr>
          <p:cNvPr id="2" name="Text 0">
            <a:extLst>
              <a:ext uri="{FF2B5EF4-FFF2-40B4-BE49-F238E27FC236}">
                <a16:creationId xmlns:a16="http://schemas.microsoft.com/office/drawing/2014/main" id="{B603F8E8-F16F-E87A-70FB-65512DDE3120}"/>
              </a:ext>
            </a:extLst>
          </p:cNvPr>
          <p:cNvSpPr/>
          <p:nvPr/>
        </p:nvSpPr>
        <p:spPr>
          <a:xfrm>
            <a:off x="457200" y="365760"/>
            <a:ext cx="8229600" cy="54864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200" u="none" strike="noStrike" kern="1200" cap="none" spc="0" normalizeH="0" noProof="0" dirty="0">
                <a:ln>
                  <a:noFill/>
                </a:ln>
                <a:effectLst/>
                <a:uLnTx/>
                <a:uFillTx/>
                <a:latin typeface="+mj-lt"/>
                <a:ea typeface="+mn-ea"/>
                <a:cs typeface="+mn-cs"/>
              </a:rPr>
              <a:t>FinOps Details</a:t>
            </a:r>
          </a:p>
        </p:txBody>
      </p:sp>
      <p:sp>
        <p:nvSpPr>
          <p:cNvPr id="5" name="Shape 1">
            <a:extLst>
              <a:ext uri="{FF2B5EF4-FFF2-40B4-BE49-F238E27FC236}">
                <a16:creationId xmlns:a16="http://schemas.microsoft.com/office/drawing/2014/main" id="{934BFB7C-0141-1A9E-8E5D-0F16980B29C9}"/>
              </a:ext>
            </a:extLst>
          </p:cNvPr>
          <p:cNvSpPr/>
          <p:nvPr/>
        </p:nvSpPr>
        <p:spPr>
          <a:xfrm>
            <a:off x="457200" y="1097280"/>
            <a:ext cx="4114800" cy="3474720"/>
          </a:xfrm>
          <a:prstGeom prst="rect">
            <a:avLst/>
          </a:prstGeom>
          <a:no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mj-lt"/>
              <a:ea typeface="+mn-ea"/>
              <a:cs typeface="+mn-cs"/>
            </a:endParaRPr>
          </a:p>
        </p:txBody>
      </p:sp>
      <p:sp>
        <p:nvSpPr>
          <p:cNvPr id="6" name="Shape 2">
            <a:extLst>
              <a:ext uri="{FF2B5EF4-FFF2-40B4-BE49-F238E27FC236}">
                <a16:creationId xmlns:a16="http://schemas.microsoft.com/office/drawing/2014/main" id="{B2369C59-E3AD-812E-58C3-239F5B0A7CBA}"/>
              </a:ext>
            </a:extLst>
          </p:cNvPr>
          <p:cNvSpPr/>
          <p:nvPr/>
        </p:nvSpPr>
        <p:spPr>
          <a:xfrm>
            <a:off x="457200" y="1097280"/>
            <a:ext cx="4114800" cy="457200"/>
          </a:xfrm>
          <a:prstGeom prst="rect">
            <a:avLst/>
          </a:prstGeom>
          <a:noFill/>
          <a:ln/>
        </p:spPr>
        <p:txBody>
          <a:bodyPr/>
          <a:lstStyle/>
          <a:p>
            <a:pPr>
              <a:defRPr/>
            </a:pPr>
            <a:r>
              <a:rPr lang="en-US" sz="1200" b="1" dirty="0">
                <a:latin typeface="+mj-lt"/>
                <a:ea typeface="Calibri Light" panose="020F0302020204030204" pitchFamily="34" charset="0"/>
                <a:cs typeface="Calibri Light" panose="020F0302020204030204" pitchFamily="34" charset="0"/>
              </a:rPr>
              <a:t>Database</a:t>
            </a:r>
            <a:r>
              <a:rPr lang="en-US" sz="1200" b="1" dirty="0">
                <a:solidFill>
                  <a:srgbClr val="FFFFFF"/>
                </a:solidFill>
                <a:latin typeface="+mj-lt"/>
                <a:ea typeface="Calibri Light" panose="020F0302020204030204" pitchFamily="34" charset="0"/>
                <a:cs typeface="Calibri Light" panose="020F0302020204030204" pitchFamily="34" charset="0"/>
              </a:rPr>
              <a:t> </a:t>
            </a:r>
            <a:r>
              <a:rPr lang="en-US" sz="1200" b="1" dirty="0">
                <a:latin typeface="+mj-lt"/>
                <a:ea typeface="Calibri Light" panose="020F0302020204030204" pitchFamily="34" charset="0"/>
                <a:cs typeface="Calibri Light" panose="020F0302020204030204" pitchFamily="34" charset="0"/>
              </a:rPr>
              <a:t>Structure</a:t>
            </a:r>
            <a:endParaRPr lang="en-US" sz="1200" dirty="0">
              <a:latin typeface="+mj-lt"/>
              <a:ea typeface="Calibri Light" panose="020F0302020204030204" pitchFamily="34" charset="0"/>
              <a:cs typeface="Calibri Light" panose="020F030202020403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mj-lt"/>
              <a:ea typeface="+mn-ea"/>
              <a:cs typeface="+mn-cs"/>
            </a:endParaRPr>
          </a:p>
        </p:txBody>
      </p:sp>
      <p:sp>
        <p:nvSpPr>
          <p:cNvPr id="7" name="Text 4">
            <a:extLst>
              <a:ext uri="{FF2B5EF4-FFF2-40B4-BE49-F238E27FC236}">
                <a16:creationId xmlns:a16="http://schemas.microsoft.com/office/drawing/2014/main" id="{38CB48E8-94CA-89AD-DA64-867515DD9B93}"/>
              </a:ext>
            </a:extLst>
          </p:cNvPr>
          <p:cNvSpPr/>
          <p:nvPr/>
        </p:nvSpPr>
        <p:spPr>
          <a:xfrm>
            <a:off x="457200" y="1508760"/>
            <a:ext cx="3749040" cy="2651760"/>
          </a:xfrm>
          <a:prstGeom prst="rect">
            <a:avLst/>
          </a:prstGeom>
          <a:noFill/>
          <a:ln/>
        </p:spPr>
        <p:txBody>
          <a:bodyPr wrap="square"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363636"/>
                </a:solidFill>
                <a:effectLst/>
                <a:uLnTx/>
                <a:uFillTx/>
                <a:latin typeface="+mj-lt"/>
                <a:ea typeface="Calibri Light" panose="020F0302020204030204" pitchFamily="34" charset="0"/>
                <a:cs typeface="Calibri Light" panose="020F0302020204030204" pitchFamily="34" charset="0"/>
              </a:rPr>
              <a:t>Database:</a:t>
            </a:r>
            <a:endParaRPr kumimoji="0" lang="en-US" sz="1200" b="0" i="0" u="none" strike="noStrike" kern="1200" cap="none" spc="0" normalizeH="0" baseline="0" noProof="0" dirty="0">
              <a:ln>
                <a:noFill/>
              </a:ln>
              <a:solidFill>
                <a:prstClr val="black"/>
              </a:solidFill>
              <a:effectLst/>
              <a:uLnTx/>
              <a:uFillTx/>
              <a:latin typeface="+mj-lt"/>
              <a:ea typeface="Calibri Light" panose="020F0302020204030204" pitchFamily="34" charset="0"/>
              <a:cs typeface="Calibri Light" panose="020F030202020403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363636"/>
                </a:solidFill>
                <a:effectLst/>
                <a:uLnTx/>
                <a:uFillTx/>
                <a:latin typeface="+mj-lt"/>
                <a:ea typeface="Calibri Light" panose="020F0302020204030204" pitchFamily="34" charset="0"/>
                <a:cs typeface="Calibri Light" panose="020F0302020204030204" pitchFamily="34" charset="0"/>
              </a:rPr>
              <a:t>PLATFORM__AUDIT__PREPROD</a:t>
            </a:r>
            <a:endParaRPr kumimoji="0" lang="en-US" sz="1200" b="0" i="0" u="none" strike="noStrike" kern="1200" cap="none" spc="0" normalizeH="0" baseline="0" noProof="0" dirty="0">
              <a:ln>
                <a:noFill/>
              </a:ln>
              <a:solidFill>
                <a:prstClr val="black"/>
              </a:solidFill>
              <a:effectLst/>
              <a:uLnTx/>
              <a:uFillTx/>
              <a:latin typeface="+mj-lt"/>
              <a:ea typeface="Calibri Light" panose="020F0302020204030204" pitchFamily="34" charset="0"/>
              <a:cs typeface="Calibri Light" panose="020F030202020403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363636"/>
                </a:solidFill>
                <a:effectLst/>
                <a:uLnTx/>
                <a:uFillTx/>
                <a:latin typeface="+mj-lt"/>
                <a:ea typeface="Calibri Light" panose="020F0302020204030204" pitchFamily="34" charset="0"/>
                <a:cs typeface="Calibri Light" panose="020F0302020204030204" pitchFamily="34" charset="0"/>
              </a:rPr>
              <a:t> </a:t>
            </a:r>
            <a:endParaRPr kumimoji="0" lang="en-US" sz="1200" b="0" i="0" u="none" strike="noStrike" kern="1200" cap="none" spc="0" normalizeH="0" baseline="0" noProof="0" dirty="0">
              <a:ln>
                <a:noFill/>
              </a:ln>
              <a:solidFill>
                <a:prstClr val="black"/>
              </a:solidFill>
              <a:effectLst/>
              <a:uLnTx/>
              <a:uFillTx/>
              <a:latin typeface="+mj-lt"/>
              <a:ea typeface="Calibri Light" panose="020F0302020204030204" pitchFamily="34" charset="0"/>
              <a:cs typeface="Calibri Light" panose="020F030202020403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363636"/>
                </a:solidFill>
                <a:effectLst/>
                <a:uLnTx/>
                <a:uFillTx/>
                <a:latin typeface="+mj-lt"/>
                <a:ea typeface="Calibri Light" panose="020F0302020204030204" pitchFamily="34" charset="0"/>
                <a:cs typeface="Calibri Light" panose="020F0302020204030204" pitchFamily="34" charset="0"/>
              </a:rPr>
              <a:t>Schemas:</a:t>
            </a:r>
            <a:endParaRPr kumimoji="0" lang="en-US" sz="1200" b="0" i="0" u="none" strike="noStrike" kern="1200" cap="none" spc="0" normalizeH="0" baseline="0" noProof="0" dirty="0">
              <a:ln>
                <a:noFill/>
              </a:ln>
              <a:solidFill>
                <a:prstClr val="black"/>
              </a:solidFill>
              <a:effectLst/>
              <a:uLnTx/>
              <a:uFillTx/>
              <a:latin typeface="+mj-lt"/>
              <a:ea typeface="Calibri Light" panose="020F0302020204030204" pitchFamily="34" charset="0"/>
              <a:cs typeface="Calibri Light" panose="020F030202020403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363636"/>
                </a:solidFill>
                <a:effectLst/>
                <a:uLnTx/>
                <a:uFillTx/>
                <a:latin typeface="+mj-lt"/>
                <a:ea typeface="Calibri Light" panose="020F0302020204030204" pitchFamily="34" charset="0"/>
                <a:cs typeface="Calibri Light" panose="020F0302020204030204" pitchFamily="34" charset="0"/>
              </a:rPr>
              <a:t>• FINOPS_CURATED</a:t>
            </a:r>
            <a:endParaRPr kumimoji="0" lang="en-US" sz="1200" b="0" i="0" u="none" strike="noStrike" kern="1200" cap="none" spc="0" normalizeH="0" baseline="0" noProof="0" dirty="0">
              <a:ln>
                <a:noFill/>
              </a:ln>
              <a:solidFill>
                <a:prstClr val="black"/>
              </a:solidFill>
              <a:effectLst/>
              <a:uLnTx/>
              <a:uFillTx/>
              <a:latin typeface="+mj-lt"/>
              <a:ea typeface="Calibri Light" panose="020F0302020204030204" pitchFamily="34" charset="0"/>
              <a:cs typeface="Calibri Light" panose="020F030202020403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363636"/>
                </a:solidFill>
                <a:effectLst/>
                <a:uLnTx/>
                <a:uFillTx/>
                <a:latin typeface="+mj-lt"/>
                <a:ea typeface="Calibri Light" panose="020F0302020204030204" pitchFamily="34" charset="0"/>
                <a:cs typeface="Calibri Light" panose="020F0302020204030204" pitchFamily="34" charset="0"/>
              </a:rPr>
              <a:t>  - Credit usage tracking</a:t>
            </a:r>
            <a:endParaRPr kumimoji="0" lang="en-US" sz="1200" b="0" i="0" u="none" strike="noStrike" kern="1200" cap="none" spc="0" normalizeH="0" baseline="0" noProof="0" dirty="0">
              <a:ln>
                <a:noFill/>
              </a:ln>
              <a:solidFill>
                <a:prstClr val="black"/>
              </a:solidFill>
              <a:effectLst/>
              <a:uLnTx/>
              <a:uFillTx/>
              <a:latin typeface="+mj-lt"/>
              <a:ea typeface="Calibri Light" panose="020F0302020204030204" pitchFamily="34" charset="0"/>
              <a:cs typeface="Calibri Light" panose="020F030202020403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363636"/>
                </a:solidFill>
                <a:effectLst/>
                <a:uLnTx/>
                <a:uFillTx/>
                <a:latin typeface="+mj-lt"/>
                <a:ea typeface="Calibri Light" panose="020F0302020204030204" pitchFamily="34" charset="0"/>
                <a:cs typeface="Calibri Light" panose="020F0302020204030204" pitchFamily="34" charset="0"/>
              </a:rPr>
              <a:t>  - Storage usage metrics</a:t>
            </a:r>
            <a:endParaRPr kumimoji="0" lang="en-US" sz="1200" b="0" i="0" u="none" strike="noStrike" kern="1200" cap="none" spc="0" normalizeH="0" baseline="0" noProof="0" dirty="0">
              <a:ln>
                <a:noFill/>
              </a:ln>
              <a:solidFill>
                <a:prstClr val="black"/>
              </a:solidFill>
              <a:effectLst/>
              <a:uLnTx/>
              <a:uFillTx/>
              <a:latin typeface="+mj-lt"/>
              <a:ea typeface="Calibri Light" panose="020F0302020204030204" pitchFamily="34" charset="0"/>
              <a:cs typeface="Calibri Light" panose="020F030202020403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363636"/>
                </a:solidFill>
                <a:effectLst/>
                <a:uLnTx/>
                <a:uFillTx/>
                <a:latin typeface="+mj-lt"/>
                <a:ea typeface="Calibri Light" panose="020F0302020204030204" pitchFamily="34" charset="0"/>
                <a:cs typeface="Calibri Light" panose="020F0302020204030204" pitchFamily="34" charset="0"/>
              </a:rPr>
              <a:t>  - Warehouse recommendations</a:t>
            </a:r>
            <a:endParaRPr kumimoji="0" lang="en-US" sz="1200" b="0" i="0" u="none" strike="noStrike" kern="1200" cap="none" spc="0" normalizeH="0" baseline="0" noProof="0" dirty="0">
              <a:ln>
                <a:noFill/>
              </a:ln>
              <a:solidFill>
                <a:prstClr val="black"/>
              </a:solidFill>
              <a:effectLst/>
              <a:uLnTx/>
              <a:uFillTx/>
              <a:latin typeface="+mj-lt"/>
              <a:ea typeface="Calibri Light" panose="020F0302020204030204" pitchFamily="34" charset="0"/>
              <a:cs typeface="Calibri Light" panose="020F030202020403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363636"/>
                </a:solidFill>
                <a:effectLst/>
                <a:uLnTx/>
                <a:uFillTx/>
                <a:latin typeface="+mj-lt"/>
                <a:ea typeface="Calibri Light" panose="020F0302020204030204" pitchFamily="34" charset="0"/>
                <a:cs typeface="Calibri Light" panose="020F0302020204030204" pitchFamily="34" charset="0"/>
              </a:rPr>
              <a:t> </a:t>
            </a:r>
            <a:endParaRPr kumimoji="0" lang="en-US" sz="1200" b="0" i="0" u="none" strike="noStrike" kern="1200" cap="none" spc="0" normalizeH="0" baseline="0" noProof="0" dirty="0">
              <a:ln>
                <a:noFill/>
              </a:ln>
              <a:solidFill>
                <a:prstClr val="black"/>
              </a:solidFill>
              <a:effectLst/>
              <a:uLnTx/>
              <a:uFillTx/>
              <a:latin typeface="+mj-lt"/>
              <a:ea typeface="Calibri Light" panose="020F0302020204030204" pitchFamily="34" charset="0"/>
              <a:cs typeface="Calibri Light" panose="020F030202020403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363636"/>
                </a:solidFill>
                <a:effectLst/>
                <a:uLnTx/>
                <a:uFillTx/>
                <a:latin typeface="+mj-lt"/>
                <a:ea typeface="Calibri Light" panose="020F0302020204030204" pitchFamily="34" charset="0"/>
                <a:cs typeface="Calibri Light" panose="020F0302020204030204" pitchFamily="34" charset="0"/>
              </a:rPr>
              <a:t>• SNOWFLAKE</a:t>
            </a:r>
            <a:endParaRPr kumimoji="0" lang="en-US" sz="1200" b="0" i="0" u="none" strike="noStrike" kern="1200" cap="none" spc="0" normalizeH="0" baseline="0" noProof="0" dirty="0">
              <a:ln>
                <a:noFill/>
              </a:ln>
              <a:solidFill>
                <a:prstClr val="black"/>
              </a:solidFill>
              <a:effectLst/>
              <a:uLnTx/>
              <a:uFillTx/>
              <a:latin typeface="+mj-lt"/>
              <a:ea typeface="Calibri Light" panose="020F0302020204030204" pitchFamily="34" charset="0"/>
              <a:cs typeface="Calibri Light" panose="020F030202020403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363636"/>
                </a:solidFill>
                <a:effectLst/>
                <a:uLnTx/>
                <a:uFillTx/>
                <a:latin typeface="+mj-lt"/>
                <a:ea typeface="Calibri Light" panose="020F0302020204030204" pitchFamily="34" charset="0"/>
                <a:cs typeface="Calibri Light" panose="020F0302020204030204" pitchFamily="34" charset="0"/>
              </a:rPr>
              <a:t>  - Audit metadata</a:t>
            </a:r>
            <a:endParaRPr kumimoji="0" lang="en-US" sz="1200" b="0" i="0" u="none" strike="noStrike" kern="1200" cap="none" spc="0" normalizeH="0" baseline="0" noProof="0" dirty="0">
              <a:ln>
                <a:noFill/>
              </a:ln>
              <a:solidFill>
                <a:prstClr val="black"/>
              </a:solidFill>
              <a:effectLst/>
              <a:uLnTx/>
              <a:uFillTx/>
              <a:latin typeface="+mj-lt"/>
              <a:ea typeface="Calibri Light" panose="020F0302020204030204" pitchFamily="34" charset="0"/>
              <a:cs typeface="Calibri Light" panose="020F030202020403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363636"/>
                </a:solidFill>
                <a:effectLst/>
                <a:uLnTx/>
                <a:uFillTx/>
                <a:latin typeface="+mj-lt"/>
                <a:ea typeface="Calibri Light" panose="020F0302020204030204" pitchFamily="34" charset="0"/>
                <a:cs typeface="Calibri Light" panose="020F0302020204030204" pitchFamily="34" charset="0"/>
              </a:rPr>
              <a:t>  - Query history</a:t>
            </a:r>
            <a:endParaRPr kumimoji="0" lang="en-US" sz="1200" b="0" i="0" u="none" strike="noStrike" kern="1200" cap="none" spc="0" normalizeH="0" baseline="0" noProof="0" dirty="0">
              <a:ln>
                <a:noFill/>
              </a:ln>
              <a:solidFill>
                <a:prstClr val="black"/>
              </a:solidFill>
              <a:effectLst/>
              <a:uLnTx/>
              <a:uFillTx/>
              <a:latin typeface="+mj-lt"/>
              <a:ea typeface="Calibri Light" panose="020F0302020204030204" pitchFamily="34" charset="0"/>
              <a:cs typeface="Calibri Light" panose="020F030202020403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363636"/>
                </a:solidFill>
                <a:effectLst/>
                <a:uLnTx/>
                <a:uFillTx/>
                <a:latin typeface="+mj-lt"/>
                <a:ea typeface="Calibri Light" panose="020F0302020204030204" pitchFamily="34" charset="0"/>
                <a:cs typeface="Calibri Light" panose="020F0302020204030204" pitchFamily="34" charset="0"/>
              </a:rPr>
              <a:t>  - Access logs</a:t>
            </a:r>
            <a:endParaRPr kumimoji="0" lang="en-US" sz="1200" b="0" i="0" u="none" strike="noStrike" kern="1200" cap="none" spc="0" normalizeH="0" baseline="0" noProof="0" dirty="0">
              <a:ln>
                <a:noFill/>
              </a:ln>
              <a:solidFill>
                <a:prstClr val="black"/>
              </a:solidFill>
              <a:effectLst/>
              <a:uLnTx/>
              <a:uFillTx/>
              <a:latin typeface="+mj-lt"/>
              <a:ea typeface="Calibri Light" panose="020F0302020204030204" pitchFamily="34" charset="0"/>
              <a:cs typeface="Calibri Light" panose="020F0302020204030204" pitchFamily="34" charset="0"/>
            </a:endParaRPr>
          </a:p>
        </p:txBody>
      </p:sp>
      <p:sp>
        <p:nvSpPr>
          <p:cNvPr id="8" name="Shape 5">
            <a:extLst>
              <a:ext uri="{FF2B5EF4-FFF2-40B4-BE49-F238E27FC236}">
                <a16:creationId xmlns:a16="http://schemas.microsoft.com/office/drawing/2014/main" id="{E741116C-2F94-48AD-F67E-3A81CEA29121}"/>
              </a:ext>
            </a:extLst>
          </p:cNvPr>
          <p:cNvSpPr/>
          <p:nvPr/>
        </p:nvSpPr>
        <p:spPr>
          <a:xfrm>
            <a:off x="4754880" y="1097280"/>
            <a:ext cx="4114800" cy="3474720"/>
          </a:xfrm>
          <a:prstGeom prst="rect">
            <a:avLst/>
          </a:prstGeom>
          <a:no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mj-lt"/>
              <a:ea typeface="+mn-ea"/>
              <a:cs typeface="+mn-cs"/>
            </a:endParaRPr>
          </a:p>
        </p:txBody>
      </p:sp>
      <p:sp>
        <p:nvSpPr>
          <p:cNvPr id="9" name="Shape 6">
            <a:extLst>
              <a:ext uri="{FF2B5EF4-FFF2-40B4-BE49-F238E27FC236}">
                <a16:creationId xmlns:a16="http://schemas.microsoft.com/office/drawing/2014/main" id="{A2D1C84E-CAF3-E2B5-335F-87BBA80301B0}"/>
              </a:ext>
            </a:extLst>
          </p:cNvPr>
          <p:cNvSpPr/>
          <p:nvPr/>
        </p:nvSpPr>
        <p:spPr>
          <a:xfrm>
            <a:off x="4754880" y="1097280"/>
            <a:ext cx="4114800" cy="457200"/>
          </a:xfrm>
          <a:prstGeom prst="rect">
            <a:avLst/>
          </a:prstGeom>
          <a:noFill/>
          <a:ln/>
        </p:spPr>
        <p:txBody>
          <a:bodyPr/>
          <a:lstStyle/>
          <a:p>
            <a:pPr>
              <a:defRPr/>
            </a:pPr>
            <a:r>
              <a:rPr lang="en-US" sz="1200" b="1" dirty="0">
                <a:latin typeface="+mj-lt"/>
                <a:ea typeface="Calibri Light" panose="020F0302020204030204" pitchFamily="34" charset="0"/>
                <a:cs typeface="Calibri Light" panose="020F0302020204030204" pitchFamily="34" charset="0"/>
              </a:rPr>
              <a:t>Key Components</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mj-lt"/>
              <a:ea typeface="+mn-ea"/>
              <a:cs typeface="+mn-cs"/>
            </a:endParaRPr>
          </a:p>
        </p:txBody>
      </p:sp>
      <p:sp>
        <p:nvSpPr>
          <p:cNvPr id="10" name="Text 8">
            <a:extLst>
              <a:ext uri="{FF2B5EF4-FFF2-40B4-BE49-F238E27FC236}">
                <a16:creationId xmlns:a16="http://schemas.microsoft.com/office/drawing/2014/main" id="{1C9A3923-E748-ED4A-0AB5-F9BBB4F63E70}"/>
              </a:ext>
            </a:extLst>
          </p:cNvPr>
          <p:cNvSpPr/>
          <p:nvPr/>
        </p:nvSpPr>
        <p:spPr>
          <a:xfrm>
            <a:off x="4754880" y="1508760"/>
            <a:ext cx="3749040" cy="2651760"/>
          </a:xfrm>
          <a:prstGeom prst="rect">
            <a:avLst/>
          </a:prstGeom>
          <a:noFill/>
          <a:ln/>
        </p:spPr>
        <p:txBody>
          <a:bodyPr wrap="square"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363636"/>
                </a:solidFill>
                <a:effectLst/>
                <a:uLnTx/>
                <a:uFillTx/>
                <a:latin typeface="+mj-lt"/>
                <a:ea typeface="Calibri Light" panose="020F0302020204030204" pitchFamily="34" charset="0"/>
                <a:cs typeface="Calibri Light" panose="020F0302020204030204" pitchFamily="34" charset="0"/>
              </a:rPr>
              <a:t>Warehouses &amp; Resource Monitors</a:t>
            </a:r>
            <a:endParaRPr kumimoji="0" lang="en-US" sz="1200" b="0" i="0" u="none" strike="noStrike" kern="1200" cap="none" spc="0" normalizeH="0" baseline="0" noProof="0" dirty="0">
              <a:ln>
                <a:noFill/>
              </a:ln>
              <a:solidFill>
                <a:prstClr val="black"/>
              </a:solidFill>
              <a:effectLst/>
              <a:uLnTx/>
              <a:uFillTx/>
              <a:latin typeface="+mj-lt"/>
              <a:ea typeface="Calibri Light" panose="020F0302020204030204" pitchFamily="34" charset="0"/>
              <a:cs typeface="Calibri Light" panose="020F030202020403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363636"/>
                </a:solidFill>
                <a:effectLst/>
                <a:uLnTx/>
                <a:uFillTx/>
                <a:latin typeface="+mj-lt"/>
                <a:ea typeface="Calibri Light" panose="020F0302020204030204" pitchFamily="34" charset="0"/>
                <a:cs typeface="Calibri Light" panose="020F0302020204030204" pitchFamily="34" charset="0"/>
              </a:rPr>
              <a:t>Zone-specific warehouses with credit thresholds</a:t>
            </a:r>
            <a:endParaRPr kumimoji="0" lang="en-US" sz="1200" b="0" i="0" u="none" strike="noStrike" kern="1200" cap="none" spc="0" normalizeH="0" baseline="0" noProof="0" dirty="0">
              <a:ln>
                <a:noFill/>
              </a:ln>
              <a:solidFill>
                <a:prstClr val="black"/>
              </a:solidFill>
              <a:effectLst/>
              <a:uLnTx/>
              <a:uFillTx/>
              <a:latin typeface="+mj-lt"/>
              <a:ea typeface="Calibri Light" panose="020F0302020204030204" pitchFamily="34" charset="0"/>
              <a:cs typeface="Calibri Light" panose="020F030202020403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363636"/>
                </a:solidFill>
                <a:effectLst/>
                <a:uLnTx/>
                <a:uFillTx/>
                <a:latin typeface="+mj-lt"/>
                <a:ea typeface="Calibri Light" panose="020F0302020204030204" pitchFamily="34" charset="0"/>
                <a:cs typeface="Calibri Light" panose="020F0302020204030204" pitchFamily="34" charset="0"/>
              </a:rPr>
              <a:t> </a:t>
            </a:r>
            <a:endParaRPr kumimoji="0" lang="en-US" sz="1200" b="0" i="0" u="none" strike="noStrike" kern="1200" cap="none" spc="0" normalizeH="0" baseline="0" noProof="0" dirty="0">
              <a:ln>
                <a:noFill/>
              </a:ln>
              <a:solidFill>
                <a:prstClr val="black"/>
              </a:solidFill>
              <a:effectLst/>
              <a:uLnTx/>
              <a:uFillTx/>
              <a:latin typeface="+mj-lt"/>
              <a:ea typeface="Calibri Light" panose="020F0302020204030204" pitchFamily="34" charset="0"/>
              <a:cs typeface="Calibri Light" panose="020F030202020403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363636"/>
                </a:solidFill>
                <a:effectLst/>
                <a:uLnTx/>
                <a:uFillTx/>
                <a:latin typeface="+mj-lt"/>
                <a:ea typeface="Calibri Light" panose="020F0302020204030204" pitchFamily="34" charset="0"/>
                <a:cs typeface="Calibri Light" panose="020F0302020204030204" pitchFamily="34" charset="0"/>
              </a:rPr>
              <a:t>Row Access Policies</a:t>
            </a:r>
            <a:endParaRPr kumimoji="0" lang="en-US" sz="1200" b="0" i="0" u="none" strike="noStrike" kern="1200" cap="none" spc="0" normalizeH="0" baseline="0" noProof="0" dirty="0">
              <a:ln>
                <a:noFill/>
              </a:ln>
              <a:solidFill>
                <a:prstClr val="black"/>
              </a:solidFill>
              <a:effectLst/>
              <a:uLnTx/>
              <a:uFillTx/>
              <a:latin typeface="+mj-lt"/>
              <a:ea typeface="Calibri Light" panose="020F0302020204030204" pitchFamily="34" charset="0"/>
              <a:cs typeface="Calibri Light" panose="020F030202020403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363636"/>
                </a:solidFill>
                <a:effectLst/>
                <a:uLnTx/>
                <a:uFillTx/>
                <a:latin typeface="+mj-lt"/>
                <a:ea typeface="Calibri Light" panose="020F0302020204030204" pitchFamily="34" charset="0"/>
                <a:cs typeface="Calibri Light" panose="020F0302020204030204" pitchFamily="34" charset="0"/>
              </a:rPr>
              <a:t>Fine-grained access control at row level</a:t>
            </a:r>
            <a:endParaRPr kumimoji="0" lang="en-US" sz="1200" b="0" i="0" u="none" strike="noStrike" kern="1200" cap="none" spc="0" normalizeH="0" baseline="0" noProof="0" dirty="0">
              <a:ln>
                <a:noFill/>
              </a:ln>
              <a:solidFill>
                <a:prstClr val="black"/>
              </a:solidFill>
              <a:effectLst/>
              <a:uLnTx/>
              <a:uFillTx/>
              <a:latin typeface="+mj-lt"/>
              <a:ea typeface="Calibri Light" panose="020F0302020204030204" pitchFamily="34" charset="0"/>
              <a:cs typeface="Calibri Light" panose="020F030202020403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363636"/>
                </a:solidFill>
                <a:effectLst/>
                <a:uLnTx/>
                <a:uFillTx/>
                <a:latin typeface="+mj-lt"/>
                <a:ea typeface="Calibri Light" panose="020F0302020204030204" pitchFamily="34" charset="0"/>
                <a:cs typeface="Calibri Light" panose="020F0302020204030204" pitchFamily="34" charset="0"/>
              </a:rPr>
              <a:t> </a:t>
            </a:r>
            <a:endParaRPr kumimoji="0" lang="en-US" sz="1200" b="0" i="0" u="none" strike="noStrike" kern="1200" cap="none" spc="0" normalizeH="0" baseline="0" noProof="0" dirty="0">
              <a:ln>
                <a:noFill/>
              </a:ln>
              <a:solidFill>
                <a:prstClr val="black"/>
              </a:solidFill>
              <a:effectLst/>
              <a:uLnTx/>
              <a:uFillTx/>
              <a:latin typeface="+mj-lt"/>
              <a:ea typeface="Calibri Light" panose="020F0302020204030204" pitchFamily="34" charset="0"/>
              <a:cs typeface="Calibri Light" panose="020F030202020403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363636"/>
                </a:solidFill>
                <a:effectLst/>
                <a:uLnTx/>
                <a:uFillTx/>
                <a:latin typeface="+mj-lt"/>
                <a:ea typeface="Calibri Light" panose="020F0302020204030204" pitchFamily="34" charset="0"/>
                <a:cs typeface="Calibri Light" panose="020F0302020204030204" pitchFamily="34" charset="0"/>
              </a:rPr>
              <a:t>Audit &amp; Logging</a:t>
            </a:r>
            <a:endParaRPr kumimoji="0" lang="en-US" sz="1200" b="0" i="0" u="none" strike="noStrike" kern="1200" cap="none" spc="0" normalizeH="0" baseline="0" noProof="0" dirty="0">
              <a:ln>
                <a:noFill/>
              </a:ln>
              <a:solidFill>
                <a:prstClr val="black"/>
              </a:solidFill>
              <a:effectLst/>
              <a:uLnTx/>
              <a:uFillTx/>
              <a:latin typeface="+mj-lt"/>
              <a:ea typeface="Calibri Light" panose="020F0302020204030204" pitchFamily="34" charset="0"/>
              <a:cs typeface="Calibri Light" panose="020F030202020403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363636"/>
                </a:solidFill>
                <a:effectLst/>
                <a:uLnTx/>
                <a:uFillTx/>
                <a:latin typeface="+mj-lt"/>
                <a:ea typeface="Calibri Light" panose="020F0302020204030204" pitchFamily="34" charset="0"/>
                <a:cs typeface="Calibri Light" panose="020F0302020204030204" pitchFamily="34" charset="0"/>
              </a:rPr>
              <a:t>Centralized metadata in platform DB</a:t>
            </a:r>
            <a:endParaRPr kumimoji="0" lang="en-US" sz="1200" b="0" i="0" u="none" strike="noStrike" kern="1200" cap="none" spc="0" normalizeH="0" baseline="0" noProof="0" dirty="0">
              <a:ln>
                <a:noFill/>
              </a:ln>
              <a:solidFill>
                <a:prstClr val="black"/>
              </a:solidFill>
              <a:effectLst/>
              <a:uLnTx/>
              <a:uFillTx/>
              <a:latin typeface="+mj-lt"/>
              <a:ea typeface="Calibri Light" panose="020F0302020204030204" pitchFamily="34" charset="0"/>
              <a:cs typeface="Calibri Light" panose="020F030202020403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363636"/>
                </a:solidFill>
                <a:effectLst/>
                <a:uLnTx/>
                <a:uFillTx/>
                <a:latin typeface="+mj-lt"/>
                <a:ea typeface="Calibri Light" panose="020F0302020204030204" pitchFamily="34" charset="0"/>
                <a:cs typeface="Calibri Light" panose="020F0302020204030204" pitchFamily="34" charset="0"/>
              </a:rPr>
              <a:t>Zone-level execution logs</a:t>
            </a:r>
            <a:endParaRPr kumimoji="0" lang="en-US" sz="1200" b="0" i="0" u="none" strike="noStrike" kern="1200" cap="none" spc="0" normalizeH="0" baseline="0" noProof="0" dirty="0">
              <a:ln>
                <a:noFill/>
              </a:ln>
              <a:solidFill>
                <a:prstClr val="black"/>
              </a:solidFill>
              <a:effectLst/>
              <a:uLnTx/>
              <a:uFillTx/>
              <a:latin typeface="+mj-lt"/>
              <a:ea typeface="Calibri Light" panose="020F0302020204030204" pitchFamily="34" charset="0"/>
              <a:cs typeface="Calibri Light" panose="020F030202020403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363636"/>
                </a:solidFill>
                <a:effectLst/>
                <a:uLnTx/>
                <a:uFillTx/>
                <a:latin typeface="+mj-lt"/>
                <a:ea typeface="Calibri Light" panose="020F0302020204030204" pitchFamily="34" charset="0"/>
                <a:cs typeface="Calibri Light" panose="020F0302020204030204" pitchFamily="34" charset="0"/>
              </a:rPr>
              <a:t> </a:t>
            </a:r>
            <a:endParaRPr kumimoji="0" lang="en-US" sz="1200" b="0" i="0" u="none" strike="noStrike" kern="1200" cap="none" spc="0" normalizeH="0" baseline="0" noProof="0" dirty="0">
              <a:ln>
                <a:noFill/>
              </a:ln>
              <a:solidFill>
                <a:prstClr val="black"/>
              </a:solidFill>
              <a:effectLst/>
              <a:uLnTx/>
              <a:uFillTx/>
              <a:latin typeface="+mj-lt"/>
              <a:ea typeface="Calibri Light" panose="020F0302020204030204" pitchFamily="34" charset="0"/>
              <a:cs typeface="Calibri Light" panose="020F030202020403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363636"/>
                </a:solidFill>
                <a:effectLst/>
                <a:uLnTx/>
                <a:uFillTx/>
                <a:latin typeface="+mj-lt"/>
                <a:ea typeface="Calibri Light" panose="020F0302020204030204" pitchFamily="34" charset="0"/>
                <a:cs typeface="Calibri Light" panose="020F0302020204030204" pitchFamily="34" charset="0"/>
              </a:rPr>
              <a:t>Splunk Integration</a:t>
            </a:r>
            <a:endParaRPr kumimoji="0" lang="en-US" sz="1200" b="0" i="0" u="none" strike="noStrike" kern="1200" cap="none" spc="0" normalizeH="0" baseline="0" noProof="0" dirty="0">
              <a:ln>
                <a:noFill/>
              </a:ln>
              <a:solidFill>
                <a:prstClr val="black"/>
              </a:solidFill>
              <a:effectLst/>
              <a:uLnTx/>
              <a:uFillTx/>
              <a:latin typeface="+mj-lt"/>
              <a:ea typeface="Calibri Light" panose="020F0302020204030204" pitchFamily="34" charset="0"/>
              <a:cs typeface="Calibri Light" panose="020F030202020403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363636"/>
                </a:solidFill>
                <a:effectLst/>
                <a:uLnTx/>
                <a:uFillTx/>
                <a:latin typeface="+mj-lt"/>
                <a:ea typeface="Calibri Light" panose="020F0302020204030204" pitchFamily="34" charset="0"/>
                <a:cs typeface="Calibri Light" panose="020F0302020204030204" pitchFamily="34" charset="0"/>
              </a:rPr>
              <a:t>Real-time monitoring and analytics</a:t>
            </a:r>
            <a:endParaRPr kumimoji="0" lang="en-US" sz="1200" b="0" i="0" u="none" strike="noStrike" kern="1200" cap="none" spc="0" normalizeH="0" baseline="0" noProof="0" dirty="0">
              <a:ln>
                <a:noFill/>
              </a:ln>
              <a:solidFill>
                <a:prstClr val="black"/>
              </a:solidFill>
              <a:effectLst/>
              <a:uLnTx/>
              <a:uFillTx/>
              <a:latin typeface="+mj-lt"/>
              <a:ea typeface="Calibri Light" panose="020F0302020204030204" pitchFamily="34" charset="0"/>
              <a:cs typeface="Calibri Light" panose="020F0302020204030204" pitchFamily="34" charset="0"/>
            </a:endParaRPr>
          </a:p>
        </p:txBody>
      </p:sp>
      <p:cxnSp>
        <p:nvCxnSpPr>
          <p:cNvPr id="11" name="Google Shape;227;p33">
            <a:extLst>
              <a:ext uri="{FF2B5EF4-FFF2-40B4-BE49-F238E27FC236}">
                <a16:creationId xmlns:a16="http://schemas.microsoft.com/office/drawing/2014/main" id="{CB95C61C-4C21-B00D-102C-D2F105ED257E}"/>
              </a:ext>
            </a:extLst>
          </p:cNvPr>
          <p:cNvCxnSpPr>
            <a:cxnSpLocks/>
          </p:cNvCxnSpPr>
          <p:nvPr/>
        </p:nvCxnSpPr>
        <p:spPr>
          <a:xfrm>
            <a:off x="63500" y="920480"/>
            <a:ext cx="9017000" cy="0"/>
          </a:xfrm>
          <a:prstGeom prst="straightConnector1">
            <a:avLst/>
          </a:prstGeom>
          <a:ln w="9525">
            <a:solidFill>
              <a:srgbClr val="083C77"/>
            </a:solidFill>
            <a:round/>
          </a:ln>
        </p:spPr>
      </p:cxnSp>
    </p:spTree>
    <p:extLst>
      <p:ext uri="{BB962C8B-B14F-4D97-AF65-F5344CB8AC3E}">
        <p14:creationId xmlns:p14="http://schemas.microsoft.com/office/powerpoint/2010/main" val="5588014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967FF8-2B5E-E6C3-9EA6-D9B15C9886AF}"/>
            </a:ext>
          </a:extLst>
        </p:cNvPr>
        <p:cNvGrpSpPr/>
        <p:nvPr/>
      </p:nvGrpSpPr>
      <p:grpSpPr>
        <a:xfrm>
          <a:off x="0" y="0"/>
          <a:ext cx="0" cy="0"/>
          <a:chOff x="0" y="0"/>
          <a:chExt cx="0" cy="0"/>
        </a:xfrm>
      </p:grpSpPr>
      <p:sp>
        <p:nvSpPr>
          <p:cNvPr id="3" name="Footer Placeholder 2">
            <a:extLst>
              <a:ext uri="{FF2B5EF4-FFF2-40B4-BE49-F238E27FC236}">
                <a16:creationId xmlns:a16="http://schemas.microsoft.com/office/drawing/2014/main" id="{C756FD7A-E41D-A0A2-FFF6-1E0E3FB13483}"/>
              </a:ext>
            </a:extLst>
          </p:cNvPr>
          <p:cNvSpPr>
            <a:spLocks noGrp="1"/>
          </p:cNvSpPr>
          <p:nvPr>
            <p:ph type="ftr" sz="quarter" idx="10"/>
          </p:nvPr>
        </p:nvSpPr>
        <p:spPr/>
        <p:txBody>
          <a:bodyPr/>
          <a:lstStyle/>
          <a:p>
            <a:pPr defTabSz="685800">
              <a:defRPr/>
            </a:pPr>
            <a:r>
              <a:rPr lang="en-US" dirty="0">
                <a:solidFill>
                  <a:srgbClr val="202020">
                    <a:lumMod val="50000"/>
                    <a:lumOff val="50000"/>
                  </a:srgbClr>
                </a:solidFill>
                <a:latin typeface="+mj-lt"/>
              </a:rPr>
              <a:t>Confidential – Internal BNZ Discussion Only</a:t>
            </a:r>
          </a:p>
        </p:txBody>
      </p:sp>
      <p:sp>
        <p:nvSpPr>
          <p:cNvPr id="4" name="Slide Number Placeholder 3">
            <a:extLst>
              <a:ext uri="{FF2B5EF4-FFF2-40B4-BE49-F238E27FC236}">
                <a16:creationId xmlns:a16="http://schemas.microsoft.com/office/drawing/2014/main" id="{0AACB9BC-DD0A-92F3-F858-26927D7E94A5}"/>
              </a:ext>
            </a:extLst>
          </p:cNvPr>
          <p:cNvSpPr>
            <a:spLocks noGrp="1"/>
          </p:cNvSpPr>
          <p:nvPr>
            <p:ph type="sldNum" sz="quarter" idx="11"/>
          </p:nvPr>
        </p:nvSpPr>
        <p:spPr/>
        <p:txBody>
          <a:bodyPr/>
          <a:lstStyle/>
          <a:p>
            <a:pPr defTabSz="685800" fontAlgn="base">
              <a:spcBef>
                <a:spcPct val="0"/>
              </a:spcBef>
              <a:spcAft>
                <a:spcPct val="0"/>
              </a:spcAft>
            </a:pPr>
            <a:fld id="{BB75A05E-A768-448D-89EA-D79CB42F5018}" type="slidenum">
              <a:rPr lang="en-NZ" altLang="en-US">
                <a:latin typeface="+mj-lt"/>
              </a:rPr>
              <a:pPr defTabSz="685800" fontAlgn="base">
                <a:spcBef>
                  <a:spcPct val="0"/>
                </a:spcBef>
                <a:spcAft>
                  <a:spcPct val="0"/>
                </a:spcAft>
              </a:pPr>
              <a:t>9</a:t>
            </a:fld>
            <a:endParaRPr lang="en-NZ" altLang="en-US">
              <a:latin typeface="+mj-lt"/>
            </a:endParaRPr>
          </a:p>
        </p:txBody>
      </p:sp>
      <p:sp>
        <p:nvSpPr>
          <p:cNvPr id="2" name="Text 0">
            <a:extLst>
              <a:ext uri="{FF2B5EF4-FFF2-40B4-BE49-F238E27FC236}">
                <a16:creationId xmlns:a16="http://schemas.microsoft.com/office/drawing/2014/main" id="{FD2B7D37-3900-60DA-12F8-4F98BDDBCA08}"/>
              </a:ext>
            </a:extLst>
          </p:cNvPr>
          <p:cNvSpPr/>
          <p:nvPr/>
        </p:nvSpPr>
        <p:spPr>
          <a:xfrm>
            <a:off x="161926" y="365760"/>
            <a:ext cx="7334250" cy="481641"/>
          </a:xfrm>
          <a:prstGeom prst="rect">
            <a:avLst/>
          </a:prstGeom>
          <a:noFill/>
          <a:ln/>
        </p:spPr>
        <p:txBody>
          <a:bodyPr wrap="square" rtlCol="0" anchor="ctr"/>
          <a:lstStyle/>
          <a:p>
            <a:pPr lvl="0">
              <a:defRPr/>
            </a:pPr>
            <a:r>
              <a:rPr lang="en-US" sz="2400" dirty="0">
                <a:latin typeface="+mj-lt"/>
                <a:ea typeface="Calibri Light" panose="020F0302020204030204" pitchFamily="34" charset="0"/>
                <a:cs typeface="Calibri Light" panose="020F0302020204030204" pitchFamily="34" charset="0"/>
              </a:rPr>
              <a:t>Dashboard Implementation (What you can see)</a:t>
            </a:r>
            <a:endParaRPr kumimoji="0" lang="en-US" sz="2400" i="0" u="none" strike="noStrike" kern="1200" cap="none" spc="0" normalizeH="0" baseline="0" noProof="0" dirty="0">
              <a:ln>
                <a:noFill/>
              </a:ln>
              <a:effectLst/>
              <a:uLnTx/>
              <a:uFillTx/>
              <a:latin typeface="+mj-lt"/>
              <a:ea typeface="Calibri Light" panose="020F0302020204030204" pitchFamily="34" charset="0"/>
              <a:cs typeface="Calibri Light" panose="020F0302020204030204" pitchFamily="34" charset="0"/>
            </a:endParaRPr>
          </a:p>
        </p:txBody>
      </p:sp>
      <p:sp>
        <p:nvSpPr>
          <p:cNvPr id="5" name="Text 1">
            <a:extLst>
              <a:ext uri="{FF2B5EF4-FFF2-40B4-BE49-F238E27FC236}">
                <a16:creationId xmlns:a16="http://schemas.microsoft.com/office/drawing/2014/main" id="{B821DBEB-9C7B-6720-6B78-DAC4489A58DF}"/>
              </a:ext>
            </a:extLst>
          </p:cNvPr>
          <p:cNvSpPr/>
          <p:nvPr/>
        </p:nvSpPr>
        <p:spPr>
          <a:xfrm>
            <a:off x="386080" y="1098864"/>
            <a:ext cx="8046720" cy="222739"/>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u="none" strike="noStrike" kern="1200" cap="none" spc="0" normalizeH="0" baseline="0" noProof="0" dirty="0">
                <a:ln>
                  <a:noFill/>
                </a:ln>
                <a:solidFill>
                  <a:srgbClr val="363636"/>
                </a:solidFill>
                <a:effectLst/>
                <a:uLnTx/>
                <a:uFillTx/>
                <a:latin typeface="+mj-lt"/>
                <a:ea typeface="Calibri Light" panose="020F0302020204030204" pitchFamily="34" charset="0"/>
                <a:cs typeface="Calibri Light" panose="020F0302020204030204" pitchFamily="34" charset="0"/>
              </a:rPr>
              <a:t>Centralized visibility for cost governance and optimization</a:t>
            </a:r>
            <a:endParaRPr kumimoji="0" lang="en-US" sz="1200" b="1" u="none" strike="noStrike" kern="1200" cap="none" spc="0" normalizeH="0" baseline="0" noProof="0" dirty="0">
              <a:ln>
                <a:noFill/>
              </a:ln>
              <a:solidFill>
                <a:prstClr val="black"/>
              </a:solidFill>
              <a:effectLst/>
              <a:uLnTx/>
              <a:uFillTx/>
              <a:latin typeface="+mj-lt"/>
              <a:ea typeface="Calibri Light" panose="020F0302020204030204" pitchFamily="34" charset="0"/>
              <a:cs typeface="Calibri Light" panose="020F0302020204030204" pitchFamily="34" charset="0"/>
            </a:endParaRPr>
          </a:p>
        </p:txBody>
      </p:sp>
      <p:sp>
        <p:nvSpPr>
          <p:cNvPr id="8" name="Text 4">
            <a:extLst>
              <a:ext uri="{FF2B5EF4-FFF2-40B4-BE49-F238E27FC236}">
                <a16:creationId xmlns:a16="http://schemas.microsoft.com/office/drawing/2014/main" id="{094D930A-FD5E-FF66-0CBD-9B68221393AE}"/>
              </a:ext>
            </a:extLst>
          </p:cNvPr>
          <p:cNvSpPr/>
          <p:nvPr/>
        </p:nvSpPr>
        <p:spPr>
          <a:xfrm>
            <a:off x="286870" y="4116705"/>
            <a:ext cx="6418729" cy="363855"/>
          </a:xfrm>
          <a:prstGeom prst="rect">
            <a:avLst/>
          </a:prstGeom>
          <a:noFill/>
          <a:ln/>
        </p:spPr>
        <p:txBody>
          <a:bodyPr wrap="square" rtlCol="0" anchor="ctr"/>
          <a:lstStyle/>
          <a:p>
            <a:pPr marL="0" marR="0" lvl="0" indent="0" defTabSz="914400" rtl="0" eaLnBrk="1" fontAlgn="auto" latinLnBrk="0" hangingPunct="1">
              <a:lnSpc>
                <a:spcPct val="100000"/>
              </a:lnSpc>
              <a:spcBef>
                <a:spcPts val="0"/>
              </a:spcBef>
              <a:spcAft>
                <a:spcPts val="0"/>
              </a:spcAft>
              <a:buClrTx/>
              <a:buSzTx/>
              <a:buFontTx/>
              <a:buNone/>
              <a:tabLst/>
              <a:defRPr/>
            </a:pPr>
            <a:r>
              <a:rPr kumimoji="0" lang="en-US" sz="1100" b="0" u="none" strike="noStrike" kern="1200" cap="none" spc="0" normalizeH="0" baseline="0" noProof="0" dirty="0">
                <a:ln>
                  <a:noFill/>
                </a:ln>
                <a:solidFill>
                  <a:srgbClr val="363636"/>
                </a:solidFill>
                <a:effectLst/>
                <a:uLnTx/>
                <a:uFillTx/>
                <a:latin typeface="+mj-lt"/>
                <a:ea typeface="+mn-ea"/>
                <a:cs typeface="+mn-cs"/>
              </a:rPr>
              <a:t>Access Required: A_BDH_sf_fg_plat_dev_developer AD group</a:t>
            </a:r>
            <a:endParaRPr kumimoji="0" lang="en-US" sz="1100" b="0" u="none" strike="noStrike" kern="1200" cap="none" spc="0" normalizeH="0" baseline="0" noProof="0" dirty="0">
              <a:ln>
                <a:noFill/>
              </a:ln>
              <a:solidFill>
                <a:prstClr val="black"/>
              </a:solidFill>
              <a:effectLst/>
              <a:uLnTx/>
              <a:uFillTx/>
              <a:latin typeface="+mj-lt"/>
              <a:ea typeface="+mn-ea"/>
              <a:cs typeface="+mn-cs"/>
            </a:endParaRPr>
          </a:p>
        </p:txBody>
      </p:sp>
      <p:sp>
        <p:nvSpPr>
          <p:cNvPr id="10" name="Text 6">
            <a:extLst>
              <a:ext uri="{FF2B5EF4-FFF2-40B4-BE49-F238E27FC236}">
                <a16:creationId xmlns:a16="http://schemas.microsoft.com/office/drawing/2014/main" id="{6A070EEA-0A02-3B50-A45C-47BD268B915B}"/>
              </a:ext>
            </a:extLst>
          </p:cNvPr>
          <p:cNvSpPr/>
          <p:nvPr/>
        </p:nvSpPr>
        <p:spPr>
          <a:xfrm>
            <a:off x="411480" y="1485900"/>
            <a:ext cx="3749040" cy="27432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effectLst/>
                <a:uLnTx/>
                <a:uFillTx/>
                <a:latin typeface="+mj-lt"/>
                <a:ea typeface="Calibri Light" panose="020F0302020204030204" pitchFamily="34" charset="0"/>
                <a:cs typeface="Calibri Light" panose="020F0302020204030204" pitchFamily="34" charset="0"/>
              </a:rPr>
              <a:t>Key Metrics</a:t>
            </a:r>
            <a:endParaRPr kumimoji="0" lang="en-US" sz="1200" b="0" i="0" u="none" strike="noStrike" kern="1200" cap="none" spc="0" normalizeH="0" baseline="0" noProof="0" dirty="0">
              <a:ln>
                <a:noFill/>
              </a:ln>
              <a:effectLst/>
              <a:uLnTx/>
              <a:uFillTx/>
              <a:latin typeface="+mj-lt"/>
              <a:ea typeface="Calibri Light" panose="020F0302020204030204" pitchFamily="34" charset="0"/>
              <a:cs typeface="Calibri Light" panose="020F0302020204030204" pitchFamily="34" charset="0"/>
            </a:endParaRPr>
          </a:p>
        </p:txBody>
      </p:sp>
      <p:sp>
        <p:nvSpPr>
          <p:cNvPr id="11" name="Text 7">
            <a:extLst>
              <a:ext uri="{FF2B5EF4-FFF2-40B4-BE49-F238E27FC236}">
                <a16:creationId xmlns:a16="http://schemas.microsoft.com/office/drawing/2014/main" id="{D5556FB6-4A87-904D-F358-B01A7012B0DB}"/>
              </a:ext>
            </a:extLst>
          </p:cNvPr>
          <p:cNvSpPr/>
          <p:nvPr/>
        </p:nvSpPr>
        <p:spPr>
          <a:xfrm>
            <a:off x="386080" y="1737360"/>
            <a:ext cx="3749040" cy="2491740"/>
          </a:xfrm>
          <a:prstGeom prst="rect">
            <a:avLst/>
          </a:prstGeom>
          <a:noFill/>
          <a:ln/>
        </p:spPr>
        <p:txBody>
          <a:bodyPr wrap="square" rtlCol="0" anchor="ct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200" u="none" strike="noStrike" kern="1200" cap="none" spc="0" normalizeH="0" baseline="0" noProof="0" dirty="0">
                <a:ln>
                  <a:noFill/>
                </a:ln>
                <a:solidFill>
                  <a:srgbClr val="363636"/>
                </a:solidFill>
                <a:effectLst/>
                <a:uLnTx/>
                <a:uFillTx/>
                <a:latin typeface="+mj-lt"/>
                <a:ea typeface="+mn-ea"/>
                <a:cs typeface="+mn-cs"/>
              </a:rPr>
              <a:t>Total Storage (GB)</a:t>
            </a:r>
            <a:endParaRPr kumimoji="0" lang="en-US" sz="1200" u="none" strike="noStrike" kern="1200" cap="none" spc="0" normalizeH="0" baseline="0" noProof="0" dirty="0">
              <a:ln>
                <a:noFill/>
              </a:ln>
              <a:solidFill>
                <a:prstClr val="black"/>
              </a:solidFill>
              <a:effectLst/>
              <a:uLnTx/>
              <a:uFillTx/>
              <a:latin typeface="+mj-lt"/>
              <a:ea typeface="+mn-ea"/>
              <a:cs typeface="+mn-cs"/>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200" u="none" strike="noStrike" kern="1200" cap="none" spc="0" normalizeH="0" baseline="0" noProof="0" dirty="0">
                <a:ln>
                  <a:noFill/>
                </a:ln>
                <a:solidFill>
                  <a:srgbClr val="363636"/>
                </a:solidFill>
                <a:effectLst/>
                <a:uLnTx/>
                <a:uFillTx/>
                <a:latin typeface="+mj-lt"/>
                <a:ea typeface="+mn-ea"/>
                <a:cs typeface="+mn-cs"/>
              </a:rPr>
              <a:t>Total Warehouses</a:t>
            </a:r>
            <a:endParaRPr kumimoji="0" lang="en-US" sz="1200" u="none" strike="noStrike" kern="1200" cap="none" spc="0" normalizeH="0" baseline="0" noProof="0" dirty="0">
              <a:ln>
                <a:noFill/>
              </a:ln>
              <a:solidFill>
                <a:prstClr val="black"/>
              </a:solidFill>
              <a:effectLst/>
              <a:uLnTx/>
              <a:uFillTx/>
              <a:latin typeface="+mj-lt"/>
              <a:ea typeface="+mn-ea"/>
              <a:cs typeface="+mn-cs"/>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200" u="none" strike="noStrike" kern="1200" cap="none" spc="0" normalizeH="0" baseline="0" noProof="0" dirty="0">
                <a:ln>
                  <a:noFill/>
                </a:ln>
                <a:solidFill>
                  <a:srgbClr val="363636"/>
                </a:solidFill>
                <a:effectLst/>
                <a:uLnTx/>
                <a:uFillTx/>
                <a:latin typeface="+mj-lt"/>
                <a:ea typeface="+mn-ea"/>
                <a:cs typeface="+mn-cs"/>
              </a:rPr>
              <a:t>Total Databases</a:t>
            </a:r>
            <a:endParaRPr kumimoji="0" lang="en-US" sz="1200" u="none" strike="noStrike" kern="1200" cap="none" spc="0" normalizeH="0" baseline="0" noProof="0" dirty="0">
              <a:ln>
                <a:noFill/>
              </a:ln>
              <a:solidFill>
                <a:prstClr val="black"/>
              </a:solidFill>
              <a:effectLst/>
              <a:uLnTx/>
              <a:uFillTx/>
              <a:latin typeface="+mj-lt"/>
              <a:ea typeface="+mn-ea"/>
              <a:cs typeface="+mn-cs"/>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200" u="none" strike="noStrike" kern="1200" cap="none" spc="0" normalizeH="0" baseline="0" noProof="0" dirty="0">
                <a:ln>
                  <a:noFill/>
                </a:ln>
                <a:solidFill>
                  <a:srgbClr val="363636"/>
                </a:solidFill>
                <a:effectLst/>
                <a:uLnTx/>
                <a:uFillTx/>
                <a:latin typeface="+mj-lt"/>
                <a:ea typeface="+mn-ea"/>
                <a:cs typeface="+mn-cs"/>
              </a:rPr>
              <a:t>Total Number of Users</a:t>
            </a:r>
            <a:endParaRPr kumimoji="0" lang="en-US" sz="1200" u="none" strike="noStrike" kern="1200" cap="none" spc="0" normalizeH="0" baseline="0" noProof="0" dirty="0">
              <a:ln>
                <a:noFill/>
              </a:ln>
              <a:solidFill>
                <a:prstClr val="black"/>
              </a:solidFill>
              <a:effectLst/>
              <a:uLnTx/>
              <a:uFillTx/>
              <a:latin typeface="+mj-lt"/>
              <a:ea typeface="+mn-ea"/>
              <a:cs typeface="+mn-cs"/>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200" u="none" strike="noStrike" kern="1200" cap="none" spc="0" normalizeH="0" baseline="0" noProof="0" dirty="0">
                <a:ln>
                  <a:noFill/>
                </a:ln>
                <a:solidFill>
                  <a:srgbClr val="363636"/>
                </a:solidFill>
                <a:effectLst/>
                <a:uLnTx/>
                <a:uFillTx/>
                <a:latin typeface="+mj-lt"/>
                <a:ea typeface="+mn-ea"/>
                <a:cs typeface="+mn-cs"/>
              </a:rPr>
              <a:t>Total </a:t>
            </a:r>
            <a:r>
              <a:rPr kumimoji="0" lang="en-US" sz="1200" u="none" strike="noStrike" kern="1200" cap="none" spc="0" normalizeH="0" baseline="0" noProof="0" dirty="0">
                <a:ln>
                  <a:noFill/>
                </a:ln>
                <a:effectLst/>
                <a:uLnTx/>
                <a:uFillTx/>
                <a:latin typeface="+mj-lt"/>
                <a:ea typeface="+mn-ea"/>
                <a:cs typeface="+mn-cs"/>
              </a:rPr>
              <a:t>Number</a:t>
            </a:r>
            <a:r>
              <a:rPr kumimoji="0" lang="en-US" sz="1200" u="none" strike="noStrike" kern="1200" cap="none" spc="0" normalizeH="0" baseline="0" noProof="0" dirty="0">
                <a:ln>
                  <a:noFill/>
                </a:ln>
                <a:solidFill>
                  <a:srgbClr val="363636"/>
                </a:solidFill>
                <a:effectLst/>
                <a:uLnTx/>
                <a:uFillTx/>
                <a:latin typeface="+mj-lt"/>
                <a:ea typeface="+mn-ea"/>
                <a:cs typeface="+mn-cs"/>
              </a:rPr>
              <a:t> of Queries Executed</a:t>
            </a:r>
            <a:endParaRPr kumimoji="0" lang="en-US" sz="1200" u="none" strike="noStrike" kern="1200" cap="none" spc="0" normalizeH="0" baseline="0" noProof="0" dirty="0">
              <a:ln>
                <a:noFill/>
              </a:ln>
              <a:solidFill>
                <a:prstClr val="black"/>
              </a:solidFill>
              <a:effectLst/>
              <a:uLnTx/>
              <a:uFillTx/>
              <a:latin typeface="+mj-lt"/>
              <a:ea typeface="+mn-ea"/>
              <a:cs typeface="+mn-cs"/>
            </a:endParaRPr>
          </a:p>
          <a:p>
            <a:pPr marL="171450" lvl="0" indent="-171450">
              <a:buFont typeface="Arial" panose="020B0604020202020204" pitchFamily="34" charset="0"/>
              <a:buChar char="•"/>
              <a:defRPr/>
            </a:pPr>
            <a:r>
              <a:rPr kumimoji="0" lang="en-US" sz="1200" u="none" strike="noStrike" kern="1200" cap="none" spc="0" normalizeH="0" baseline="0" noProof="0" dirty="0">
                <a:ln>
                  <a:noFill/>
                </a:ln>
                <a:solidFill>
                  <a:srgbClr val="363636"/>
                </a:solidFill>
                <a:effectLst/>
                <a:uLnTx/>
                <a:uFillTx/>
                <a:latin typeface="+mj-lt"/>
                <a:ea typeface="+mn-ea"/>
                <a:cs typeface="+mn-cs"/>
              </a:rPr>
              <a:t>Credit Consumption by Warehouse (Last 30 days)</a:t>
            </a:r>
          </a:p>
          <a:p>
            <a:pPr marL="171450" lvl="0" indent="-171450">
              <a:buFont typeface="Arial" panose="020B0604020202020204" pitchFamily="34" charset="0"/>
              <a:buChar char="•"/>
              <a:defRPr/>
            </a:pPr>
            <a:r>
              <a:rPr lang="en-US" sz="1200" dirty="0">
                <a:solidFill>
                  <a:srgbClr val="363636"/>
                </a:solidFill>
                <a:latin typeface="+mj-lt"/>
              </a:rPr>
              <a:t>Credit Consumption by User (Last 30 days)</a:t>
            </a:r>
            <a:endParaRPr lang="en-US" sz="1200" dirty="0">
              <a:solidFill>
                <a:prstClr val="black"/>
              </a:solidFill>
              <a:latin typeface="+mj-lt"/>
            </a:endParaRPr>
          </a:p>
          <a:p>
            <a:pPr marL="171450" lvl="0" indent="-171450">
              <a:buFont typeface="Arial" panose="020B0604020202020204" pitchFamily="34" charset="0"/>
              <a:buChar char="•"/>
              <a:defRPr/>
            </a:pPr>
            <a:r>
              <a:rPr lang="en-US" sz="1200" dirty="0">
                <a:solidFill>
                  <a:srgbClr val="363636"/>
                </a:solidFill>
                <a:latin typeface="+mj-lt"/>
              </a:rPr>
              <a:t>Average Hour by Hour Consumption (Past 30 Days)</a:t>
            </a:r>
            <a:endParaRPr lang="en-US" sz="1200" dirty="0">
              <a:solidFill>
                <a:prstClr val="black"/>
              </a:solidFill>
              <a:latin typeface="+mj-lt"/>
            </a:endParaRPr>
          </a:p>
          <a:p>
            <a:pPr marL="171450" lvl="0" indent="-171450">
              <a:buFont typeface="Arial" panose="020B0604020202020204" pitchFamily="34" charset="0"/>
              <a:buChar char="•"/>
              <a:defRPr/>
            </a:pPr>
            <a:r>
              <a:rPr lang="en-US" sz="1200" dirty="0">
                <a:solidFill>
                  <a:srgbClr val="363636"/>
                </a:solidFill>
                <a:latin typeface="+mj-lt"/>
              </a:rPr>
              <a:t>Average Query Volume by Hour (Past 30 Days)</a:t>
            </a:r>
            <a:endParaRPr lang="en-US" sz="1200" dirty="0">
              <a:solidFill>
                <a:prstClr val="black"/>
              </a:solidFill>
              <a:latin typeface="+mj-lt"/>
            </a:endParaRPr>
          </a:p>
          <a:p>
            <a:pPr marL="171450" lvl="0" indent="-171450">
              <a:buFont typeface="Arial" panose="020B0604020202020204" pitchFamily="34" charset="0"/>
              <a:buChar char="•"/>
              <a:defRPr/>
            </a:pPr>
            <a:r>
              <a:rPr lang="en-US" sz="1200" dirty="0">
                <a:solidFill>
                  <a:srgbClr val="363636"/>
                </a:solidFill>
                <a:latin typeface="+mj-lt"/>
              </a:rPr>
              <a:t>Top 50 Longest Running Queries</a:t>
            </a:r>
            <a:endParaRPr lang="en-US" sz="1200" dirty="0">
              <a:solidFill>
                <a:prstClr val="black"/>
              </a:solidFill>
              <a:latin typeface="+mj-lt"/>
            </a:endParaRPr>
          </a:p>
          <a:p>
            <a:pPr marL="171450" lvl="0" indent="-171450">
              <a:buFont typeface="Arial" panose="020B0604020202020204" pitchFamily="34" charset="0"/>
              <a:buChar char="•"/>
              <a:defRPr/>
            </a:pPr>
            <a:r>
              <a:rPr lang="en-US" sz="1200" dirty="0">
                <a:solidFill>
                  <a:srgbClr val="363636"/>
                </a:solidFill>
                <a:latin typeface="+mj-lt"/>
              </a:rPr>
              <a:t>Warehouse Recommendations</a:t>
            </a:r>
            <a:endParaRPr lang="en-US" sz="1200" dirty="0">
              <a:solidFill>
                <a:prstClr val="black"/>
              </a:solidFill>
              <a:latin typeface="+mj-lt"/>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u="none" strike="noStrike" kern="1200" cap="none" spc="0" normalizeH="0" baseline="0" noProof="0" dirty="0">
              <a:ln>
                <a:noFill/>
              </a:ln>
              <a:solidFill>
                <a:prstClr val="black"/>
              </a:solidFill>
              <a:effectLst/>
              <a:uLnTx/>
              <a:uFillTx/>
              <a:latin typeface="+mj-lt"/>
              <a:ea typeface="+mn-ea"/>
              <a:cs typeface="+mn-cs"/>
            </a:endParaRPr>
          </a:p>
        </p:txBody>
      </p:sp>
      <p:cxnSp>
        <p:nvCxnSpPr>
          <p:cNvPr id="15" name="Google Shape;227;p33">
            <a:extLst>
              <a:ext uri="{FF2B5EF4-FFF2-40B4-BE49-F238E27FC236}">
                <a16:creationId xmlns:a16="http://schemas.microsoft.com/office/drawing/2014/main" id="{495D25BD-BB11-0D53-8415-F01FEB763DC1}"/>
              </a:ext>
            </a:extLst>
          </p:cNvPr>
          <p:cNvCxnSpPr>
            <a:cxnSpLocks/>
          </p:cNvCxnSpPr>
          <p:nvPr/>
        </p:nvCxnSpPr>
        <p:spPr>
          <a:xfrm>
            <a:off x="46566" y="894231"/>
            <a:ext cx="9050867" cy="0"/>
          </a:xfrm>
          <a:prstGeom prst="straightConnector1">
            <a:avLst/>
          </a:prstGeom>
          <a:ln w="9525">
            <a:solidFill>
              <a:srgbClr val="083C77"/>
            </a:solidFill>
            <a:round/>
          </a:ln>
        </p:spPr>
      </p:cxnSp>
    </p:spTree>
    <p:extLst>
      <p:ext uri="{BB962C8B-B14F-4D97-AF65-F5344CB8AC3E}">
        <p14:creationId xmlns:p14="http://schemas.microsoft.com/office/powerpoint/2010/main" val="166439412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3B549D-619F-6AC3-28C4-ECA795112BF6}"/>
            </a:ext>
          </a:extLst>
        </p:cNvPr>
        <p:cNvGrpSpPr/>
        <p:nvPr/>
      </p:nvGrpSpPr>
      <p:grpSpPr>
        <a:xfrm>
          <a:off x="0" y="0"/>
          <a:ext cx="0" cy="0"/>
          <a:chOff x="0" y="0"/>
          <a:chExt cx="0" cy="0"/>
        </a:xfrm>
      </p:grpSpPr>
      <p:sp>
        <p:nvSpPr>
          <p:cNvPr id="3" name="Footer Placeholder 2">
            <a:extLst>
              <a:ext uri="{FF2B5EF4-FFF2-40B4-BE49-F238E27FC236}">
                <a16:creationId xmlns:a16="http://schemas.microsoft.com/office/drawing/2014/main" id="{1498DB75-B2E1-A148-2767-FCA0E3AEE197}"/>
              </a:ext>
            </a:extLst>
          </p:cNvPr>
          <p:cNvSpPr>
            <a:spLocks noGrp="1"/>
          </p:cNvSpPr>
          <p:nvPr>
            <p:ph type="ftr" sz="quarter" idx="10"/>
          </p:nvPr>
        </p:nvSpPr>
        <p:spPr/>
        <p:txBody>
          <a:bodyPr/>
          <a:lstStyle/>
          <a:p>
            <a:pPr defTabSz="685800">
              <a:defRPr/>
            </a:pPr>
            <a:r>
              <a:rPr lang="en-US" dirty="0">
                <a:solidFill>
                  <a:srgbClr val="202020">
                    <a:lumMod val="50000"/>
                    <a:lumOff val="50000"/>
                  </a:srgbClr>
                </a:solidFill>
                <a:latin typeface="+mj-lt"/>
              </a:rPr>
              <a:t>Confidential – Internal BNZ Discussion Only</a:t>
            </a:r>
          </a:p>
        </p:txBody>
      </p:sp>
      <p:sp>
        <p:nvSpPr>
          <p:cNvPr id="4" name="Slide Number Placeholder 3">
            <a:extLst>
              <a:ext uri="{FF2B5EF4-FFF2-40B4-BE49-F238E27FC236}">
                <a16:creationId xmlns:a16="http://schemas.microsoft.com/office/drawing/2014/main" id="{A4F63316-2DD2-4767-C39F-A2A4D4D50288}"/>
              </a:ext>
            </a:extLst>
          </p:cNvPr>
          <p:cNvSpPr>
            <a:spLocks noGrp="1"/>
          </p:cNvSpPr>
          <p:nvPr>
            <p:ph type="sldNum" sz="quarter" idx="11"/>
          </p:nvPr>
        </p:nvSpPr>
        <p:spPr/>
        <p:txBody>
          <a:bodyPr/>
          <a:lstStyle/>
          <a:p>
            <a:pPr defTabSz="685800" fontAlgn="base">
              <a:spcBef>
                <a:spcPct val="0"/>
              </a:spcBef>
              <a:spcAft>
                <a:spcPct val="0"/>
              </a:spcAft>
            </a:pPr>
            <a:fld id="{BB75A05E-A768-448D-89EA-D79CB42F5018}" type="slidenum">
              <a:rPr lang="en-NZ" altLang="en-US">
                <a:latin typeface="+mj-lt"/>
              </a:rPr>
              <a:pPr defTabSz="685800" fontAlgn="base">
                <a:spcBef>
                  <a:spcPct val="0"/>
                </a:spcBef>
                <a:spcAft>
                  <a:spcPct val="0"/>
                </a:spcAft>
              </a:pPr>
              <a:t>10</a:t>
            </a:fld>
            <a:endParaRPr lang="en-NZ" altLang="en-US">
              <a:latin typeface="+mj-lt"/>
            </a:endParaRPr>
          </a:p>
        </p:txBody>
      </p:sp>
      <p:sp>
        <p:nvSpPr>
          <p:cNvPr id="78" name="Rectangle 77">
            <a:extLst>
              <a:ext uri="{FF2B5EF4-FFF2-40B4-BE49-F238E27FC236}">
                <a16:creationId xmlns:a16="http://schemas.microsoft.com/office/drawing/2014/main" id="{53FCEB9E-3129-C532-7D48-85A824060529}"/>
              </a:ext>
            </a:extLst>
          </p:cNvPr>
          <p:cNvSpPr/>
          <p:nvPr/>
        </p:nvSpPr>
        <p:spPr>
          <a:xfrm>
            <a:off x="971550" y="476280"/>
            <a:ext cx="1061357" cy="1631216"/>
          </a:xfrm>
          <a:prstGeom prst="rect">
            <a:avLst/>
          </a:prstGeom>
          <a:noFill/>
          <a:ln w="0">
            <a:noFill/>
          </a:ln>
        </p:spPr>
        <p:style>
          <a:lnRef idx="0">
            <a:scrgbClr r="0" g="0" b="0"/>
          </a:lnRef>
          <a:fillRef idx="0">
            <a:scrgbClr r="0" g="0" b="0"/>
          </a:fillRef>
          <a:effectRef idx="0">
            <a:scrgbClr r="0" g="0" b="0"/>
          </a:effectRef>
          <a:fontRef idx="minor"/>
        </p:style>
        <p:txBody>
          <a:bodyPr wrap="square" anchor="t">
            <a:spAutoFit/>
          </a:bodyPr>
          <a:lstStyle/>
          <a:p>
            <a:pPr defTabSz="914400">
              <a:lnSpc>
                <a:spcPct val="100000"/>
              </a:lnSpc>
              <a:tabLst>
                <a:tab pos="0" algn="l"/>
              </a:tabLst>
            </a:pPr>
            <a:r>
              <a:rPr lang="en-US" sz="5000" b="1" u="none" strike="noStrike" dirty="0">
                <a:solidFill>
                  <a:schemeClr val="dk1"/>
                </a:solidFill>
                <a:effectLst/>
                <a:uFillTx/>
                <a:latin typeface="+mj-lt"/>
              </a:rPr>
              <a:t>0</a:t>
            </a:r>
            <a:r>
              <a:rPr lang="en-US" sz="5000" b="1" dirty="0">
                <a:solidFill>
                  <a:schemeClr val="dk1"/>
                </a:solidFill>
                <a:latin typeface="+mj-lt"/>
              </a:rPr>
              <a:t>2</a:t>
            </a:r>
          </a:p>
          <a:p>
            <a:pPr defTabSz="914400">
              <a:lnSpc>
                <a:spcPct val="100000"/>
              </a:lnSpc>
              <a:tabLst>
                <a:tab pos="0" algn="l"/>
              </a:tabLst>
            </a:pPr>
            <a:endParaRPr lang="en-US" sz="5000" b="0" u="none" strike="noStrike" dirty="0">
              <a:solidFill>
                <a:srgbClr val="000000"/>
              </a:solidFill>
              <a:effectLst/>
              <a:uFillTx/>
              <a:latin typeface="+mj-lt"/>
            </a:endParaRPr>
          </a:p>
        </p:txBody>
      </p:sp>
      <p:sp>
        <p:nvSpPr>
          <p:cNvPr id="79" name="Rectangle 78">
            <a:extLst>
              <a:ext uri="{FF2B5EF4-FFF2-40B4-BE49-F238E27FC236}">
                <a16:creationId xmlns:a16="http://schemas.microsoft.com/office/drawing/2014/main" id="{86D6C20F-77D6-6A10-9D56-1BA75AD2C2B5}"/>
              </a:ext>
            </a:extLst>
          </p:cNvPr>
          <p:cNvSpPr/>
          <p:nvPr/>
        </p:nvSpPr>
        <p:spPr>
          <a:xfrm>
            <a:off x="898071" y="1428840"/>
            <a:ext cx="7769289" cy="1428480"/>
          </a:xfrm>
          <a:prstGeom prst="rect">
            <a:avLst/>
          </a:prstGeom>
          <a:noFill/>
          <a:ln w="0">
            <a:noFill/>
          </a:ln>
        </p:spPr>
        <p:style>
          <a:lnRef idx="0">
            <a:scrgbClr r="0" g="0" b="0"/>
          </a:lnRef>
          <a:fillRef idx="0">
            <a:scrgbClr r="0" g="0" b="0"/>
          </a:fillRef>
          <a:effectRef idx="0">
            <a:scrgbClr r="0" g="0" b="0"/>
          </a:effectRef>
          <a:fontRef idx="minor"/>
        </p:style>
        <p:txBody>
          <a:bodyPr anchor="t">
            <a:normAutofit fontScale="85000" lnSpcReduction="9999"/>
          </a:bodyPr>
          <a:lstStyle/>
          <a:p>
            <a:pPr>
              <a:tabLst>
                <a:tab pos="0" algn="l"/>
              </a:tabLst>
            </a:pPr>
            <a:r>
              <a:rPr lang="en-US" sz="3200" b="1" dirty="0">
                <a:solidFill>
                  <a:schemeClr val="dk1"/>
                </a:solidFill>
                <a:latin typeface="+mj-lt"/>
                <a:ea typeface="Calibri Light" panose="020F0302020204030204" pitchFamily="34" charset="0"/>
                <a:cs typeface="Calibri Light" panose="020F0302020204030204" pitchFamily="34" charset="0"/>
              </a:rPr>
              <a:t>Snowflake Security</a:t>
            </a:r>
            <a:endParaRPr lang="en-US" sz="3200" dirty="0">
              <a:solidFill>
                <a:srgbClr val="000000"/>
              </a:solidFill>
              <a:latin typeface="+mj-lt"/>
              <a:ea typeface="Calibri Light" panose="020F0302020204030204" pitchFamily="34" charset="0"/>
              <a:cs typeface="Calibri Light" panose="020F0302020204030204" pitchFamily="34" charset="0"/>
            </a:endParaRPr>
          </a:p>
        </p:txBody>
      </p:sp>
    </p:spTree>
    <p:extLst>
      <p:ext uri="{BB962C8B-B14F-4D97-AF65-F5344CB8AC3E}">
        <p14:creationId xmlns:p14="http://schemas.microsoft.com/office/powerpoint/2010/main" val="104182237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879ACC-6368-3450-6A2C-C1856C1907B2}"/>
            </a:ext>
          </a:extLst>
        </p:cNvPr>
        <p:cNvGrpSpPr/>
        <p:nvPr/>
      </p:nvGrpSpPr>
      <p:grpSpPr>
        <a:xfrm>
          <a:off x="0" y="0"/>
          <a:ext cx="0" cy="0"/>
          <a:chOff x="0" y="0"/>
          <a:chExt cx="0" cy="0"/>
        </a:xfrm>
      </p:grpSpPr>
      <p:sp>
        <p:nvSpPr>
          <p:cNvPr id="3" name="Footer Placeholder 2">
            <a:extLst>
              <a:ext uri="{FF2B5EF4-FFF2-40B4-BE49-F238E27FC236}">
                <a16:creationId xmlns:a16="http://schemas.microsoft.com/office/drawing/2014/main" id="{8593D381-196A-7394-5978-A9BB5AF7D57C}"/>
              </a:ext>
            </a:extLst>
          </p:cNvPr>
          <p:cNvSpPr>
            <a:spLocks noGrp="1"/>
          </p:cNvSpPr>
          <p:nvPr>
            <p:ph type="ftr" sz="quarter" idx="10"/>
          </p:nvPr>
        </p:nvSpPr>
        <p:spPr/>
        <p:txBody>
          <a:bodyPr/>
          <a:lstStyle/>
          <a:p>
            <a:pPr defTabSz="685800">
              <a:defRPr/>
            </a:pPr>
            <a:r>
              <a:rPr lang="en-US" dirty="0">
                <a:solidFill>
                  <a:srgbClr val="202020">
                    <a:lumMod val="50000"/>
                    <a:lumOff val="50000"/>
                  </a:srgbClr>
                </a:solidFill>
                <a:latin typeface="+mj-lt"/>
              </a:rPr>
              <a:t>Confidential – Internal BNZ Discussion Only</a:t>
            </a:r>
          </a:p>
        </p:txBody>
      </p:sp>
      <p:sp>
        <p:nvSpPr>
          <p:cNvPr id="4" name="Slide Number Placeholder 3">
            <a:extLst>
              <a:ext uri="{FF2B5EF4-FFF2-40B4-BE49-F238E27FC236}">
                <a16:creationId xmlns:a16="http://schemas.microsoft.com/office/drawing/2014/main" id="{0E0A90BA-E2AA-958F-8F5F-C2A8FFAB6461}"/>
              </a:ext>
            </a:extLst>
          </p:cNvPr>
          <p:cNvSpPr>
            <a:spLocks noGrp="1"/>
          </p:cNvSpPr>
          <p:nvPr>
            <p:ph type="sldNum" sz="quarter" idx="11"/>
          </p:nvPr>
        </p:nvSpPr>
        <p:spPr/>
        <p:txBody>
          <a:bodyPr/>
          <a:lstStyle/>
          <a:p>
            <a:pPr defTabSz="685800" fontAlgn="base">
              <a:spcBef>
                <a:spcPct val="0"/>
              </a:spcBef>
              <a:spcAft>
                <a:spcPct val="0"/>
              </a:spcAft>
            </a:pPr>
            <a:fld id="{BB75A05E-A768-448D-89EA-D79CB42F5018}" type="slidenum">
              <a:rPr lang="en-NZ" altLang="en-US">
                <a:latin typeface="+mj-lt"/>
              </a:rPr>
              <a:pPr defTabSz="685800" fontAlgn="base">
                <a:spcBef>
                  <a:spcPct val="0"/>
                </a:spcBef>
                <a:spcAft>
                  <a:spcPct val="0"/>
                </a:spcAft>
              </a:pPr>
              <a:t>11</a:t>
            </a:fld>
            <a:endParaRPr lang="en-NZ" altLang="en-US">
              <a:latin typeface="+mj-lt"/>
            </a:endParaRPr>
          </a:p>
        </p:txBody>
      </p:sp>
      <p:sp>
        <p:nvSpPr>
          <p:cNvPr id="92" name="Rectangle 91"/>
          <p:cNvSpPr/>
          <p:nvPr/>
        </p:nvSpPr>
        <p:spPr>
          <a:xfrm>
            <a:off x="476280" y="476280"/>
            <a:ext cx="7353270" cy="565120"/>
          </a:xfrm>
          <a:prstGeom prst="rect">
            <a:avLst/>
          </a:prstGeom>
          <a:noFill/>
          <a:ln w="0">
            <a:noFill/>
          </a:ln>
        </p:spPr>
        <p:style>
          <a:lnRef idx="0">
            <a:scrgbClr r="0" g="0" b="0"/>
          </a:lnRef>
          <a:fillRef idx="0">
            <a:scrgbClr r="0" g="0" b="0"/>
          </a:fillRef>
          <a:effectRef idx="0">
            <a:scrgbClr r="0" g="0" b="0"/>
          </a:effectRef>
          <a:fontRef idx="minor"/>
        </p:style>
        <p:txBody>
          <a:bodyPr anchor="t">
            <a:normAutofit lnSpcReduction="10000"/>
          </a:bodyPr>
          <a:lstStyle/>
          <a:p>
            <a:pPr defTabSz="914400">
              <a:lnSpc>
                <a:spcPct val="100000"/>
              </a:lnSpc>
              <a:tabLst>
                <a:tab pos="0" algn="l"/>
              </a:tabLst>
            </a:pPr>
            <a:r>
              <a:rPr lang="en-US" sz="3200" b="0" u="none" strike="noStrike" dirty="0">
                <a:solidFill>
                  <a:schemeClr val="dk1"/>
                </a:solidFill>
                <a:effectLst/>
                <a:uFillTx/>
                <a:latin typeface="+mj-lt"/>
                <a:ea typeface="Calibri Light" panose="020F0302020204030204" pitchFamily="34" charset="0"/>
                <a:cs typeface="Calibri Light" panose="020F0302020204030204" pitchFamily="34" charset="0"/>
              </a:rPr>
              <a:t>Role-Based Access and Data Privacy</a:t>
            </a:r>
            <a:endParaRPr lang="en-US" sz="3200" b="0" u="none" strike="noStrike" dirty="0">
              <a:solidFill>
                <a:srgbClr val="000000"/>
              </a:solidFill>
              <a:effectLst/>
              <a:uFillTx/>
              <a:latin typeface="+mj-lt"/>
              <a:ea typeface="Calibri Light" panose="020F0302020204030204" pitchFamily="34" charset="0"/>
              <a:cs typeface="Calibri Light" panose="020F0302020204030204" pitchFamily="34" charset="0"/>
            </a:endParaRPr>
          </a:p>
        </p:txBody>
      </p:sp>
      <p:sp>
        <p:nvSpPr>
          <p:cNvPr id="93" name="Rectangle 92"/>
          <p:cNvSpPr/>
          <p:nvPr/>
        </p:nvSpPr>
        <p:spPr>
          <a:xfrm>
            <a:off x="114300" y="1273539"/>
            <a:ext cx="8718082" cy="3688984"/>
          </a:xfrm>
          <a:prstGeom prst="rect">
            <a:avLst/>
          </a:prstGeom>
          <a:noFill/>
          <a:ln w="0">
            <a:noFill/>
          </a:ln>
        </p:spPr>
        <p:style>
          <a:lnRef idx="0">
            <a:scrgbClr r="0" g="0" b="0"/>
          </a:lnRef>
          <a:fillRef idx="0">
            <a:scrgbClr r="0" g="0" b="0"/>
          </a:fillRef>
          <a:effectRef idx="0">
            <a:scrgbClr r="0" g="0" b="0"/>
          </a:effectRef>
          <a:fontRef idx="minor"/>
        </p:style>
        <p:txBody>
          <a:bodyPr anchor="t">
            <a:noAutofit/>
          </a:bodyPr>
          <a:lstStyle/>
          <a:p>
            <a:r>
              <a:rPr lang="en-US" sz="1200" dirty="0">
                <a:solidFill>
                  <a:schemeClr val="dk1"/>
                </a:solidFill>
                <a:latin typeface="+mj-lt"/>
                <a:ea typeface="Calibri Light" panose="020F0302020204030204" pitchFamily="34" charset="0"/>
                <a:cs typeface="Calibri Light" panose="020F0302020204030204" pitchFamily="34" charset="0"/>
              </a:rPr>
              <a:t>Our security design includes strict role-based filtering to maintain data privacy while providing comprehensive cost visibility. The FinOps team accesses aggregated consumption, trends, and anomalies without sensitive details, while application teams view only their own workload metrics. This balance ensures complete cost transparency without compromising security.</a:t>
            </a:r>
          </a:p>
          <a:p>
            <a:endParaRPr lang="en-US" sz="1200" dirty="0">
              <a:solidFill>
                <a:schemeClr val="dk1"/>
              </a:solidFill>
              <a:latin typeface="+mj-lt"/>
              <a:ea typeface="Calibri Light" panose="020F0302020204030204" pitchFamily="34" charset="0"/>
              <a:cs typeface="Calibri Light" panose="020F0302020204030204" pitchFamily="34" charset="0"/>
            </a:endParaRPr>
          </a:p>
          <a:p>
            <a:r>
              <a:rPr lang="en-US" sz="1200" b="1" dirty="0">
                <a:solidFill>
                  <a:schemeClr val="dk1"/>
                </a:solidFill>
                <a:latin typeface="+mj-lt"/>
                <a:ea typeface="Calibri Light" panose="020F0302020204030204" pitchFamily="34" charset="0"/>
                <a:cs typeface="Calibri Light" panose="020F0302020204030204" pitchFamily="34" charset="0"/>
              </a:rPr>
              <a:t>Simple Access Flow</a:t>
            </a:r>
          </a:p>
          <a:p>
            <a:r>
              <a:rPr lang="en-US" sz="1200" dirty="0">
                <a:solidFill>
                  <a:schemeClr val="dk1"/>
                </a:solidFill>
                <a:latin typeface="+mj-lt"/>
                <a:ea typeface="Calibri Light" panose="020F0302020204030204" pitchFamily="34" charset="0"/>
                <a:cs typeface="Calibri Light" panose="020F0302020204030204" pitchFamily="34" charset="0"/>
              </a:rPr>
              <a:t>User → Role → Row Access Policy → Filtered FinOps Data</a:t>
            </a:r>
          </a:p>
          <a:p>
            <a:endParaRPr lang="en-US" sz="1200" dirty="0">
              <a:solidFill>
                <a:schemeClr val="dk1"/>
              </a:solidFill>
              <a:latin typeface="+mj-lt"/>
              <a:ea typeface="Calibri Light" panose="020F0302020204030204" pitchFamily="34" charset="0"/>
              <a:cs typeface="Calibri Light" panose="020F0302020204030204" pitchFamily="34" charset="0"/>
            </a:endParaRPr>
          </a:p>
          <a:p>
            <a:br>
              <a:rPr lang="en-US" sz="1200" dirty="0">
                <a:solidFill>
                  <a:schemeClr val="dk1"/>
                </a:solidFill>
                <a:latin typeface="+mj-lt"/>
                <a:ea typeface="Calibri Light" panose="020F0302020204030204" pitchFamily="34" charset="0"/>
                <a:cs typeface="Calibri Light" panose="020F0302020204030204" pitchFamily="34" charset="0"/>
              </a:rPr>
            </a:br>
            <a:r>
              <a:rPr lang="en-US" sz="1200" b="1" dirty="0">
                <a:solidFill>
                  <a:schemeClr val="dk1"/>
                </a:solidFill>
                <a:latin typeface="+mj-lt"/>
                <a:ea typeface="Calibri Light" panose="020F0302020204030204" pitchFamily="34" charset="0"/>
                <a:cs typeface="Calibri Light" panose="020F0302020204030204" pitchFamily="34" charset="0"/>
              </a:rPr>
              <a:t>Role-Based Access Implementation</a:t>
            </a:r>
          </a:p>
          <a:p>
            <a:pPr marL="171450" indent="-171450">
              <a:buFont typeface="Arial" panose="020B0604020202020204" pitchFamily="34" charset="0"/>
              <a:buChar char="•"/>
            </a:pPr>
            <a:r>
              <a:rPr lang="en-US" sz="1200" dirty="0">
                <a:solidFill>
                  <a:schemeClr val="dk1"/>
                </a:solidFill>
                <a:latin typeface="+mj-lt"/>
                <a:ea typeface="Calibri Light" panose="020F0302020204030204" pitchFamily="34" charset="0"/>
                <a:cs typeface="Calibri Light" panose="020F0302020204030204" pitchFamily="34" charset="0"/>
              </a:rPr>
              <a:t>Access is controlled using zone-based Snowflake roles — users only see data for their assigned zone.</a:t>
            </a:r>
          </a:p>
          <a:p>
            <a:pPr marL="171450" indent="-171450">
              <a:buFont typeface="Arial" panose="020B0604020202020204" pitchFamily="34" charset="0"/>
              <a:buChar char="•"/>
            </a:pPr>
            <a:r>
              <a:rPr lang="en-US" sz="1200" dirty="0">
                <a:solidFill>
                  <a:schemeClr val="dk1"/>
                </a:solidFill>
                <a:latin typeface="+mj-lt"/>
                <a:ea typeface="Calibri Light" panose="020F0302020204030204" pitchFamily="34" charset="0"/>
                <a:cs typeface="Calibri Light" panose="020F0302020204030204" pitchFamily="34" charset="0"/>
              </a:rPr>
              <a:t>FinOps platform admins have multi-zone visibility; application teams see only their own workloads.</a:t>
            </a:r>
          </a:p>
          <a:p>
            <a:pPr marL="171450" indent="-171450">
              <a:buFont typeface="Arial" panose="020B0604020202020204" pitchFamily="34" charset="0"/>
              <a:buChar char="•"/>
            </a:pPr>
            <a:r>
              <a:rPr lang="en-US" sz="1200" dirty="0">
                <a:solidFill>
                  <a:schemeClr val="dk1"/>
                </a:solidFill>
                <a:latin typeface="+mj-lt"/>
                <a:ea typeface="Calibri Light" panose="020F0302020204030204" pitchFamily="34" charset="0"/>
                <a:cs typeface="Calibri Light" panose="020F0302020204030204" pitchFamily="34" charset="0"/>
              </a:rPr>
              <a:t>System admin roles retain full access for governance and support.</a:t>
            </a:r>
          </a:p>
          <a:p>
            <a:br>
              <a:rPr lang="en-US" sz="1200" dirty="0">
                <a:solidFill>
                  <a:schemeClr val="dk1"/>
                </a:solidFill>
                <a:latin typeface="+mj-lt"/>
                <a:ea typeface="Calibri Light" panose="020F0302020204030204" pitchFamily="34" charset="0"/>
                <a:cs typeface="Calibri Light" panose="020F0302020204030204" pitchFamily="34" charset="0"/>
              </a:rPr>
            </a:br>
            <a:r>
              <a:rPr lang="en-US" sz="1200" b="1" dirty="0">
                <a:solidFill>
                  <a:schemeClr val="tx2"/>
                </a:solidFill>
              </a:rPr>
              <a:t>Examples</a:t>
            </a:r>
          </a:p>
          <a:p>
            <a:endParaRPr lang="en-US" sz="1200" dirty="0">
              <a:solidFill>
                <a:schemeClr val="dk1"/>
              </a:solidFill>
              <a:latin typeface="+mj-lt"/>
              <a:ea typeface="Calibri Light" panose="020F0302020204030204" pitchFamily="34" charset="0"/>
              <a:cs typeface="Calibri Light" panose="020F0302020204030204" pitchFamily="34" charset="0"/>
            </a:endParaRPr>
          </a:p>
        </p:txBody>
      </p:sp>
      <p:cxnSp>
        <p:nvCxnSpPr>
          <p:cNvPr id="2" name="Google Shape;227;p33">
            <a:extLst>
              <a:ext uri="{FF2B5EF4-FFF2-40B4-BE49-F238E27FC236}">
                <a16:creationId xmlns:a16="http://schemas.microsoft.com/office/drawing/2014/main" id="{D4E0D3CE-2024-130B-BD65-9ED664CF6C96}"/>
              </a:ext>
            </a:extLst>
          </p:cNvPr>
          <p:cNvCxnSpPr>
            <a:cxnSpLocks/>
          </p:cNvCxnSpPr>
          <p:nvPr/>
        </p:nvCxnSpPr>
        <p:spPr>
          <a:xfrm>
            <a:off x="311618" y="1106747"/>
            <a:ext cx="9017000" cy="0"/>
          </a:xfrm>
          <a:prstGeom prst="straightConnector1">
            <a:avLst/>
          </a:prstGeom>
          <a:ln w="9525">
            <a:solidFill>
              <a:srgbClr val="083C77"/>
            </a:solidFill>
            <a:round/>
          </a:ln>
        </p:spPr>
      </p:cxnSp>
      <p:sp>
        <p:nvSpPr>
          <p:cNvPr id="5" name="TextBox 4">
            <a:extLst>
              <a:ext uri="{FF2B5EF4-FFF2-40B4-BE49-F238E27FC236}">
                <a16:creationId xmlns:a16="http://schemas.microsoft.com/office/drawing/2014/main" id="{E46E3B8B-B12A-1232-E174-ECCB373D72AB}"/>
              </a:ext>
            </a:extLst>
          </p:cNvPr>
          <p:cNvSpPr txBox="1"/>
          <p:nvPr/>
        </p:nvSpPr>
        <p:spPr>
          <a:xfrm>
            <a:off x="4572000" y="3938081"/>
            <a:ext cx="4356100" cy="707886"/>
          </a:xfrm>
          <a:prstGeom prst="rect">
            <a:avLst/>
          </a:prstGeom>
          <a:solidFill>
            <a:schemeClr val="bg1"/>
          </a:solidFill>
          <a:ln>
            <a:noFill/>
          </a:ln>
        </p:spPr>
        <p:txBody>
          <a:bodyPr wrap="square">
            <a:spAutoFit/>
          </a:bodyPr>
          <a:lstStyle/>
          <a:p>
            <a:pPr>
              <a:buNone/>
            </a:pPr>
            <a:r>
              <a:rPr lang="en-US" sz="1000" b="1" dirty="0">
                <a:effectLst/>
              </a:rPr>
              <a:t>Scenario 2: Platform FinOps Administrator</a:t>
            </a:r>
            <a:endParaRPr lang="en-US" sz="1000" dirty="0"/>
          </a:p>
          <a:p>
            <a:pPr>
              <a:buNone/>
            </a:pPr>
            <a:r>
              <a:rPr lang="en-US" sz="1000" dirty="0">
                <a:effectLst/>
              </a:rPr>
              <a:t>Role: BDH_SF_FR_PLATFRM_PREPROD_ADMIN</a:t>
            </a:r>
            <a:endParaRPr lang="en-US" sz="1000" dirty="0"/>
          </a:p>
          <a:p>
            <a:pPr>
              <a:buNone/>
            </a:pPr>
            <a:r>
              <a:rPr lang="en-US" sz="1000" dirty="0">
                <a:effectLst/>
              </a:rPr>
              <a:t>Access: Multi-zone visibility across CUST, PTP, and LOANS zones</a:t>
            </a:r>
            <a:endParaRPr lang="en-US" sz="1000" dirty="0"/>
          </a:p>
          <a:p>
            <a:pPr>
              <a:buNone/>
            </a:pPr>
            <a:r>
              <a:rPr lang="en-US" sz="1000" i="1" dirty="0">
                <a:effectLst/>
              </a:rPr>
              <a:t>Purpose: Comprehensive cost analysis and optimization across all zones</a:t>
            </a:r>
            <a:endParaRPr lang="en-US" sz="1000" dirty="0"/>
          </a:p>
        </p:txBody>
      </p:sp>
      <p:sp>
        <p:nvSpPr>
          <p:cNvPr id="6" name="TextBox 5">
            <a:extLst>
              <a:ext uri="{FF2B5EF4-FFF2-40B4-BE49-F238E27FC236}">
                <a16:creationId xmlns:a16="http://schemas.microsoft.com/office/drawing/2014/main" id="{7476BDE7-8D52-7780-0F33-C8AB2A1E90AA}"/>
              </a:ext>
            </a:extLst>
          </p:cNvPr>
          <p:cNvSpPr txBox="1"/>
          <p:nvPr/>
        </p:nvSpPr>
        <p:spPr>
          <a:xfrm>
            <a:off x="210018" y="3938081"/>
            <a:ext cx="4356100" cy="707886"/>
          </a:xfrm>
          <a:prstGeom prst="rect">
            <a:avLst/>
          </a:prstGeom>
          <a:solidFill>
            <a:schemeClr val="bg1"/>
          </a:solidFill>
          <a:ln>
            <a:noFill/>
          </a:ln>
        </p:spPr>
        <p:txBody>
          <a:bodyPr wrap="square">
            <a:spAutoFit/>
          </a:bodyPr>
          <a:lstStyle/>
          <a:p>
            <a:r>
              <a:rPr lang="en-US" sz="1000" b="1" dirty="0"/>
              <a:t>Scenario 1: CUST Zone Developer</a:t>
            </a:r>
            <a:endParaRPr lang="en-US" sz="1000" dirty="0"/>
          </a:p>
          <a:p>
            <a:r>
              <a:rPr lang="en-US" sz="1000" dirty="0"/>
              <a:t>Role: BDH_SF_FR_CUST_DEV_SUPPORTADMIN</a:t>
            </a:r>
          </a:p>
          <a:p>
            <a:r>
              <a:rPr lang="en-US" sz="1000" dirty="0"/>
              <a:t>Access: Sees only CUST zone credit usage, storage, and query metrics</a:t>
            </a:r>
          </a:p>
          <a:p>
            <a:r>
              <a:rPr lang="en-US" sz="1000" i="1" dirty="0"/>
              <a:t>Restricted: Cannot view PTP or LOANS zone data</a:t>
            </a:r>
            <a:endParaRPr lang="en-US" sz="1000" dirty="0"/>
          </a:p>
        </p:txBody>
      </p:sp>
    </p:spTree>
    <p:extLst>
      <p:ext uri="{BB962C8B-B14F-4D97-AF65-F5344CB8AC3E}">
        <p14:creationId xmlns:p14="http://schemas.microsoft.com/office/powerpoint/2010/main" val="17602804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CDAFDB-983C-1B13-1EAC-C6933E591A63}"/>
            </a:ext>
          </a:extLst>
        </p:cNvPr>
        <p:cNvGrpSpPr/>
        <p:nvPr/>
      </p:nvGrpSpPr>
      <p:grpSpPr>
        <a:xfrm>
          <a:off x="0" y="0"/>
          <a:ext cx="0" cy="0"/>
          <a:chOff x="0" y="0"/>
          <a:chExt cx="0" cy="0"/>
        </a:xfrm>
      </p:grpSpPr>
      <p:sp>
        <p:nvSpPr>
          <p:cNvPr id="3" name="Footer Placeholder 2">
            <a:extLst>
              <a:ext uri="{FF2B5EF4-FFF2-40B4-BE49-F238E27FC236}">
                <a16:creationId xmlns:a16="http://schemas.microsoft.com/office/drawing/2014/main" id="{2F020296-7709-3631-BCB4-5342D860A268}"/>
              </a:ext>
            </a:extLst>
          </p:cNvPr>
          <p:cNvSpPr>
            <a:spLocks noGrp="1"/>
          </p:cNvSpPr>
          <p:nvPr>
            <p:ph type="ftr" sz="quarter" idx="10"/>
          </p:nvPr>
        </p:nvSpPr>
        <p:spPr/>
        <p:txBody>
          <a:bodyPr/>
          <a:lstStyle/>
          <a:p>
            <a:pPr defTabSz="685800">
              <a:defRPr/>
            </a:pPr>
            <a:r>
              <a:rPr lang="en-US" dirty="0">
                <a:solidFill>
                  <a:srgbClr val="202020">
                    <a:lumMod val="50000"/>
                    <a:lumOff val="50000"/>
                  </a:srgbClr>
                </a:solidFill>
                <a:latin typeface="+mj-lt"/>
              </a:rPr>
              <a:t>Confidential – Internal BNZ Discussion Only</a:t>
            </a:r>
          </a:p>
        </p:txBody>
      </p:sp>
      <p:sp>
        <p:nvSpPr>
          <p:cNvPr id="4" name="Slide Number Placeholder 3">
            <a:extLst>
              <a:ext uri="{FF2B5EF4-FFF2-40B4-BE49-F238E27FC236}">
                <a16:creationId xmlns:a16="http://schemas.microsoft.com/office/drawing/2014/main" id="{D477ACED-622C-8A27-D292-9E4A300D71DC}"/>
              </a:ext>
            </a:extLst>
          </p:cNvPr>
          <p:cNvSpPr>
            <a:spLocks noGrp="1"/>
          </p:cNvSpPr>
          <p:nvPr>
            <p:ph type="sldNum" sz="quarter" idx="11"/>
          </p:nvPr>
        </p:nvSpPr>
        <p:spPr/>
        <p:txBody>
          <a:bodyPr/>
          <a:lstStyle/>
          <a:p>
            <a:pPr defTabSz="685800" fontAlgn="base">
              <a:spcBef>
                <a:spcPct val="0"/>
              </a:spcBef>
              <a:spcAft>
                <a:spcPct val="0"/>
              </a:spcAft>
            </a:pPr>
            <a:fld id="{BB75A05E-A768-448D-89EA-D79CB42F5018}" type="slidenum">
              <a:rPr lang="en-NZ" altLang="en-US">
                <a:latin typeface="+mj-lt"/>
              </a:rPr>
              <a:pPr defTabSz="685800" fontAlgn="base">
                <a:spcBef>
                  <a:spcPct val="0"/>
                </a:spcBef>
                <a:spcAft>
                  <a:spcPct val="0"/>
                </a:spcAft>
              </a:pPr>
              <a:t>12</a:t>
            </a:fld>
            <a:endParaRPr lang="en-NZ" altLang="en-US">
              <a:latin typeface="+mj-lt"/>
            </a:endParaRPr>
          </a:p>
        </p:txBody>
      </p:sp>
      <p:sp>
        <p:nvSpPr>
          <p:cNvPr id="92" name="Rectangle 91">
            <a:extLst>
              <a:ext uri="{FF2B5EF4-FFF2-40B4-BE49-F238E27FC236}">
                <a16:creationId xmlns:a16="http://schemas.microsoft.com/office/drawing/2014/main" id="{E67D4374-CDDC-5289-0A65-EE1C2E19E9D9}"/>
              </a:ext>
            </a:extLst>
          </p:cNvPr>
          <p:cNvSpPr/>
          <p:nvPr/>
        </p:nvSpPr>
        <p:spPr>
          <a:xfrm>
            <a:off x="476280" y="476280"/>
            <a:ext cx="7353270" cy="641080"/>
          </a:xfrm>
          <a:prstGeom prst="rect">
            <a:avLst/>
          </a:prstGeom>
          <a:noFill/>
          <a:ln w="0">
            <a:noFill/>
          </a:ln>
        </p:spPr>
        <p:style>
          <a:lnRef idx="0">
            <a:scrgbClr r="0" g="0" b="0"/>
          </a:lnRef>
          <a:fillRef idx="0">
            <a:scrgbClr r="0" g="0" b="0"/>
          </a:fillRef>
          <a:effectRef idx="0">
            <a:scrgbClr r="0" g="0" b="0"/>
          </a:effectRef>
          <a:fontRef idx="minor"/>
        </p:style>
        <p:txBody>
          <a:bodyPr anchor="t">
            <a:normAutofit fontScale="85000" lnSpcReduction="10000"/>
          </a:bodyPr>
          <a:lstStyle/>
          <a:p>
            <a:pPr>
              <a:tabLst>
                <a:tab pos="0" algn="l"/>
              </a:tabLst>
            </a:pPr>
            <a:r>
              <a:rPr lang="en-US" sz="3200" dirty="0">
                <a:solidFill>
                  <a:schemeClr val="dk1"/>
                </a:solidFill>
                <a:latin typeface="+mj-lt"/>
                <a:ea typeface="Calibri Light" panose="020F0302020204030204" pitchFamily="34" charset="0"/>
                <a:cs typeface="Calibri Light" panose="020F0302020204030204" pitchFamily="34" charset="0"/>
              </a:rPr>
              <a:t>Designing Row Access Policy - Implementation</a:t>
            </a:r>
            <a:endParaRPr lang="en-US" sz="3200" b="0" u="none" strike="noStrike" dirty="0">
              <a:solidFill>
                <a:srgbClr val="000000"/>
              </a:solidFill>
              <a:effectLst/>
              <a:uFillTx/>
              <a:latin typeface="+mj-lt"/>
              <a:ea typeface="Calibri Light" panose="020F0302020204030204" pitchFamily="34" charset="0"/>
              <a:cs typeface="Calibri Light" panose="020F0302020204030204" pitchFamily="34" charset="0"/>
            </a:endParaRPr>
          </a:p>
        </p:txBody>
      </p:sp>
      <p:sp>
        <p:nvSpPr>
          <p:cNvPr id="93" name="Rectangle 92">
            <a:extLst>
              <a:ext uri="{FF2B5EF4-FFF2-40B4-BE49-F238E27FC236}">
                <a16:creationId xmlns:a16="http://schemas.microsoft.com/office/drawing/2014/main" id="{2BC9E197-154A-44D3-C4FD-079C5B97BF72}"/>
              </a:ext>
            </a:extLst>
          </p:cNvPr>
          <p:cNvSpPr/>
          <p:nvPr/>
        </p:nvSpPr>
        <p:spPr>
          <a:xfrm>
            <a:off x="0" y="1212040"/>
            <a:ext cx="9144000" cy="3673565"/>
          </a:xfrm>
          <a:prstGeom prst="rect">
            <a:avLst/>
          </a:prstGeom>
          <a:noFill/>
          <a:ln w="0">
            <a:noFill/>
          </a:ln>
        </p:spPr>
        <p:style>
          <a:lnRef idx="0">
            <a:scrgbClr r="0" g="0" b="0"/>
          </a:lnRef>
          <a:fillRef idx="0">
            <a:scrgbClr r="0" g="0" b="0"/>
          </a:fillRef>
          <a:effectRef idx="0">
            <a:scrgbClr r="0" g="0" b="0"/>
          </a:effectRef>
          <a:fontRef idx="minor"/>
        </p:style>
        <p:txBody>
          <a:bodyPr anchor="t">
            <a:normAutofit/>
          </a:bodyPr>
          <a:lstStyle/>
          <a:p>
            <a:pPr marL="457200" indent="-314280">
              <a:lnSpc>
                <a:spcPct val="150000"/>
              </a:lnSpc>
              <a:buNone/>
              <a:tabLst>
                <a:tab pos="0" algn="l"/>
              </a:tabLst>
            </a:pPr>
            <a:r>
              <a:rPr lang="en-US" sz="1200" dirty="0">
                <a:solidFill>
                  <a:srgbClr val="000000"/>
                </a:solidFill>
                <a:latin typeface="+mj-lt"/>
                <a:ea typeface="Calibri Light" panose="020F0302020204030204" pitchFamily="34" charset="0"/>
                <a:cs typeface="Calibri Light" panose="020F0302020204030204" pitchFamily="34" charset="0"/>
              </a:rPr>
              <a:t>Row access policies help protect sensitive data while keeping it visible to the right people. </a:t>
            </a:r>
          </a:p>
          <a:p>
            <a:pPr marL="457200" indent="-314280">
              <a:lnSpc>
                <a:spcPct val="150000"/>
              </a:lnSpc>
              <a:buNone/>
              <a:tabLst>
                <a:tab pos="0" algn="l"/>
              </a:tabLst>
            </a:pPr>
            <a:r>
              <a:rPr lang="en-US" sz="1200" dirty="0">
                <a:solidFill>
                  <a:srgbClr val="000000"/>
                </a:solidFill>
                <a:latin typeface="+mj-lt"/>
                <a:ea typeface="Calibri Light" panose="020F0302020204030204" pitchFamily="34" charset="0"/>
                <a:cs typeface="Calibri Light" panose="020F0302020204030204" pitchFamily="34" charset="0"/>
              </a:rPr>
              <a:t>Designing these policies carefully ensures data privacy for FinOps teams and application teams, making sure everyone sees only what they need. </a:t>
            </a:r>
          </a:p>
          <a:p>
            <a:pPr marL="457200" indent="-314280">
              <a:lnSpc>
                <a:spcPct val="150000"/>
              </a:lnSpc>
              <a:buNone/>
              <a:tabLst>
                <a:tab pos="0" algn="l"/>
              </a:tabLst>
            </a:pPr>
            <a:r>
              <a:rPr lang="en-US" sz="1200" dirty="0">
                <a:solidFill>
                  <a:srgbClr val="000000"/>
                </a:solidFill>
                <a:latin typeface="+mj-lt"/>
                <a:ea typeface="Calibri Light" panose="020F0302020204030204" pitchFamily="34" charset="0"/>
                <a:cs typeface="Calibri Light" panose="020F0302020204030204" pitchFamily="34" charset="0"/>
              </a:rPr>
              <a:t>This balance improves security without slowing workflow.</a:t>
            </a:r>
            <a:endParaRPr lang="fr-FR" sz="1200" dirty="0">
              <a:solidFill>
                <a:srgbClr val="000000"/>
              </a:solidFill>
              <a:latin typeface="+mj-lt"/>
              <a:ea typeface="Calibri Light" panose="020F0302020204030204" pitchFamily="34" charset="0"/>
              <a:cs typeface="Calibri Light" panose="020F0302020204030204" pitchFamily="34" charset="0"/>
            </a:endParaRPr>
          </a:p>
        </p:txBody>
      </p:sp>
      <p:cxnSp>
        <p:nvCxnSpPr>
          <p:cNvPr id="2" name="Google Shape;227;p33">
            <a:extLst>
              <a:ext uri="{FF2B5EF4-FFF2-40B4-BE49-F238E27FC236}">
                <a16:creationId xmlns:a16="http://schemas.microsoft.com/office/drawing/2014/main" id="{D77DCD36-AB62-8DED-074F-863000BF1C20}"/>
              </a:ext>
            </a:extLst>
          </p:cNvPr>
          <p:cNvCxnSpPr/>
          <p:nvPr/>
        </p:nvCxnSpPr>
        <p:spPr>
          <a:xfrm>
            <a:off x="0" y="1164520"/>
            <a:ext cx="9302040" cy="360"/>
          </a:xfrm>
          <a:prstGeom prst="straightConnector1">
            <a:avLst/>
          </a:prstGeom>
          <a:ln w="9525">
            <a:solidFill>
              <a:srgbClr val="083C77"/>
            </a:solidFill>
            <a:round/>
          </a:ln>
        </p:spPr>
      </p:cxnSp>
      <p:pic>
        <p:nvPicPr>
          <p:cNvPr id="5" name="Picture 4">
            <a:extLst>
              <a:ext uri="{FF2B5EF4-FFF2-40B4-BE49-F238E27FC236}">
                <a16:creationId xmlns:a16="http://schemas.microsoft.com/office/drawing/2014/main" id="{DC7183C2-C13E-9B9E-4730-D343E7E624CA}"/>
              </a:ext>
            </a:extLst>
          </p:cNvPr>
          <p:cNvPicPr>
            <a:picLocks noChangeAspect="1"/>
          </p:cNvPicPr>
          <p:nvPr/>
        </p:nvPicPr>
        <p:blipFill>
          <a:blip r:embed="rId2"/>
          <a:stretch>
            <a:fillRect/>
          </a:stretch>
        </p:blipFill>
        <p:spPr>
          <a:xfrm>
            <a:off x="387825" y="2571750"/>
            <a:ext cx="8368350" cy="1578531"/>
          </a:xfrm>
          <a:prstGeom prst="rect">
            <a:avLst/>
          </a:prstGeom>
        </p:spPr>
      </p:pic>
    </p:spTree>
    <p:extLst>
      <p:ext uri="{BB962C8B-B14F-4D97-AF65-F5344CB8AC3E}">
        <p14:creationId xmlns:p14="http://schemas.microsoft.com/office/powerpoint/2010/main" val="391421776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D32587-F9D6-1BD5-05FC-BEF586B58473}"/>
            </a:ext>
          </a:extLst>
        </p:cNvPr>
        <p:cNvGrpSpPr/>
        <p:nvPr/>
      </p:nvGrpSpPr>
      <p:grpSpPr>
        <a:xfrm>
          <a:off x="0" y="0"/>
          <a:ext cx="0" cy="0"/>
          <a:chOff x="0" y="0"/>
          <a:chExt cx="0" cy="0"/>
        </a:xfrm>
      </p:grpSpPr>
      <p:sp>
        <p:nvSpPr>
          <p:cNvPr id="3" name="Footer Placeholder 2">
            <a:extLst>
              <a:ext uri="{FF2B5EF4-FFF2-40B4-BE49-F238E27FC236}">
                <a16:creationId xmlns:a16="http://schemas.microsoft.com/office/drawing/2014/main" id="{67A2DC9F-0A98-D824-7604-C7BE265E5423}"/>
              </a:ext>
            </a:extLst>
          </p:cNvPr>
          <p:cNvSpPr>
            <a:spLocks noGrp="1"/>
          </p:cNvSpPr>
          <p:nvPr>
            <p:ph type="ftr" sz="quarter" idx="10"/>
          </p:nvPr>
        </p:nvSpPr>
        <p:spPr/>
        <p:txBody>
          <a:bodyPr/>
          <a:lstStyle/>
          <a:p>
            <a:pPr defTabSz="685800">
              <a:defRPr/>
            </a:pPr>
            <a:r>
              <a:rPr lang="en-US" dirty="0">
                <a:solidFill>
                  <a:srgbClr val="202020">
                    <a:lumMod val="50000"/>
                    <a:lumOff val="50000"/>
                  </a:srgbClr>
                </a:solidFill>
                <a:latin typeface="+mj-lt"/>
              </a:rPr>
              <a:t>Confidential – Internal BNZ Discussion Only</a:t>
            </a:r>
          </a:p>
        </p:txBody>
      </p:sp>
      <p:sp>
        <p:nvSpPr>
          <p:cNvPr id="4" name="Slide Number Placeholder 3">
            <a:extLst>
              <a:ext uri="{FF2B5EF4-FFF2-40B4-BE49-F238E27FC236}">
                <a16:creationId xmlns:a16="http://schemas.microsoft.com/office/drawing/2014/main" id="{A14CB9A2-FF96-63F0-4EA1-CBD47D40C5DD}"/>
              </a:ext>
            </a:extLst>
          </p:cNvPr>
          <p:cNvSpPr>
            <a:spLocks noGrp="1"/>
          </p:cNvSpPr>
          <p:nvPr>
            <p:ph type="sldNum" sz="quarter" idx="11"/>
          </p:nvPr>
        </p:nvSpPr>
        <p:spPr/>
        <p:txBody>
          <a:bodyPr/>
          <a:lstStyle/>
          <a:p>
            <a:pPr defTabSz="685800" fontAlgn="base">
              <a:spcBef>
                <a:spcPct val="0"/>
              </a:spcBef>
              <a:spcAft>
                <a:spcPct val="0"/>
              </a:spcAft>
            </a:pPr>
            <a:fld id="{BB75A05E-A768-448D-89EA-D79CB42F5018}" type="slidenum">
              <a:rPr lang="en-NZ" altLang="en-US">
                <a:latin typeface="+mj-lt"/>
              </a:rPr>
              <a:pPr defTabSz="685800" fontAlgn="base">
                <a:spcBef>
                  <a:spcPct val="0"/>
                </a:spcBef>
                <a:spcAft>
                  <a:spcPct val="0"/>
                </a:spcAft>
              </a:pPr>
              <a:t>13</a:t>
            </a:fld>
            <a:endParaRPr lang="en-NZ" altLang="en-US">
              <a:latin typeface="+mj-lt"/>
            </a:endParaRPr>
          </a:p>
        </p:txBody>
      </p:sp>
      <p:sp>
        <p:nvSpPr>
          <p:cNvPr id="5" name="Text 1">
            <a:extLst>
              <a:ext uri="{FF2B5EF4-FFF2-40B4-BE49-F238E27FC236}">
                <a16:creationId xmlns:a16="http://schemas.microsoft.com/office/drawing/2014/main" id="{3FC0961F-8A5A-25E0-C321-EB1BDB25B5DA}"/>
              </a:ext>
            </a:extLst>
          </p:cNvPr>
          <p:cNvSpPr/>
          <p:nvPr/>
        </p:nvSpPr>
        <p:spPr>
          <a:xfrm>
            <a:off x="457200" y="914400"/>
            <a:ext cx="8229600" cy="27432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1" u="none" strike="noStrike" kern="1200" cap="none" spc="0" normalizeH="0" baseline="0" noProof="0" dirty="0">
                <a:ln>
                  <a:noFill/>
                </a:ln>
                <a:solidFill>
                  <a:srgbClr val="363636"/>
                </a:solidFill>
                <a:effectLst/>
                <a:uLnTx/>
                <a:uFillTx/>
                <a:latin typeface="+mj-lt"/>
                <a:ea typeface="+mn-ea"/>
                <a:cs typeface="+mn-cs"/>
              </a:rPr>
              <a:t>Ensuring zone-based data segregation with fine-grained security</a:t>
            </a:r>
            <a:endParaRPr kumimoji="0" lang="en-US" sz="1400" b="0" i="0" u="none" strike="noStrike" kern="1200" cap="none" spc="0" normalizeH="0" baseline="0" noProof="0" dirty="0">
              <a:ln>
                <a:noFill/>
              </a:ln>
              <a:solidFill>
                <a:prstClr val="black"/>
              </a:solidFill>
              <a:effectLst/>
              <a:uLnTx/>
              <a:uFillTx/>
              <a:latin typeface="+mj-lt"/>
              <a:ea typeface="+mn-ea"/>
              <a:cs typeface="+mn-cs"/>
            </a:endParaRPr>
          </a:p>
        </p:txBody>
      </p:sp>
      <p:sp>
        <p:nvSpPr>
          <p:cNvPr id="6" name="Shape 2">
            <a:extLst>
              <a:ext uri="{FF2B5EF4-FFF2-40B4-BE49-F238E27FC236}">
                <a16:creationId xmlns:a16="http://schemas.microsoft.com/office/drawing/2014/main" id="{3E8E3BFD-5B08-432F-46F5-0473B1AACE1C}"/>
              </a:ext>
            </a:extLst>
          </p:cNvPr>
          <p:cNvSpPr/>
          <p:nvPr/>
        </p:nvSpPr>
        <p:spPr>
          <a:xfrm>
            <a:off x="457200" y="1371599"/>
            <a:ext cx="3931920" cy="1699803"/>
          </a:xfrm>
          <a:prstGeom prst="rect">
            <a:avLst/>
          </a:prstGeom>
          <a:no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mj-lt"/>
              <a:ea typeface="+mn-ea"/>
              <a:cs typeface="+mn-cs"/>
            </a:endParaRPr>
          </a:p>
        </p:txBody>
      </p:sp>
      <p:sp>
        <p:nvSpPr>
          <p:cNvPr id="7" name="Text 3">
            <a:extLst>
              <a:ext uri="{FF2B5EF4-FFF2-40B4-BE49-F238E27FC236}">
                <a16:creationId xmlns:a16="http://schemas.microsoft.com/office/drawing/2014/main" id="{8D48689F-32D8-74E4-868D-8DB10771B40A}"/>
              </a:ext>
            </a:extLst>
          </p:cNvPr>
          <p:cNvSpPr/>
          <p:nvPr/>
        </p:nvSpPr>
        <p:spPr>
          <a:xfrm>
            <a:off x="640080" y="1420705"/>
            <a:ext cx="2882053" cy="27432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effectLst/>
                <a:uLnTx/>
                <a:uFillTx/>
                <a:latin typeface="+mj-lt"/>
                <a:ea typeface="Calibri Light" panose="020F0302020204030204" pitchFamily="34" charset="0"/>
                <a:cs typeface="Calibri Light" panose="020F0302020204030204" pitchFamily="34" charset="0"/>
              </a:rPr>
              <a:t>Protected Objects</a:t>
            </a:r>
            <a:endParaRPr kumimoji="0" lang="en-US" sz="1200" b="0" i="0" u="none" strike="noStrike" kern="1200" cap="none" spc="0" normalizeH="0" baseline="0" noProof="0" dirty="0">
              <a:ln>
                <a:noFill/>
              </a:ln>
              <a:effectLst/>
              <a:uLnTx/>
              <a:uFillTx/>
              <a:latin typeface="+mj-lt"/>
              <a:ea typeface="Calibri Light" panose="020F0302020204030204" pitchFamily="34" charset="0"/>
              <a:cs typeface="Calibri Light" panose="020F0302020204030204" pitchFamily="34" charset="0"/>
            </a:endParaRPr>
          </a:p>
        </p:txBody>
      </p:sp>
      <p:sp>
        <p:nvSpPr>
          <p:cNvPr id="8" name="Text 4">
            <a:extLst>
              <a:ext uri="{FF2B5EF4-FFF2-40B4-BE49-F238E27FC236}">
                <a16:creationId xmlns:a16="http://schemas.microsoft.com/office/drawing/2014/main" id="{25160E51-0890-06EC-7DED-4380EBF52634}"/>
              </a:ext>
            </a:extLst>
          </p:cNvPr>
          <p:cNvSpPr/>
          <p:nvPr/>
        </p:nvSpPr>
        <p:spPr>
          <a:xfrm>
            <a:off x="640080" y="1828800"/>
            <a:ext cx="3566160" cy="74295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363636"/>
                </a:solidFill>
                <a:effectLst/>
                <a:uLnTx/>
                <a:uFillTx/>
                <a:latin typeface="+mj-lt"/>
                <a:ea typeface="Calibri Light" panose="020F0302020204030204" pitchFamily="34" charset="0"/>
                <a:cs typeface="Calibri Light" panose="020F0302020204030204" pitchFamily="34" charset="0"/>
              </a:rPr>
              <a:t>Tables:</a:t>
            </a:r>
            <a:endParaRPr kumimoji="0" lang="en-US" sz="1200" b="0" i="0" u="none" strike="noStrike" kern="1200" cap="none" spc="0" normalizeH="0" baseline="0" noProof="0" dirty="0">
              <a:ln>
                <a:noFill/>
              </a:ln>
              <a:solidFill>
                <a:prstClr val="black"/>
              </a:solidFill>
              <a:effectLst/>
              <a:uLnTx/>
              <a:uFillTx/>
              <a:latin typeface="+mj-lt"/>
              <a:ea typeface="Calibri Light" panose="020F0302020204030204" pitchFamily="34" charset="0"/>
              <a:cs typeface="Calibri Light" panose="020F030202020403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363636"/>
                </a:solidFill>
                <a:effectLst/>
                <a:uLnTx/>
                <a:uFillTx/>
                <a:latin typeface="+mj-lt"/>
                <a:ea typeface="Calibri Light" panose="020F0302020204030204" pitchFamily="34" charset="0"/>
                <a:cs typeface="Calibri Light" panose="020F0302020204030204" pitchFamily="34" charset="0"/>
              </a:rPr>
              <a:t>• credit_usage</a:t>
            </a:r>
            <a:endParaRPr kumimoji="0" lang="en-US" sz="1200" b="0" i="0" u="none" strike="noStrike" kern="1200" cap="none" spc="0" normalizeH="0" baseline="0" noProof="0" dirty="0">
              <a:ln>
                <a:noFill/>
              </a:ln>
              <a:solidFill>
                <a:prstClr val="black"/>
              </a:solidFill>
              <a:effectLst/>
              <a:uLnTx/>
              <a:uFillTx/>
              <a:latin typeface="+mj-lt"/>
              <a:ea typeface="Calibri Light" panose="020F0302020204030204" pitchFamily="34" charset="0"/>
              <a:cs typeface="Calibri Light" panose="020F030202020403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363636"/>
                </a:solidFill>
                <a:effectLst/>
                <a:uLnTx/>
                <a:uFillTx/>
                <a:latin typeface="+mj-lt"/>
                <a:ea typeface="Calibri Light" panose="020F0302020204030204" pitchFamily="34" charset="0"/>
                <a:cs typeface="Calibri Light" panose="020F0302020204030204" pitchFamily="34" charset="0"/>
              </a:rPr>
              <a:t>• storage usage </a:t>
            </a:r>
            <a:endParaRPr kumimoji="0" lang="en-US" sz="1200" b="0" i="0" u="none" strike="noStrike" kern="1200" cap="none" spc="0" normalizeH="0" baseline="0" noProof="0" dirty="0">
              <a:ln>
                <a:noFill/>
              </a:ln>
              <a:solidFill>
                <a:prstClr val="black"/>
              </a:solidFill>
              <a:effectLst/>
              <a:uLnTx/>
              <a:uFillTx/>
              <a:latin typeface="+mj-lt"/>
              <a:ea typeface="Calibri Light" panose="020F0302020204030204" pitchFamily="34" charset="0"/>
              <a:cs typeface="Calibri Light" panose="020F0302020204030204" pitchFamily="34" charset="0"/>
            </a:endParaRPr>
          </a:p>
        </p:txBody>
      </p:sp>
      <p:sp>
        <p:nvSpPr>
          <p:cNvPr id="9" name="Shape 5">
            <a:extLst>
              <a:ext uri="{FF2B5EF4-FFF2-40B4-BE49-F238E27FC236}">
                <a16:creationId xmlns:a16="http://schemas.microsoft.com/office/drawing/2014/main" id="{92058D4B-4756-9CD3-24D9-FA830103E4C9}"/>
              </a:ext>
            </a:extLst>
          </p:cNvPr>
          <p:cNvSpPr/>
          <p:nvPr/>
        </p:nvSpPr>
        <p:spPr>
          <a:xfrm>
            <a:off x="4572000" y="1371600"/>
            <a:ext cx="4297680" cy="1645920"/>
          </a:xfrm>
          <a:prstGeom prst="rect">
            <a:avLst/>
          </a:prstGeom>
          <a:no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mj-lt"/>
              <a:ea typeface="+mn-ea"/>
              <a:cs typeface="+mn-cs"/>
            </a:endParaRPr>
          </a:p>
        </p:txBody>
      </p:sp>
      <p:sp>
        <p:nvSpPr>
          <p:cNvPr id="10" name="Text 6">
            <a:extLst>
              <a:ext uri="{FF2B5EF4-FFF2-40B4-BE49-F238E27FC236}">
                <a16:creationId xmlns:a16="http://schemas.microsoft.com/office/drawing/2014/main" id="{183B1ACA-7530-6F09-183F-6A7D3E9A287A}"/>
              </a:ext>
            </a:extLst>
          </p:cNvPr>
          <p:cNvSpPr/>
          <p:nvPr/>
        </p:nvSpPr>
        <p:spPr>
          <a:xfrm>
            <a:off x="4754880" y="1463040"/>
            <a:ext cx="3931920" cy="27432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effectLst/>
                <a:uLnTx/>
                <a:uFillTx/>
                <a:latin typeface="+mj-lt"/>
                <a:ea typeface="Calibri Light" panose="020F0302020204030204" pitchFamily="34" charset="0"/>
                <a:cs typeface="Calibri Light" panose="020F0302020204030204" pitchFamily="34" charset="0"/>
              </a:rPr>
              <a:t>Access Control Logic</a:t>
            </a:r>
            <a:endParaRPr kumimoji="0" lang="en-US" sz="1200" b="0" i="0" u="none" strike="noStrike" kern="1200" cap="none" spc="0" normalizeH="0" baseline="0" noProof="0" dirty="0">
              <a:ln>
                <a:noFill/>
              </a:ln>
              <a:effectLst/>
              <a:uLnTx/>
              <a:uFillTx/>
              <a:latin typeface="+mj-lt"/>
              <a:ea typeface="Calibri Light" panose="020F0302020204030204" pitchFamily="34" charset="0"/>
              <a:cs typeface="Calibri Light" panose="020F0302020204030204" pitchFamily="34" charset="0"/>
            </a:endParaRPr>
          </a:p>
        </p:txBody>
      </p:sp>
      <p:sp>
        <p:nvSpPr>
          <p:cNvPr id="11" name="Text 7">
            <a:extLst>
              <a:ext uri="{FF2B5EF4-FFF2-40B4-BE49-F238E27FC236}">
                <a16:creationId xmlns:a16="http://schemas.microsoft.com/office/drawing/2014/main" id="{AFC5FBB2-8F13-B380-1B63-28CD3A61202C}"/>
              </a:ext>
            </a:extLst>
          </p:cNvPr>
          <p:cNvSpPr/>
          <p:nvPr/>
        </p:nvSpPr>
        <p:spPr>
          <a:xfrm>
            <a:off x="4754880" y="1828800"/>
            <a:ext cx="3931920" cy="1242602"/>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noProof="0" dirty="0">
                <a:ln>
                  <a:noFill/>
                </a:ln>
                <a:solidFill>
                  <a:srgbClr val="363636"/>
                </a:solidFill>
                <a:effectLst/>
                <a:uLnTx/>
                <a:uFillTx/>
                <a:latin typeface="+mj-lt"/>
                <a:ea typeface="+mn-ea"/>
                <a:cs typeface="+mn-cs"/>
              </a:rPr>
              <a:t>Policy evaluates:</a:t>
            </a:r>
            <a:endParaRPr kumimoji="0" lang="en-US" sz="1200" b="0" i="0" u="none" strike="noStrike" kern="1200" cap="none" spc="0" normalizeH="0" noProof="0" dirty="0">
              <a:ln>
                <a:noFill/>
              </a:ln>
              <a:solidFill>
                <a:prstClr val="black"/>
              </a:solidFill>
              <a:effectLst/>
              <a:uLnTx/>
              <a:uFillTx/>
              <a:latin typeface="+mj-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noProof="0" dirty="0">
                <a:ln>
                  <a:noFill/>
                </a:ln>
                <a:solidFill>
                  <a:srgbClr val="363636"/>
                </a:solidFill>
                <a:effectLst/>
                <a:uLnTx/>
                <a:uFillTx/>
                <a:latin typeface="+mj-lt"/>
                <a:ea typeface="+mn-ea"/>
                <a:cs typeface="+mn-cs"/>
              </a:rPr>
              <a:t>• CURRENT_ROLE() against zone mapping</a:t>
            </a:r>
            <a:endParaRPr kumimoji="0" lang="en-US" sz="1200" b="0" i="0" u="none" strike="noStrike" kern="1200" cap="none" spc="0" normalizeH="0" noProof="0" dirty="0">
              <a:ln>
                <a:noFill/>
              </a:ln>
              <a:solidFill>
                <a:prstClr val="black"/>
              </a:solidFill>
              <a:effectLst/>
              <a:uLnTx/>
              <a:uFillTx/>
              <a:latin typeface="+mj-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noProof="0" dirty="0">
                <a:ln>
                  <a:noFill/>
                </a:ln>
                <a:solidFill>
                  <a:srgbClr val="363636"/>
                </a:solidFill>
                <a:effectLst/>
                <a:uLnTx/>
                <a:uFillTx/>
                <a:latin typeface="+mj-lt"/>
                <a:ea typeface="+mn-ea"/>
                <a:cs typeface="+mn-cs"/>
              </a:rPr>
              <a:t>• Multi-zone roles (PLATFRM_*_DEVELOPER/ADMIN)</a:t>
            </a:r>
            <a:endParaRPr kumimoji="0" lang="en-US" sz="1200" b="0" i="0" u="none" strike="noStrike" kern="1200" cap="none" spc="0" normalizeH="0" noProof="0" dirty="0">
              <a:ln>
                <a:noFill/>
              </a:ln>
              <a:solidFill>
                <a:prstClr val="black"/>
              </a:solidFill>
              <a:effectLst/>
              <a:uLnTx/>
              <a:uFillTx/>
              <a:latin typeface="+mj-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noProof="0" dirty="0">
                <a:ln>
                  <a:noFill/>
                </a:ln>
                <a:solidFill>
                  <a:srgbClr val="363636"/>
                </a:solidFill>
                <a:effectLst/>
                <a:uLnTx/>
                <a:uFillTx/>
                <a:latin typeface="+mj-lt"/>
                <a:ea typeface="+mn-ea"/>
                <a:cs typeface="+mn-cs"/>
              </a:rPr>
              <a:t>• Single-zone roles (FR_{ZONE}_*_SUPPORT)</a:t>
            </a:r>
            <a:endParaRPr kumimoji="0" lang="en-US" sz="1200" b="0" i="0" u="none" strike="noStrike" kern="1200" cap="none" spc="0" normalizeH="0" noProof="0" dirty="0">
              <a:ln>
                <a:noFill/>
              </a:ln>
              <a:solidFill>
                <a:prstClr val="black"/>
              </a:solidFill>
              <a:effectLst/>
              <a:uLnTx/>
              <a:uFillTx/>
              <a:latin typeface="+mj-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noProof="0" dirty="0">
                <a:ln>
                  <a:noFill/>
                </a:ln>
                <a:solidFill>
                  <a:srgbClr val="363636"/>
                </a:solidFill>
                <a:effectLst/>
                <a:uLnTx/>
                <a:uFillTx/>
                <a:latin typeface="+mj-lt"/>
                <a:ea typeface="+mn-ea"/>
                <a:cs typeface="+mn-cs"/>
              </a:rPr>
              <a:t>• System admins bypass RAP</a:t>
            </a:r>
            <a:endParaRPr kumimoji="0" lang="en-US" sz="1200" b="0" i="0" u="none" strike="noStrike" kern="1200" cap="none" spc="0" normalizeH="0" noProof="0" dirty="0">
              <a:ln>
                <a:noFill/>
              </a:ln>
              <a:solidFill>
                <a:prstClr val="black"/>
              </a:solidFill>
              <a:effectLst/>
              <a:uLnTx/>
              <a:uFillTx/>
              <a:latin typeface="+mj-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noProof="0" dirty="0">
                <a:ln>
                  <a:noFill/>
                </a:ln>
                <a:solidFill>
                  <a:srgbClr val="363636"/>
                </a:solidFill>
                <a:effectLst/>
                <a:uLnTx/>
                <a:uFillTx/>
                <a:latin typeface="+mj-lt"/>
                <a:ea typeface="+mn-ea"/>
                <a:cs typeface="+mn-cs"/>
              </a:rPr>
              <a:t>• Secondary roles via IS_ROLE_IN_SESSION()</a:t>
            </a:r>
            <a:endParaRPr kumimoji="0" lang="en-US" sz="1200" b="0" i="0" u="none" strike="noStrike" kern="1200" cap="none" spc="0" normalizeH="0" noProof="0" dirty="0">
              <a:ln>
                <a:noFill/>
              </a:ln>
              <a:solidFill>
                <a:prstClr val="black"/>
              </a:solidFill>
              <a:effectLst/>
              <a:uLnTx/>
              <a:uFillTx/>
              <a:latin typeface="+mj-lt"/>
              <a:ea typeface="+mn-ea"/>
              <a:cs typeface="+mn-cs"/>
            </a:endParaRPr>
          </a:p>
        </p:txBody>
      </p:sp>
      <p:sp>
        <p:nvSpPr>
          <p:cNvPr id="12" name="Shape 8">
            <a:extLst>
              <a:ext uri="{FF2B5EF4-FFF2-40B4-BE49-F238E27FC236}">
                <a16:creationId xmlns:a16="http://schemas.microsoft.com/office/drawing/2014/main" id="{B5642F3F-DCDB-FE69-566F-F12026DB7E5E}"/>
              </a:ext>
            </a:extLst>
          </p:cNvPr>
          <p:cNvSpPr/>
          <p:nvPr/>
        </p:nvSpPr>
        <p:spPr>
          <a:xfrm>
            <a:off x="457200" y="3291840"/>
            <a:ext cx="8412480" cy="1706336"/>
          </a:xfrm>
          <a:prstGeom prst="rect">
            <a:avLst/>
          </a:prstGeom>
          <a:no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mj-lt"/>
              <a:ea typeface="+mn-ea"/>
              <a:cs typeface="+mn-cs"/>
            </a:endParaRPr>
          </a:p>
        </p:txBody>
      </p:sp>
      <p:sp>
        <p:nvSpPr>
          <p:cNvPr id="13" name="Text 9">
            <a:extLst>
              <a:ext uri="{FF2B5EF4-FFF2-40B4-BE49-F238E27FC236}">
                <a16:creationId xmlns:a16="http://schemas.microsoft.com/office/drawing/2014/main" id="{ABB740B5-776A-2BF6-B8C1-14D118225D1B}"/>
              </a:ext>
            </a:extLst>
          </p:cNvPr>
          <p:cNvSpPr/>
          <p:nvPr/>
        </p:nvSpPr>
        <p:spPr>
          <a:xfrm>
            <a:off x="640080" y="3350622"/>
            <a:ext cx="8046720" cy="27432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effectLst/>
                <a:uLnTx/>
                <a:uFillTx/>
                <a:latin typeface="+mj-lt"/>
                <a:ea typeface="Calibri Light" panose="020F0302020204030204" pitchFamily="34" charset="0"/>
                <a:cs typeface="Calibri Light" panose="020F0302020204030204" pitchFamily="34" charset="0"/>
              </a:rPr>
              <a:t>Key </a:t>
            </a:r>
            <a:r>
              <a:rPr kumimoji="0" lang="en-US" sz="1200" b="1" i="0" u="none" strike="noStrike" kern="1200" cap="none" spc="0" normalizeH="0" baseline="0" noProof="0" dirty="0">
                <a:ln>
                  <a:noFill/>
                </a:ln>
                <a:effectLst/>
                <a:uLnTx/>
                <a:uFillTx/>
                <a:latin typeface="+mj-lt"/>
                <a:ea typeface="Calibri Light" panose="020F0302020204030204" pitchFamily="34" charset="0"/>
                <a:cs typeface="Calibri Light" panose="020F0302020204030204" pitchFamily="34" charset="0"/>
              </a:rPr>
              <a:t>Benefits</a:t>
            </a:r>
          </a:p>
        </p:txBody>
      </p:sp>
      <p:sp>
        <p:nvSpPr>
          <p:cNvPr id="14" name="Text 10">
            <a:extLst>
              <a:ext uri="{FF2B5EF4-FFF2-40B4-BE49-F238E27FC236}">
                <a16:creationId xmlns:a16="http://schemas.microsoft.com/office/drawing/2014/main" id="{155030E4-8CC2-AFD9-26EC-6DAEF6D01AB2}"/>
              </a:ext>
            </a:extLst>
          </p:cNvPr>
          <p:cNvSpPr/>
          <p:nvPr/>
        </p:nvSpPr>
        <p:spPr>
          <a:xfrm>
            <a:off x="640080" y="3624942"/>
            <a:ext cx="8046720" cy="1152797"/>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363636"/>
                </a:solidFill>
                <a:effectLst/>
                <a:uLnTx/>
                <a:uFillTx/>
                <a:latin typeface="+mj-lt"/>
                <a:ea typeface="Calibri Light" panose="020F0302020204030204" pitchFamily="34" charset="0"/>
                <a:cs typeface="Calibri Light" panose="020F0302020204030204" pitchFamily="34" charset="0"/>
              </a:rPr>
              <a:t>• Data Privacy: Users see only authorized zone data</a:t>
            </a:r>
            <a:endParaRPr kumimoji="0" lang="en-US" sz="1200" b="0" i="0" u="none" strike="noStrike" kern="1200" cap="none" spc="0" normalizeH="0" baseline="0" noProof="0" dirty="0">
              <a:ln>
                <a:noFill/>
              </a:ln>
              <a:solidFill>
                <a:prstClr val="black"/>
              </a:solidFill>
              <a:effectLst/>
              <a:uLnTx/>
              <a:uFillTx/>
              <a:latin typeface="+mj-lt"/>
              <a:ea typeface="Calibri Light" panose="020F0302020204030204" pitchFamily="34" charset="0"/>
              <a:cs typeface="Calibri Light" panose="020F030202020403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363636"/>
                </a:solidFill>
                <a:effectLst/>
                <a:uLnTx/>
                <a:uFillTx/>
                <a:latin typeface="+mj-lt"/>
                <a:ea typeface="Calibri Light" panose="020F0302020204030204" pitchFamily="34" charset="0"/>
                <a:cs typeface="Calibri Light" panose="020F0302020204030204" pitchFamily="34" charset="0"/>
              </a:rPr>
              <a:t>• Compliance: Meets regulatory requirements for data segregation</a:t>
            </a:r>
            <a:endParaRPr kumimoji="0" lang="en-US" sz="1200" b="0" i="0" u="none" strike="noStrike" kern="1200" cap="none" spc="0" normalizeH="0" baseline="0" noProof="0" dirty="0">
              <a:ln>
                <a:noFill/>
              </a:ln>
              <a:solidFill>
                <a:prstClr val="black"/>
              </a:solidFill>
              <a:effectLst/>
              <a:uLnTx/>
              <a:uFillTx/>
              <a:latin typeface="+mj-lt"/>
              <a:ea typeface="Calibri Light" panose="020F0302020204030204" pitchFamily="34" charset="0"/>
              <a:cs typeface="Calibri Light" panose="020F030202020403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363636"/>
                </a:solidFill>
                <a:effectLst/>
                <a:uLnTx/>
                <a:uFillTx/>
                <a:latin typeface="+mj-lt"/>
                <a:ea typeface="Calibri Light" panose="020F0302020204030204" pitchFamily="34" charset="0"/>
                <a:cs typeface="Calibri Light" panose="020F0302020204030204" pitchFamily="34" charset="0"/>
              </a:rPr>
              <a:t>• Centralized Control: Single policy manages all access</a:t>
            </a:r>
            <a:endParaRPr kumimoji="0" lang="en-US" sz="1200" b="0" i="0" u="none" strike="noStrike" kern="1200" cap="none" spc="0" normalizeH="0" baseline="0" noProof="0" dirty="0">
              <a:ln>
                <a:noFill/>
              </a:ln>
              <a:solidFill>
                <a:prstClr val="black"/>
              </a:solidFill>
              <a:effectLst/>
              <a:uLnTx/>
              <a:uFillTx/>
              <a:latin typeface="+mj-lt"/>
              <a:ea typeface="Calibri Light" panose="020F0302020204030204" pitchFamily="34" charset="0"/>
              <a:cs typeface="Calibri Light" panose="020F030202020403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363636"/>
                </a:solidFill>
                <a:effectLst/>
                <a:uLnTx/>
                <a:uFillTx/>
                <a:latin typeface="+mj-lt"/>
                <a:ea typeface="Calibri Light" panose="020F0302020204030204" pitchFamily="34" charset="0"/>
                <a:cs typeface="Calibri Light" panose="020F0302020204030204" pitchFamily="34" charset="0"/>
              </a:rPr>
              <a:t>• Audit Trail: All access attempts fully logged</a:t>
            </a:r>
            <a:endParaRPr kumimoji="0" lang="en-US" sz="1200" b="0" i="0" u="none" strike="noStrike" kern="1200" cap="none" spc="0" normalizeH="0" baseline="0" noProof="0" dirty="0">
              <a:ln>
                <a:noFill/>
              </a:ln>
              <a:solidFill>
                <a:prstClr val="black"/>
              </a:solidFill>
              <a:effectLst/>
              <a:uLnTx/>
              <a:uFillTx/>
              <a:latin typeface="+mj-lt"/>
              <a:ea typeface="Calibri Light" panose="020F0302020204030204" pitchFamily="34" charset="0"/>
              <a:cs typeface="Calibri Light" panose="020F030202020403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363636"/>
                </a:solidFill>
                <a:effectLst/>
                <a:uLnTx/>
                <a:uFillTx/>
                <a:latin typeface="+mj-lt"/>
                <a:ea typeface="Calibri Light" panose="020F0302020204030204" pitchFamily="34" charset="0"/>
                <a:cs typeface="Calibri Light" panose="020F0302020204030204" pitchFamily="34" charset="0"/>
              </a:rPr>
              <a:t>• Scalability: Easy to add new zones and roles</a:t>
            </a:r>
            <a:endParaRPr kumimoji="0" lang="en-US" sz="1200" b="0" i="0" u="none" strike="noStrike" kern="1200" cap="none" spc="0" normalizeH="0" baseline="0" noProof="0" dirty="0">
              <a:ln>
                <a:noFill/>
              </a:ln>
              <a:solidFill>
                <a:prstClr val="black"/>
              </a:solidFill>
              <a:effectLst/>
              <a:uLnTx/>
              <a:uFillTx/>
              <a:latin typeface="+mj-lt"/>
              <a:ea typeface="Calibri Light" panose="020F0302020204030204" pitchFamily="34" charset="0"/>
              <a:cs typeface="Calibri Light" panose="020F0302020204030204" pitchFamily="34" charset="0"/>
            </a:endParaRPr>
          </a:p>
        </p:txBody>
      </p:sp>
      <p:cxnSp>
        <p:nvCxnSpPr>
          <p:cNvPr id="15" name="Google Shape;227;p33">
            <a:extLst>
              <a:ext uri="{FF2B5EF4-FFF2-40B4-BE49-F238E27FC236}">
                <a16:creationId xmlns:a16="http://schemas.microsoft.com/office/drawing/2014/main" id="{332A965A-077C-A845-1D7F-D3DBDBEB136F}"/>
              </a:ext>
            </a:extLst>
          </p:cNvPr>
          <p:cNvCxnSpPr>
            <a:cxnSpLocks/>
          </p:cNvCxnSpPr>
          <p:nvPr/>
        </p:nvCxnSpPr>
        <p:spPr>
          <a:xfrm>
            <a:off x="93133" y="811226"/>
            <a:ext cx="9050867" cy="0"/>
          </a:xfrm>
          <a:prstGeom prst="straightConnector1">
            <a:avLst/>
          </a:prstGeom>
          <a:ln w="9525">
            <a:solidFill>
              <a:srgbClr val="083C77"/>
            </a:solidFill>
            <a:round/>
          </a:ln>
        </p:spPr>
      </p:cxnSp>
      <p:sp>
        <p:nvSpPr>
          <p:cNvPr id="16" name="Rectangle 15">
            <a:extLst>
              <a:ext uri="{FF2B5EF4-FFF2-40B4-BE49-F238E27FC236}">
                <a16:creationId xmlns:a16="http://schemas.microsoft.com/office/drawing/2014/main" id="{B0545852-7AA8-E1B4-F42D-296C92A96C9C}"/>
              </a:ext>
            </a:extLst>
          </p:cNvPr>
          <p:cNvSpPr/>
          <p:nvPr/>
        </p:nvSpPr>
        <p:spPr>
          <a:xfrm>
            <a:off x="457200" y="279973"/>
            <a:ext cx="7353270" cy="641080"/>
          </a:xfrm>
          <a:prstGeom prst="rect">
            <a:avLst/>
          </a:prstGeom>
          <a:noFill/>
          <a:ln w="0">
            <a:noFill/>
          </a:ln>
        </p:spPr>
        <p:style>
          <a:lnRef idx="0">
            <a:scrgbClr r="0" g="0" b="0"/>
          </a:lnRef>
          <a:fillRef idx="0">
            <a:scrgbClr r="0" g="0" b="0"/>
          </a:fillRef>
          <a:effectRef idx="0">
            <a:scrgbClr r="0" g="0" b="0"/>
          </a:effectRef>
          <a:fontRef idx="minor"/>
        </p:style>
        <p:txBody>
          <a:bodyPr anchor="t">
            <a:normAutofit fontScale="85000" lnSpcReduction="10000"/>
          </a:bodyPr>
          <a:lstStyle/>
          <a:p>
            <a:pPr>
              <a:tabLst>
                <a:tab pos="0" algn="l"/>
              </a:tabLst>
            </a:pPr>
            <a:r>
              <a:rPr lang="en-US" sz="3200" dirty="0">
                <a:solidFill>
                  <a:schemeClr val="dk1"/>
                </a:solidFill>
                <a:latin typeface="+mj-lt"/>
                <a:ea typeface="Calibri Light" panose="020F0302020204030204" pitchFamily="34" charset="0"/>
                <a:cs typeface="Calibri Light" panose="020F0302020204030204" pitchFamily="34" charset="0"/>
              </a:rPr>
              <a:t>Designing Row Access Policy - Implementation</a:t>
            </a:r>
            <a:endParaRPr lang="en-US" sz="3200" b="0" u="none" strike="noStrike" dirty="0">
              <a:solidFill>
                <a:srgbClr val="000000"/>
              </a:solidFill>
              <a:effectLst/>
              <a:uFillTx/>
              <a:latin typeface="+mj-lt"/>
              <a:ea typeface="Calibri Light" panose="020F0302020204030204" pitchFamily="34" charset="0"/>
              <a:cs typeface="Calibri Light" panose="020F0302020204030204" pitchFamily="34" charset="0"/>
            </a:endParaRPr>
          </a:p>
        </p:txBody>
      </p:sp>
    </p:spTree>
    <p:extLst>
      <p:ext uri="{BB962C8B-B14F-4D97-AF65-F5344CB8AC3E}">
        <p14:creationId xmlns:p14="http://schemas.microsoft.com/office/powerpoint/2010/main" val="120562157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E3064A-3BBE-E570-2001-07479E4C8A06}"/>
            </a:ext>
          </a:extLst>
        </p:cNvPr>
        <p:cNvGrpSpPr/>
        <p:nvPr/>
      </p:nvGrpSpPr>
      <p:grpSpPr>
        <a:xfrm>
          <a:off x="0" y="0"/>
          <a:ext cx="0" cy="0"/>
          <a:chOff x="0" y="0"/>
          <a:chExt cx="0" cy="0"/>
        </a:xfrm>
      </p:grpSpPr>
      <p:sp>
        <p:nvSpPr>
          <p:cNvPr id="3" name="Footer Placeholder 2">
            <a:extLst>
              <a:ext uri="{FF2B5EF4-FFF2-40B4-BE49-F238E27FC236}">
                <a16:creationId xmlns:a16="http://schemas.microsoft.com/office/drawing/2014/main" id="{5A2321A7-8025-58DB-F138-813861932D8D}"/>
              </a:ext>
            </a:extLst>
          </p:cNvPr>
          <p:cNvSpPr>
            <a:spLocks noGrp="1"/>
          </p:cNvSpPr>
          <p:nvPr>
            <p:ph type="ftr" sz="quarter" idx="10"/>
          </p:nvPr>
        </p:nvSpPr>
        <p:spPr/>
        <p:txBody>
          <a:bodyPr/>
          <a:lstStyle/>
          <a:p>
            <a:pPr defTabSz="685800">
              <a:defRPr/>
            </a:pPr>
            <a:r>
              <a:rPr lang="en-US" dirty="0">
                <a:solidFill>
                  <a:srgbClr val="202020">
                    <a:lumMod val="50000"/>
                    <a:lumOff val="50000"/>
                  </a:srgbClr>
                </a:solidFill>
                <a:latin typeface="+mj-lt"/>
              </a:rPr>
              <a:t>Confidential – Internal BNZ Discussion Only</a:t>
            </a:r>
          </a:p>
        </p:txBody>
      </p:sp>
      <p:sp>
        <p:nvSpPr>
          <p:cNvPr id="4" name="Slide Number Placeholder 3">
            <a:extLst>
              <a:ext uri="{FF2B5EF4-FFF2-40B4-BE49-F238E27FC236}">
                <a16:creationId xmlns:a16="http://schemas.microsoft.com/office/drawing/2014/main" id="{9A441473-FE67-0F79-B251-B94643340A5F}"/>
              </a:ext>
            </a:extLst>
          </p:cNvPr>
          <p:cNvSpPr>
            <a:spLocks noGrp="1"/>
          </p:cNvSpPr>
          <p:nvPr>
            <p:ph type="sldNum" sz="quarter" idx="11"/>
          </p:nvPr>
        </p:nvSpPr>
        <p:spPr/>
        <p:txBody>
          <a:bodyPr/>
          <a:lstStyle/>
          <a:p>
            <a:pPr defTabSz="685800" fontAlgn="base">
              <a:spcBef>
                <a:spcPct val="0"/>
              </a:spcBef>
              <a:spcAft>
                <a:spcPct val="0"/>
              </a:spcAft>
            </a:pPr>
            <a:fld id="{BB75A05E-A768-448D-89EA-D79CB42F5018}" type="slidenum">
              <a:rPr lang="en-NZ" altLang="en-US">
                <a:latin typeface="+mj-lt"/>
              </a:rPr>
              <a:pPr defTabSz="685800" fontAlgn="base">
                <a:spcBef>
                  <a:spcPct val="0"/>
                </a:spcBef>
                <a:spcAft>
                  <a:spcPct val="0"/>
                </a:spcAft>
              </a:pPr>
              <a:t>14</a:t>
            </a:fld>
            <a:endParaRPr lang="en-NZ" altLang="en-US">
              <a:latin typeface="+mj-lt"/>
            </a:endParaRPr>
          </a:p>
        </p:txBody>
      </p:sp>
      <p:sp>
        <p:nvSpPr>
          <p:cNvPr id="2" name="Text 0"/>
          <p:cNvSpPr/>
          <p:nvPr/>
        </p:nvSpPr>
        <p:spPr>
          <a:xfrm>
            <a:off x="457200" y="365760"/>
            <a:ext cx="8229600" cy="548640"/>
          </a:xfrm>
          <a:prstGeom prst="rect">
            <a:avLst/>
          </a:prstGeom>
          <a:noFill/>
          <a:ln/>
        </p:spPr>
        <p:txBody>
          <a:bodyPr wrap="square" rtlCol="0" anchor="ctr"/>
          <a:lstStyle/>
          <a:p>
            <a:pPr marL="0" indent="0">
              <a:buNone/>
            </a:pPr>
            <a:r>
              <a:rPr lang="en-US" sz="3200" dirty="0">
                <a:latin typeface="+mj-lt"/>
                <a:ea typeface="Calibri Light" panose="020F0302020204030204" pitchFamily="34" charset="0"/>
                <a:cs typeface="Calibri Light" panose="020F0302020204030204" pitchFamily="34" charset="0"/>
              </a:rPr>
              <a:t>Row Access</a:t>
            </a:r>
            <a:r>
              <a:rPr lang="en-US" sz="4000" dirty="0">
                <a:latin typeface="+mj-lt"/>
                <a:ea typeface="Calibri Light" panose="020F0302020204030204" pitchFamily="34" charset="0"/>
                <a:cs typeface="Calibri Light" panose="020F0302020204030204" pitchFamily="34" charset="0"/>
              </a:rPr>
              <a:t> </a:t>
            </a:r>
            <a:r>
              <a:rPr lang="en-US" sz="3200" dirty="0">
                <a:latin typeface="+mj-lt"/>
                <a:ea typeface="Calibri Light" panose="020F0302020204030204" pitchFamily="34" charset="0"/>
                <a:cs typeface="Calibri Light" panose="020F0302020204030204" pitchFamily="34" charset="0"/>
              </a:rPr>
              <a:t>Policies</a:t>
            </a:r>
          </a:p>
        </p:txBody>
      </p:sp>
      <p:sp>
        <p:nvSpPr>
          <p:cNvPr id="5" name="Text 1"/>
          <p:cNvSpPr/>
          <p:nvPr/>
        </p:nvSpPr>
        <p:spPr>
          <a:xfrm>
            <a:off x="457200" y="914400"/>
            <a:ext cx="8229600" cy="274320"/>
          </a:xfrm>
          <a:prstGeom prst="rect">
            <a:avLst/>
          </a:prstGeom>
          <a:noFill/>
          <a:ln/>
        </p:spPr>
        <p:txBody>
          <a:bodyPr wrap="square" rtlCol="0" anchor="ctr"/>
          <a:lstStyle/>
          <a:p>
            <a:r>
              <a:rPr lang="en-US" sz="1400" i="1" dirty="0">
                <a:solidFill>
                  <a:srgbClr val="363636"/>
                </a:solidFill>
                <a:latin typeface="+mj-lt"/>
                <a:ea typeface="Calibri Light" panose="020F0302020204030204" pitchFamily="34" charset="0"/>
                <a:cs typeface="Calibri Light" panose="020F0302020204030204" pitchFamily="34" charset="0"/>
              </a:rPr>
              <a:t>Protecting sensitive data while enabling FinOps visibility</a:t>
            </a:r>
            <a:endParaRPr lang="en-US" sz="1400" dirty="0">
              <a:latin typeface="+mj-lt"/>
              <a:ea typeface="Calibri Light" panose="020F0302020204030204" pitchFamily="34" charset="0"/>
              <a:cs typeface="Calibri Light" panose="020F0302020204030204" pitchFamily="34" charset="0"/>
            </a:endParaRPr>
          </a:p>
        </p:txBody>
      </p:sp>
      <p:sp>
        <p:nvSpPr>
          <p:cNvPr id="6" name="Shape 2"/>
          <p:cNvSpPr/>
          <p:nvPr/>
        </p:nvSpPr>
        <p:spPr>
          <a:xfrm>
            <a:off x="457200" y="1371600"/>
            <a:ext cx="8229600" cy="548640"/>
          </a:xfrm>
          <a:prstGeom prst="rect">
            <a:avLst/>
          </a:prstGeom>
          <a:solidFill>
            <a:schemeClr val="bg1"/>
          </a:solidFill>
          <a:ln/>
        </p:spPr>
        <p:txBody>
          <a:bodyPr/>
          <a:lstStyle/>
          <a:p>
            <a:endParaRPr lang="en-US" dirty="0">
              <a:latin typeface="+mj-lt"/>
              <a:ea typeface="Calibri Light" panose="020F0302020204030204" pitchFamily="34" charset="0"/>
              <a:cs typeface="Calibri Light" panose="020F0302020204030204" pitchFamily="34" charset="0"/>
            </a:endParaRPr>
          </a:p>
        </p:txBody>
      </p:sp>
      <p:sp>
        <p:nvSpPr>
          <p:cNvPr id="7" name="Text 3"/>
          <p:cNvSpPr/>
          <p:nvPr/>
        </p:nvSpPr>
        <p:spPr>
          <a:xfrm>
            <a:off x="457200" y="1371600"/>
            <a:ext cx="8229600" cy="548640"/>
          </a:xfrm>
          <a:prstGeom prst="rect">
            <a:avLst/>
          </a:prstGeom>
          <a:noFill/>
          <a:ln/>
        </p:spPr>
        <p:txBody>
          <a:bodyPr wrap="square" rtlCol="0" anchor="ctr"/>
          <a:lstStyle/>
          <a:p>
            <a:pPr marL="0" indent="0">
              <a:buNone/>
            </a:pPr>
            <a:r>
              <a:rPr lang="en-US" sz="1600" b="1" dirty="0">
                <a:latin typeface="+mj-lt"/>
                <a:ea typeface="Calibri Light" panose="020F0302020204030204" pitchFamily="34" charset="0"/>
                <a:cs typeface="Calibri Light" panose="020F0302020204030204" pitchFamily="34" charset="0"/>
              </a:rPr>
              <a:t>Row Access Policy (RAP) Implementation</a:t>
            </a:r>
            <a:endParaRPr lang="en-US" sz="1600" dirty="0">
              <a:latin typeface="+mj-lt"/>
              <a:ea typeface="Calibri Light" panose="020F0302020204030204" pitchFamily="34" charset="0"/>
              <a:cs typeface="Calibri Light" panose="020F0302020204030204" pitchFamily="34" charset="0"/>
            </a:endParaRPr>
          </a:p>
        </p:txBody>
      </p:sp>
      <p:sp>
        <p:nvSpPr>
          <p:cNvPr id="8" name="Text 5"/>
          <p:cNvSpPr/>
          <p:nvPr/>
        </p:nvSpPr>
        <p:spPr>
          <a:xfrm>
            <a:off x="640080" y="1920240"/>
            <a:ext cx="3749040" cy="346710"/>
          </a:xfrm>
          <a:prstGeom prst="rect">
            <a:avLst/>
          </a:prstGeom>
          <a:noFill/>
          <a:ln/>
        </p:spPr>
        <p:txBody>
          <a:bodyPr wrap="square" rtlCol="0" anchor="ctr"/>
          <a:lstStyle/>
          <a:p>
            <a:pPr marL="0" indent="0">
              <a:buNone/>
            </a:pPr>
            <a:r>
              <a:rPr lang="en-US" sz="1400" b="1" dirty="0">
                <a:latin typeface="+mj-lt"/>
                <a:ea typeface="Calibri Light" panose="020F0302020204030204" pitchFamily="34" charset="0"/>
                <a:cs typeface="Calibri Light" panose="020F0302020204030204" pitchFamily="34" charset="0"/>
              </a:rPr>
              <a:t>Policy Mechanism</a:t>
            </a:r>
            <a:endParaRPr lang="en-US" sz="1400" dirty="0">
              <a:latin typeface="+mj-lt"/>
              <a:ea typeface="Calibri Light" panose="020F0302020204030204" pitchFamily="34" charset="0"/>
              <a:cs typeface="Calibri Light" panose="020F0302020204030204" pitchFamily="34" charset="0"/>
            </a:endParaRPr>
          </a:p>
        </p:txBody>
      </p:sp>
      <p:sp>
        <p:nvSpPr>
          <p:cNvPr id="9" name="Text 6"/>
          <p:cNvSpPr/>
          <p:nvPr/>
        </p:nvSpPr>
        <p:spPr>
          <a:xfrm>
            <a:off x="640080" y="2606040"/>
            <a:ext cx="3749040" cy="1554480"/>
          </a:xfrm>
          <a:prstGeom prst="rect">
            <a:avLst/>
          </a:prstGeom>
          <a:noFill/>
          <a:ln/>
        </p:spPr>
        <p:txBody>
          <a:bodyPr wrap="square" rtlCol="0" anchor="ctr"/>
          <a:lstStyle/>
          <a:p>
            <a:pPr marL="0" indent="0">
              <a:buNone/>
            </a:pPr>
            <a:r>
              <a:rPr lang="en-US" sz="1100" b="1" dirty="0">
                <a:solidFill>
                  <a:srgbClr val="363636"/>
                </a:solidFill>
                <a:latin typeface="+mj-lt"/>
                <a:ea typeface="Calibri Light" panose="020F0302020204030204" pitchFamily="34" charset="0"/>
                <a:cs typeface="Calibri Light" panose="020F0302020204030204" pitchFamily="34" charset="0"/>
              </a:rPr>
              <a:t>Policy Name:</a:t>
            </a:r>
            <a:endParaRPr lang="en-US" sz="1100" dirty="0">
              <a:latin typeface="+mj-lt"/>
              <a:ea typeface="Calibri Light" panose="020F0302020204030204" pitchFamily="34" charset="0"/>
              <a:cs typeface="Calibri Light" panose="020F0302020204030204" pitchFamily="34" charset="0"/>
            </a:endParaRPr>
          </a:p>
          <a:p>
            <a:pPr marL="0" indent="0">
              <a:buNone/>
            </a:pPr>
            <a:r>
              <a:rPr lang="en-US" sz="1100" dirty="0">
                <a:solidFill>
                  <a:srgbClr val="363636"/>
                </a:solidFill>
                <a:latin typeface="+mj-lt"/>
                <a:ea typeface="Calibri Light" panose="020F0302020204030204" pitchFamily="34" charset="0"/>
                <a:cs typeface="Calibri Light" panose="020F0302020204030204" pitchFamily="34" charset="0"/>
              </a:rPr>
              <a:t>zone_data_policy</a:t>
            </a:r>
            <a:endParaRPr lang="en-US" sz="1100" dirty="0">
              <a:latin typeface="+mj-lt"/>
              <a:ea typeface="Calibri Light" panose="020F0302020204030204" pitchFamily="34" charset="0"/>
              <a:cs typeface="Calibri Light" panose="020F0302020204030204" pitchFamily="34" charset="0"/>
            </a:endParaRPr>
          </a:p>
          <a:p>
            <a:pPr marL="0" indent="0">
              <a:buNone/>
            </a:pPr>
            <a:r>
              <a:rPr lang="en-US" sz="1100" dirty="0">
                <a:solidFill>
                  <a:srgbClr val="363636"/>
                </a:solidFill>
                <a:latin typeface="+mj-lt"/>
                <a:ea typeface="Calibri Light" panose="020F0302020204030204" pitchFamily="34" charset="0"/>
                <a:cs typeface="Calibri Light" panose="020F0302020204030204" pitchFamily="34" charset="0"/>
              </a:rPr>
              <a:t> </a:t>
            </a:r>
            <a:endParaRPr lang="en-US" sz="1100" dirty="0">
              <a:latin typeface="+mj-lt"/>
              <a:ea typeface="Calibri Light" panose="020F0302020204030204" pitchFamily="34" charset="0"/>
              <a:cs typeface="Calibri Light" panose="020F0302020204030204" pitchFamily="34" charset="0"/>
            </a:endParaRPr>
          </a:p>
          <a:p>
            <a:pPr marL="0" indent="0">
              <a:buNone/>
            </a:pPr>
            <a:r>
              <a:rPr lang="en-US" sz="1100" b="1" dirty="0">
                <a:solidFill>
                  <a:srgbClr val="363636"/>
                </a:solidFill>
                <a:latin typeface="+mj-lt"/>
                <a:ea typeface="Calibri Light" panose="020F0302020204030204" pitchFamily="34" charset="0"/>
                <a:cs typeface="Calibri Light" panose="020F0302020204030204" pitchFamily="34" charset="0"/>
              </a:rPr>
              <a:t>How it works:</a:t>
            </a:r>
            <a:endParaRPr lang="en-US" sz="1100" dirty="0">
              <a:latin typeface="+mj-lt"/>
              <a:ea typeface="Calibri Light" panose="020F0302020204030204" pitchFamily="34" charset="0"/>
              <a:cs typeface="Calibri Light" panose="020F0302020204030204" pitchFamily="34" charset="0"/>
            </a:endParaRPr>
          </a:p>
          <a:p>
            <a:pPr marL="0" indent="0">
              <a:buNone/>
            </a:pPr>
            <a:r>
              <a:rPr lang="en-US" sz="1100" dirty="0">
                <a:solidFill>
                  <a:srgbClr val="363636"/>
                </a:solidFill>
                <a:latin typeface="+mj-lt"/>
                <a:ea typeface="Calibri Light" panose="020F0302020204030204" pitchFamily="34" charset="0"/>
                <a:cs typeface="Calibri Light" panose="020F0302020204030204" pitchFamily="34" charset="0"/>
              </a:rPr>
              <a:t>• Filters rows based on 'zone' column</a:t>
            </a:r>
            <a:endParaRPr lang="en-US" sz="1100" dirty="0">
              <a:latin typeface="+mj-lt"/>
              <a:ea typeface="Calibri Light" panose="020F0302020204030204" pitchFamily="34" charset="0"/>
              <a:cs typeface="Calibri Light" panose="020F0302020204030204" pitchFamily="34" charset="0"/>
            </a:endParaRPr>
          </a:p>
          <a:p>
            <a:pPr marL="0" indent="0">
              <a:buNone/>
            </a:pPr>
            <a:r>
              <a:rPr lang="en-US" sz="1100" dirty="0">
                <a:solidFill>
                  <a:srgbClr val="363636"/>
                </a:solidFill>
                <a:latin typeface="+mj-lt"/>
                <a:ea typeface="Calibri Light" panose="020F0302020204030204" pitchFamily="34" charset="0"/>
                <a:cs typeface="Calibri Light" panose="020F0302020204030204" pitchFamily="34" charset="0"/>
              </a:rPr>
              <a:t>• Evaluates CURRENT_ROLE() function</a:t>
            </a:r>
            <a:endParaRPr lang="en-US" sz="1100" dirty="0">
              <a:latin typeface="+mj-lt"/>
              <a:ea typeface="Calibri Light" panose="020F0302020204030204" pitchFamily="34" charset="0"/>
              <a:cs typeface="Calibri Light" panose="020F0302020204030204" pitchFamily="34" charset="0"/>
            </a:endParaRPr>
          </a:p>
          <a:p>
            <a:pPr marL="0" indent="0">
              <a:buNone/>
            </a:pPr>
            <a:r>
              <a:rPr lang="en-US" sz="1100" dirty="0">
                <a:solidFill>
                  <a:srgbClr val="363636"/>
                </a:solidFill>
                <a:latin typeface="+mj-lt"/>
                <a:ea typeface="Calibri Light" panose="020F0302020204030204" pitchFamily="34" charset="0"/>
                <a:cs typeface="Calibri Light" panose="020F0302020204030204" pitchFamily="34" charset="0"/>
              </a:rPr>
              <a:t>• Uses REGEXP pattern matching</a:t>
            </a:r>
            <a:endParaRPr lang="en-US" sz="1100" dirty="0">
              <a:latin typeface="+mj-lt"/>
              <a:ea typeface="Calibri Light" panose="020F0302020204030204" pitchFamily="34" charset="0"/>
              <a:cs typeface="Calibri Light" panose="020F0302020204030204" pitchFamily="34" charset="0"/>
            </a:endParaRPr>
          </a:p>
          <a:p>
            <a:pPr marL="0" indent="0">
              <a:buNone/>
            </a:pPr>
            <a:r>
              <a:rPr lang="en-US" sz="1100" dirty="0">
                <a:solidFill>
                  <a:srgbClr val="363636"/>
                </a:solidFill>
                <a:latin typeface="+mj-lt"/>
                <a:ea typeface="Calibri Light" panose="020F0302020204030204" pitchFamily="34" charset="0"/>
                <a:cs typeface="Calibri Light" panose="020F0302020204030204" pitchFamily="34" charset="0"/>
              </a:rPr>
              <a:t>• Checks IS_ROLE_IN_SESSION() for secondary roles</a:t>
            </a:r>
            <a:endParaRPr lang="en-US" sz="1100" dirty="0">
              <a:latin typeface="+mj-lt"/>
              <a:ea typeface="Calibri Light" panose="020F0302020204030204" pitchFamily="34" charset="0"/>
              <a:cs typeface="Calibri Light" panose="020F0302020204030204" pitchFamily="34" charset="0"/>
            </a:endParaRPr>
          </a:p>
          <a:p>
            <a:pPr marL="0" indent="0">
              <a:buNone/>
            </a:pPr>
            <a:r>
              <a:rPr lang="en-US" sz="1100" dirty="0">
                <a:solidFill>
                  <a:srgbClr val="363636"/>
                </a:solidFill>
                <a:latin typeface="+mj-lt"/>
                <a:ea typeface="Calibri Light" panose="020F0302020204030204" pitchFamily="34" charset="0"/>
                <a:cs typeface="Calibri Light" panose="020F0302020204030204" pitchFamily="34" charset="0"/>
              </a:rPr>
              <a:t> </a:t>
            </a:r>
            <a:endParaRPr lang="en-US" sz="1100" dirty="0">
              <a:latin typeface="+mj-lt"/>
              <a:ea typeface="Calibri Light" panose="020F0302020204030204" pitchFamily="34" charset="0"/>
              <a:cs typeface="Calibri Light" panose="020F0302020204030204" pitchFamily="34" charset="0"/>
            </a:endParaRPr>
          </a:p>
          <a:p>
            <a:pPr marL="0" indent="0">
              <a:buNone/>
            </a:pPr>
            <a:r>
              <a:rPr lang="en-US" sz="1100" b="1" dirty="0">
                <a:solidFill>
                  <a:srgbClr val="363636"/>
                </a:solidFill>
                <a:latin typeface="+mj-lt"/>
                <a:ea typeface="Calibri Light" panose="020F0302020204030204" pitchFamily="34" charset="0"/>
                <a:cs typeface="Calibri Light" panose="020F0302020204030204" pitchFamily="34" charset="0"/>
              </a:rPr>
              <a:t>Result:</a:t>
            </a:r>
            <a:endParaRPr lang="en-US" sz="1100" dirty="0">
              <a:latin typeface="+mj-lt"/>
              <a:ea typeface="Calibri Light" panose="020F0302020204030204" pitchFamily="34" charset="0"/>
              <a:cs typeface="Calibri Light" panose="020F0302020204030204" pitchFamily="34" charset="0"/>
            </a:endParaRPr>
          </a:p>
          <a:p>
            <a:pPr marL="0" indent="0">
              <a:buNone/>
            </a:pPr>
            <a:r>
              <a:rPr lang="en-US" sz="1100" dirty="0">
                <a:solidFill>
                  <a:srgbClr val="363636"/>
                </a:solidFill>
                <a:latin typeface="+mj-lt"/>
                <a:ea typeface="Calibri Light" panose="020F0302020204030204" pitchFamily="34" charset="0"/>
                <a:cs typeface="Calibri Light" panose="020F0302020204030204" pitchFamily="34" charset="0"/>
              </a:rPr>
              <a:t>• Returns TRUE: User sees the row</a:t>
            </a:r>
            <a:endParaRPr lang="en-US" sz="1100" dirty="0">
              <a:latin typeface="+mj-lt"/>
              <a:ea typeface="Calibri Light" panose="020F0302020204030204" pitchFamily="34" charset="0"/>
              <a:cs typeface="Calibri Light" panose="020F0302020204030204" pitchFamily="34" charset="0"/>
            </a:endParaRPr>
          </a:p>
          <a:p>
            <a:pPr marL="0" indent="0">
              <a:buNone/>
            </a:pPr>
            <a:r>
              <a:rPr lang="en-US" sz="1100" dirty="0">
                <a:solidFill>
                  <a:srgbClr val="363636"/>
                </a:solidFill>
                <a:latin typeface="+mj-lt"/>
                <a:ea typeface="Calibri Light" panose="020F0302020204030204" pitchFamily="34" charset="0"/>
                <a:cs typeface="Calibri Light" panose="020F0302020204030204" pitchFamily="34" charset="0"/>
              </a:rPr>
              <a:t>• Returns FALSE: Row is hidden from user</a:t>
            </a:r>
            <a:endParaRPr lang="en-US" sz="1100" dirty="0">
              <a:latin typeface="+mj-lt"/>
              <a:ea typeface="Calibri Light" panose="020F0302020204030204" pitchFamily="34" charset="0"/>
              <a:cs typeface="Calibri Light" panose="020F0302020204030204" pitchFamily="34" charset="0"/>
            </a:endParaRPr>
          </a:p>
        </p:txBody>
      </p:sp>
      <p:sp>
        <p:nvSpPr>
          <p:cNvPr id="10" name="Text 8"/>
          <p:cNvSpPr/>
          <p:nvPr/>
        </p:nvSpPr>
        <p:spPr>
          <a:xfrm>
            <a:off x="4937760" y="1920240"/>
            <a:ext cx="3749040" cy="413385"/>
          </a:xfrm>
          <a:prstGeom prst="rect">
            <a:avLst/>
          </a:prstGeom>
          <a:noFill/>
          <a:ln/>
        </p:spPr>
        <p:txBody>
          <a:bodyPr wrap="square" rtlCol="0" anchor="ctr"/>
          <a:lstStyle/>
          <a:p>
            <a:pPr marL="0" indent="0">
              <a:buNone/>
            </a:pPr>
            <a:r>
              <a:rPr lang="en-US" sz="1400" b="1" dirty="0">
                <a:latin typeface="+mj-lt"/>
                <a:ea typeface="Calibri Light" panose="020F0302020204030204" pitchFamily="34" charset="0"/>
                <a:cs typeface="Calibri Light" panose="020F0302020204030204" pitchFamily="34" charset="0"/>
              </a:rPr>
              <a:t>Security Benefits</a:t>
            </a:r>
            <a:endParaRPr lang="en-US" sz="1400" dirty="0">
              <a:latin typeface="+mj-lt"/>
              <a:ea typeface="Calibri Light" panose="020F0302020204030204" pitchFamily="34" charset="0"/>
              <a:cs typeface="Calibri Light" panose="020F0302020204030204" pitchFamily="34" charset="0"/>
            </a:endParaRPr>
          </a:p>
        </p:txBody>
      </p:sp>
      <p:sp>
        <p:nvSpPr>
          <p:cNvPr id="11" name="Text 9"/>
          <p:cNvSpPr/>
          <p:nvPr/>
        </p:nvSpPr>
        <p:spPr>
          <a:xfrm>
            <a:off x="4937760" y="2606040"/>
            <a:ext cx="3749040" cy="1554480"/>
          </a:xfrm>
          <a:prstGeom prst="rect">
            <a:avLst/>
          </a:prstGeom>
          <a:noFill/>
          <a:ln/>
        </p:spPr>
        <p:txBody>
          <a:bodyPr wrap="square" rtlCol="0" anchor="ctr"/>
          <a:lstStyle/>
          <a:p>
            <a:pPr marL="0" indent="0">
              <a:buNone/>
            </a:pPr>
            <a:r>
              <a:rPr lang="en-US" sz="1100" b="1" dirty="0">
                <a:solidFill>
                  <a:srgbClr val="363636"/>
                </a:solidFill>
                <a:latin typeface="+mj-lt"/>
                <a:ea typeface="Calibri Light" panose="020F0302020204030204" pitchFamily="34" charset="0"/>
                <a:cs typeface="Calibri Light" panose="020F0302020204030204" pitchFamily="34" charset="0"/>
              </a:rPr>
              <a:t>Zone-based Segregation:</a:t>
            </a:r>
            <a:endParaRPr lang="en-US" sz="1100" dirty="0">
              <a:latin typeface="+mj-lt"/>
              <a:ea typeface="Calibri Light" panose="020F0302020204030204" pitchFamily="34" charset="0"/>
              <a:cs typeface="Calibri Light" panose="020F0302020204030204" pitchFamily="34" charset="0"/>
            </a:endParaRPr>
          </a:p>
          <a:p>
            <a:pPr marL="0" indent="0">
              <a:buNone/>
            </a:pPr>
            <a:r>
              <a:rPr lang="en-US" sz="1100" dirty="0">
                <a:solidFill>
                  <a:srgbClr val="363636"/>
                </a:solidFill>
                <a:latin typeface="+mj-lt"/>
                <a:ea typeface="Calibri Light" panose="020F0302020204030204" pitchFamily="34" charset="0"/>
                <a:cs typeface="Calibri Light" panose="020F0302020204030204" pitchFamily="34" charset="0"/>
              </a:rPr>
              <a:t>• CUST zone users see only CUST data</a:t>
            </a:r>
            <a:endParaRPr lang="en-US" sz="1100" dirty="0">
              <a:latin typeface="+mj-lt"/>
              <a:ea typeface="Calibri Light" panose="020F0302020204030204" pitchFamily="34" charset="0"/>
              <a:cs typeface="Calibri Light" panose="020F0302020204030204" pitchFamily="34" charset="0"/>
            </a:endParaRPr>
          </a:p>
          <a:p>
            <a:pPr marL="0" indent="0">
              <a:buNone/>
            </a:pPr>
            <a:r>
              <a:rPr lang="en-US" sz="1100" dirty="0">
                <a:solidFill>
                  <a:srgbClr val="363636"/>
                </a:solidFill>
                <a:latin typeface="+mj-lt"/>
                <a:ea typeface="Calibri Light" panose="020F0302020204030204" pitchFamily="34" charset="0"/>
                <a:cs typeface="Calibri Light" panose="020F0302020204030204" pitchFamily="34" charset="0"/>
              </a:rPr>
              <a:t>• PTP zone users see only PTP data</a:t>
            </a:r>
            <a:endParaRPr lang="en-US" sz="1100" dirty="0">
              <a:latin typeface="+mj-lt"/>
              <a:ea typeface="Calibri Light" panose="020F0302020204030204" pitchFamily="34" charset="0"/>
              <a:cs typeface="Calibri Light" panose="020F0302020204030204" pitchFamily="34" charset="0"/>
            </a:endParaRPr>
          </a:p>
          <a:p>
            <a:pPr marL="0" indent="0">
              <a:buNone/>
            </a:pPr>
            <a:r>
              <a:rPr lang="en-US" sz="1100" dirty="0">
                <a:solidFill>
                  <a:srgbClr val="363636"/>
                </a:solidFill>
                <a:latin typeface="+mj-lt"/>
                <a:ea typeface="Calibri Light" panose="020F0302020204030204" pitchFamily="34" charset="0"/>
                <a:cs typeface="Calibri Light" panose="020F0302020204030204" pitchFamily="34" charset="0"/>
              </a:rPr>
              <a:t>• LOANS zone users see only LOANS data</a:t>
            </a:r>
            <a:endParaRPr lang="en-US" sz="1100" dirty="0">
              <a:latin typeface="+mj-lt"/>
              <a:ea typeface="Calibri Light" panose="020F0302020204030204" pitchFamily="34" charset="0"/>
              <a:cs typeface="Calibri Light" panose="020F0302020204030204" pitchFamily="34" charset="0"/>
            </a:endParaRPr>
          </a:p>
          <a:p>
            <a:pPr marL="0" indent="0">
              <a:buNone/>
            </a:pPr>
            <a:r>
              <a:rPr lang="en-US" sz="1100" dirty="0">
                <a:solidFill>
                  <a:srgbClr val="363636"/>
                </a:solidFill>
                <a:latin typeface="+mj-lt"/>
                <a:ea typeface="Calibri Light" panose="020F0302020204030204" pitchFamily="34" charset="0"/>
                <a:cs typeface="Calibri Light" panose="020F0302020204030204" pitchFamily="34" charset="0"/>
              </a:rPr>
              <a:t> </a:t>
            </a:r>
            <a:endParaRPr lang="en-US" sz="1100" dirty="0">
              <a:latin typeface="+mj-lt"/>
              <a:ea typeface="Calibri Light" panose="020F0302020204030204" pitchFamily="34" charset="0"/>
              <a:cs typeface="Calibri Light" panose="020F0302020204030204" pitchFamily="34" charset="0"/>
            </a:endParaRPr>
          </a:p>
          <a:p>
            <a:pPr marL="0" indent="0">
              <a:buNone/>
            </a:pPr>
            <a:r>
              <a:rPr lang="en-US" sz="1100" b="1" dirty="0">
                <a:solidFill>
                  <a:srgbClr val="363636"/>
                </a:solidFill>
                <a:latin typeface="+mj-lt"/>
                <a:ea typeface="Calibri Light" panose="020F0302020204030204" pitchFamily="34" charset="0"/>
                <a:cs typeface="Calibri Light" panose="020F0302020204030204" pitchFamily="34" charset="0"/>
              </a:rPr>
              <a:t>Platform Team Access:</a:t>
            </a:r>
            <a:endParaRPr lang="en-US" sz="1100" dirty="0">
              <a:latin typeface="+mj-lt"/>
              <a:ea typeface="Calibri Light" panose="020F0302020204030204" pitchFamily="34" charset="0"/>
              <a:cs typeface="Calibri Light" panose="020F0302020204030204" pitchFamily="34" charset="0"/>
            </a:endParaRPr>
          </a:p>
          <a:p>
            <a:pPr marL="0" indent="0">
              <a:buNone/>
            </a:pPr>
            <a:r>
              <a:rPr lang="en-US" sz="1100" dirty="0">
                <a:solidFill>
                  <a:srgbClr val="363636"/>
                </a:solidFill>
                <a:latin typeface="+mj-lt"/>
                <a:ea typeface="Calibri Light" panose="020F0302020204030204" pitchFamily="34" charset="0"/>
                <a:cs typeface="Calibri Light" panose="020F0302020204030204" pitchFamily="34" charset="0"/>
              </a:rPr>
              <a:t>• PLATFRM roles see all zones (multi-zone)</a:t>
            </a:r>
            <a:endParaRPr lang="en-US" sz="1100" dirty="0">
              <a:latin typeface="+mj-lt"/>
              <a:ea typeface="Calibri Light" panose="020F0302020204030204" pitchFamily="34" charset="0"/>
              <a:cs typeface="Calibri Light" panose="020F0302020204030204" pitchFamily="34" charset="0"/>
            </a:endParaRPr>
          </a:p>
          <a:p>
            <a:pPr marL="0" indent="0">
              <a:buNone/>
            </a:pPr>
            <a:r>
              <a:rPr lang="en-US" sz="1100" dirty="0">
                <a:solidFill>
                  <a:srgbClr val="363636"/>
                </a:solidFill>
                <a:latin typeface="+mj-lt"/>
                <a:ea typeface="Calibri Light" panose="020F0302020204030204" pitchFamily="34" charset="0"/>
                <a:cs typeface="Calibri Light" panose="020F0302020204030204" pitchFamily="34" charset="0"/>
              </a:rPr>
              <a:t>• Required for comprehensive FinOps oversight</a:t>
            </a:r>
            <a:endParaRPr lang="en-US" sz="1100" dirty="0">
              <a:latin typeface="+mj-lt"/>
              <a:ea typeface="Calibri Light" panose="020F0302020204030204" pitchFamily="34" charset="0"/>
              <a:cs typeface="Calibri Light" panose="020F0302020204030204" pitchFamily="34" charset="0"/>
            </a:endParaRPr>
          </a:p>
          <a:p>
            <a:pPr marL="0" indent="0">
              <a:buNone/>
            </a:pPr>
            <a:r>
              <a:rPr lang="en-US" sz="1100" dirty="0">
                <a:solidFill>
                  <a:srgbClr val="363636"/>
                </a:solidFill>
                <a:latin typeface="+mj-lt"/>
                <a:ea typeface="Calibri Light" panose="020F0302020204030204" pitchFamily="34" charset="0"/>
                <a:cs typeface="Calibri Light" panose="020F0302020204030204" pitchFamily="34" charset="0"/>
              </a:rPr>
              <a:t> </a:t>
            </a:r>
            <a:endParaRPr lang="en-US" sz="1100" dirty="0">
              <a:latin typeface="+mj-lt"/>
              <a:ea typeface="Calibri Light" panose="020F0302020204030204" pitchFamily="34" charset="0"/>
              <a:cs typeface="Calibri Light" panose="020F0302020204030204" pitchFamily="34" charset="0"/>
            </a:endParaRPr>
          </a:p>
          <a:p>
            <a:pPr marL="0" indent="0">
              <a:buNone/>
            </a:pPr>
            <a:r>
              <a:rPr lang="en-US" sz="1100" b="1" dirty="0">
                <a:solidFill>
                  <a:srgbClr val="363636"/>
                </a:solidFill>
                <a:latin typeface="+mj-lt"/>
                <a:ea typeface="Calibri Light" panose="020F0302020204030204" pitchFamily="34" charset="0"/>
                <a:cs typeface="Calibri Light" panose="020F0302020204030204" pitchFamily="34" charset="0"/>
              </a:rPr>
              <a:t>Performance:</a:t>
            </a:r>
            <a:endParaRPr lang="en-US" sz="1100" dirty="0">
              <a:latin typeface="+mj-lt"/>
              <a:ea typeface="Calibri Light" panose="020F0302020204030204" pitchFamily="34" charset="0"/>
              <a:cs typeface="Calibri Light" panose="020F0302020204030204" pitchFamily="34" charset="0"/>
            </a:endParaRPr>
          </a:p>
          <a:p>
            <a:pPr marL="0" indent="0">
              <a:buNone/>
            </a:pPr>
            <a:r>
              <a:rPr lang="en-US" sz="1100" dirty="0">
                <a:solidFill>
                  <a:srgbClr val="363636"/>
                </a:solidFill>
                <a:latin typeface="+mj-lt"/>
                <a:ea typeface="Calibri Light" panose="020F0302020204030204" pitchFamily="34" charset="0"/>
                <a:cs typeface="Calibri Light" panose="020F0302020204030204" pitchFamily="34" charset="0"/>
              </a:rPr>
              <a:t>• Negligible performance overhead</a:t>
            </a:r>
            <a:endParaRPr lang="en-US" sz="1100" dirty="0">
              <a:latin typeface="+mj-lt"/>
              <a:ea typeface="Calibri Light" panose="020F0302020204030204" pitchFamily="34" charset="0"/>
              <a:cs typeface="Calibri Light" panose="020F0302020204030204" pitchFamily="34" charset="0"/>
            </a:endParaRPr>
          </a:p>
          <a:p>
            <a:pPr marL="0" indent="0">
              <a:buNone/>
            </a:pPr>
            <a:r>
              <a:rPr lang="en-US" sz="1100" dirty="0">
                <a:solidFill>
                  <a:srgbClr val="363636"/>
                </a:solidFill>
                <a:latin typeface="+mj-lt"/>
                <a:ea typeface="Calibri Light" panose="020F0302020204030204" pitchFamily="34" charset="0"/>
                <a:cs typeface="Calibri Light" panose="020F0302020204030204" pitchFamily="34" charset="0"/>
              </a:rPr>
              <a:t>• No lookup tables required</a:t>
            </a:r>
            <a:endParaRPr lang="en-US" sz="1100" dirty="0">
              <a:latin typeface="+mj-lt"/>
              <a:ea typeface="Calibri Light" panose="020F0302020204030204" pitchFamily="34" charset="0"/>
              <a:cs typeface="Calibri Light" panose="020F0302020204030204" pitchFamily="34" charset="0"/>
            </a:endParaRPr>
          </a:p>
          <a:p>
            <a:pPr marL="0" indent="0">
              <a:buNone/>
            </a:pPr>
            <a:r>
              <a:rPr lang="en-US" sz="1100" dirty="0">
                <a:solidFill>
                  <a:srgbClr val="363636"/>
                </a:solidFill>
                <a:latin typeface="+mj-lt"/>
                <a:ea typeface="Calibri Light" panose="020F0302020204030204" pitchFamily="34" charset="0"/>
                <a:cs typeface="Calibri Light" panose="020F0302020204030204" pitchFamily="34" charset="0"/>
              </a:rPr>
              <a:t>• Native Snowflake feature</a:t>
            </a:r>
            <a:endParaRPr lang="en-US" sz="1100" dirty="0">
              <a:latin typeface="+mj-lt"/>
              <a:ea typeface="Calibri Light" panose="020F0302020204030204" pitchFamily="34" charset="0"/>
              <a:cs typeface="Calibri Light" panose="020F0302020204030204" pitchFamily="34" charset="0"/>
            </a:endParaRPr>
          </a:p>
        </p:txBody>
      </p:sp>
    </p:spTree>
    <p:extLst>
      <p:ext uri="{BB962C8B-B14F-4D97-AF65-F5344CB8AC3E}">
        <p14:creationId xmlns:p14="http://schemas.microsoft.com/office/powerpoint/2010/main" val="48387786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0A3873-2FB1-ACC8-11CB-2276A0F8C8FB}"/>
            </a:ext>
          </a:extLst>
        </p:cNvPr>
        <p:cNvGrpSpPr/>
        <p:nvPr/>
      </p:nvGrpSpPr>
      <p:grpSpPr>
        <a:xfrm>
          <a:off x="0" y="0"/>
          <a:ext cx="0" cy="0"/>
          <a:chOff x="0" y="0"/>
          <a:chExt cx="0" cy="0"/>
        </a:xfrm>
      </p:grpSpPr>
      <p:sp>
        <p:nvSpPr>
          <p:cNvPr id="3" name="Footer Placeholder 2">
            <a:extLst>
              <a:ext uri="{FF2B5EF4-FFF2-40B4-BE49-F238E27FC236}">
                <a16:creationId xmlns:a16="http://schemas.microsoft.com/office/drawing/2014/main" id="{3198FE3D-CDB6-91A3-26EE-8931295F1E8C}"/>
              </a:ext>
            </a:extLst>
          </p:cNvPr>
          <p:cNvSpPr>
            <a:spLocks noGrp="1"/>
          </p:cNvSpPr>
          <p:nvPr>
            <p:ph type="ftr" sz="quarter" idx="10"/>
          </p:nvPr>
        </p:nvSpPr>
        <p:spPr/>
        <p:txBody>
          <a:bodyPr/>
          <a:lstStyle/>
          <a:p>
            <a:pPr defTabSz="685800">
              <a:defRPr/>
            </a:pPr>
            <a:r>
              <a:rPr lang="en-US" dirty="0">
                <a:solidFill>
                  <a:srgbClr val="202020">
                    <a:lumMod val="50000"/>
                    <a:lumOff val="50000"/>
                  </a:srgbClr>
                </a:solidFill>
                <a:latin typeface="+mj-lt"/>
              </a:rPr>
              <a:t>Confidential – Internal BNZ Discussion Only</a:t>
            </a:r>
          </a:p>
        </p:txBody>
      </p:sp>
      <p:sp>
        <p:nvSpPr>
          <p:cNvPr id="4" name="Slide Number Placeholder 3">
            <a:extLst>
              <a:ext uri="{FF2B5EF4-FFF2-40B4-BE49-F238E27FC236}">
                <a16:creationId xmlns:a16="http://schemas.microsoft.com/office/drawing/2014/main" id="{8C8C05A8-3636-E4C8-EB40-1CE5515C5326}"/>
              </a:ext>
            </a:extLst>
          </p:cNvPr>
          <p:cNvSpPr>
            <a:spLocks noGrp="1"/>
          </p:cNvSpPr>
          <p:nvPr>
            <p:ph type="sldNum" sz="quarter" idx="11"/>
          </p:nvPr>
        </p:nvSpPr>
        <p:spPr/>
        <p:txBody>
          <a:bodyPr/>
          <a:lstStyle/>
          <a:p>
            <a:pPr defTabSz="685800" fontAlgn="base">
              <a:spcBef>
                <a:spcPct val="0"/>
              </a:spcBef>
              <a:spcAft>
                <a:spcPct val="0"/>
              </a:spcAft>
            </a:pPr>
            <a:fld id="{BB75A05E-A768-448D-89EA-D79CB42F5018}" type="slidenum">
              <a:rPr lang="en-NZ" altLang="en-US">
                <a:latin typeface="+mj-lt"/>
              </a:rPr>
              <a:pPr defTabSz="685800" fontAlgn="base">
                <a:spcBef>
                  <a:spcPct val="0"/>
                </a:spcBef>
                <a:spcAft>
                  <a:spcPct val="0"/>
                </a:spcAft>
              </a:pPr>
              <a:t>15</a:t>
            </a:fld>
            <a:endParaRPr lang="en-NZ" altLang="en-US">
              <a:latin typeface="+mj-lt"/>
            </a:endParaRPr>
          </a:p>
        </p:txBody>
      </p:sp>
      <p:graphicFrame>
        <p:nvGraphicFramePr>
          <p:cNvPr id="6" name="Table 0">
            <a:extLst>
              <a:ext uri="{FF2B5EF4-FFF2-40B4-BE49-F238E27FC236}">
                <a16:creationId xmlns:a16="http://schemas.microsoft.com/office/drawing/2014/main" id="{0C8C5920-987D-D154-9A61-196C6532366B}"/>
              </a:ext>
            </a:extLst>
          </p:cNvPr>
          <p:cNvGraphicFramePr>
            <a:graphicFrameLocks noGrp="1"/>
          </p:cNvGraphicFramePr>
          <p:nvPr>
            <p:extLst>
              <p:ext uri="{D42A27DB-BD31-4B8C-83A1-F6EECF244321}">
                <p14:modId xmlns:p14="http://schemas.microsoft.com/office/powerpoint/2010/main" val="1594184714"/>
              </p:ext>
            </p:extLst>
          </p:nvPr>
        </p:nvGraphicFramePr>
        <p:xfrm>
          <a:off x="396815" y="1393568"/>
          <a:ext cx="8229600" cy="3575606"/>
        </p:xfrm>
        <a:graphic>
          <a:graphicData uri="http://schemas.openxmlformats.org/drawingml/2006/table">
            <a:tbl>
              <a:tblPr/>
              <a:tblGrid>
                <a:gridCol w="1645920">
                  <a:extLst>
                    <a:ext uri="{9D8B030D-6E8A-4147-A177-3AD203B41FA5}">
                      <a16:colId xmlns:a16="http://schemas.microsoft.com/office/drawing/2014/main" val="20000"/>
                    </a:ext>
                  </a:extLst>
                </a:gridCol>
                <a:gridCol w="1645920">
                  <a:extLst>
                    <a:ext uri="{9D8B030D-6E8A-4147-A177-3AD203B41FA5}">
                      <a16:colId xmlns:a16="http://schemas.microsoft.com/office/drawing/2014/main" val="20001"/>
                    </a:ext>
                  </a:extLst>
                </a:gridCol>
                <a:gridCol w="1645920">
                  <a:extLst>
                    <a:ext uri="{9D8B030D-6E8A-4147-A177-3AD203B41FA5}">
                      <a16:colId xmlns:a16="http://schemas.microsoft.com/office/drawing/2014/main" val="20002"/>
                    </a:ext>
                  </a:extLst>
                </a:gridCol>
                <a:gridCol w="1645920">
                  <a:extLst>
                    <a:ext uri="{9D8B030D-6E8A-4147-A177-3AD203B41FA5}">
                      <a16:colId xmlns:a16="http://schemas.microsoft.com/office/drawing/2014/main" val="20003"/>
                    </a:ext>
                  </a:extLst>
                </a:gridCol>
                <a:gridCol w="1645920">
                  <a:extLst>
                    <a:ext uri="{9D8B030D-6E8A-4147-A177-3AD203B41FA5}">
                      <a16:colId xmlns:a16="http://schemas.microsoft.com/office/drawing/2014/main" val="20004"/>
                    </a:ext>
                  </a:extLst>
                </a:gridCol>
              </a:tblGrid>
              <a:tr h="326626">
                <a:tc>
                  <a:txBody>
                    <a:bodyPr/>
                    <a:lstStyle/>
                    <a:p>
                      <a:pPr marL="0" indent="0" algn="ctr">
                        <a:buNone/>
                      </a:pPr>
                      <a:r>
                        <a:rPr lang="en-US" sz="1200" b="1" baseline="0" dirty="0">
                          <a:solidFill>
                            <a:schemeClr val="tx1"/>
                          </a:solidFill>
                          <a:latin typeface="Calibri Light" panose="020F0302020204030204" pitchFamily="34" charset="0"/>
                        </a:rPr>
                        <a:t>User Role</a:t>
                      </a:r>
                      <a:endParaRPr lang="en-US" sz="1200" baseline="0" dirty="0">
                        <a:solidFill>
                          <a:schemeClr val="tx1"/>
                        </a:solidFill>
                        <a:latin typeface="Calibri Light" panose="020F0302020204030204" pitchFamily="34" charset="0"/>
                      </a:endParaRPr>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tcPr>
                </a:tc>
                <a:tc>
                  <a:txBody>
                    <a:bodyPr/>
                    <a:lstStyle/>
                    <a:p>
                      <a:pPr marL="0" indent="0" algn="ctr">
                        <a:buNone/>
                      </a:pPr>
                      <a:r>
                        <a:rPr lang="en-US" sz="1200" b="1" baseline="0" dirty="0">
                          <a:solidFill>
                            <a:schemeClr val="tx1"/>
                          </a:solidFill>
                          <a:latin typeface="Calibri Light" panose="020F0302020204030204" pitchFamily="34" charset="0"/>
                        </a:rPr>
                        <a:t>Zone-CUST</a:t>
                      </a:r>
                      <a:endParaRPr lang="en-US" sz="1200" baseline="0" dirty="0">
                        <a:solidFill>
                          <a:schemeClr val="tx1"/>
                        </a:solidFill>
                        <a:latin typeface="Calibri Light" panose="020F0302020204030204" pitchFamily="34" charset="0"/>
                      </a:endParaRPr>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tcPr>
                </a:tc>
                <a:tc>
                  <a:txBody>
                    <a:bodyPr/>
                    <a:lstStyle/>
                    <a:p>
                      <a:pPr marL="0" indent="0" algn="ctr">
                        <a:buNone/>
                      </a:pPr>
                      <a:r>
                        <a:rPr lang="en-US" sz="1200" b="1" baseline="0" dirty="0">
                          <a:solidFill>
                            <a:schemeClr val="tx1"/>
                          </a:solidFill>
                          <a:latin typeface="Calibri Light" panose="020F0302020204030204" pitchFamily="34" charset="0"/>
                        </a:rPr>
                        <a:t>Zone-PTP</a:t>
                      </a:r>
                      <a:endParaRPr lang="en-US" sz="1200" baseline="0" dirty="0">
                        <a:solidFill>
                          <a:schemeClr val="tx1"/>
                        </a:solidFill>
                        <a:latin typeface="Calibri Light" panose="020F0302020204030204" pitchFamily="34" charset="0"/>
                      </a:endParaRPr>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tcPr>
                </a:tc>
                <a:tc>
                  <a:txBody>
                    <a:bodyPr/>
                    <a:lstStyle/>
                    <a:p>
                      <a:pPr marL="0" indent="0" algn="ctr">
                        <a:buNone/>
                      </a:pPr>
                      <a:r>
                        <a:rPr lang="en-US" sz="1200" b="1" baseline="0" dirty="0">
                          <a:solidFill>
                            <a:schemeClr val="tx1"/>
                          </a:solidFill>
                          <a:latin typeface="Calibri Light" panose="020F0302020204030204" pitchFamily="34" charset="0"/>
                        </a:rPr>
                        <a:t>Zone-LOANS</a:t>
                      </a:r>
                      <a:endParaRPr lang="en-US" sz="1200" baseline="0" dirty="0">
                        <a:solidFill>
                          <a:schemeClr val="tx1"/>
                        </a:solidFill>
                        <a:latin typeface="Calibri Light" panose="020F0302020204030204" pitchFamily="34" charset="0"/>
                      </a:endParaRPr>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tcPr>
                </a:tc>
                <a:tc>
                  <a:txBody>
                    <a:bodyPr/>
                    <a:lstStyle/>
                    <a:p>
                      <a:pPr marL="0" indent="0" algn="ctr">
                        <a:buNone/>
                      </a:pPr>
                      <a:r>
                        <a:rPr lang="en-US" sz="1200" b="1" baseline="0" dirty="0">
                          <a:solidFill>
                            <a:schemeClr val="tx1"/>
                          </a:solidFill>
                          <a:latin typeface="Calibri Light" panose="020F0302020204030204" pitchFamily="34" charset="0"/>
                        </a:rPr>
                        <a:t>All Zones</a:t>
                      </a:r>
                      <a:endParaRPr lang="en-US" sz="1200" baseline="0" dirty="0">
                        <a:solidFill>
                          <a:schemeClr val="tx1"/>
                        </a:solidFill>
                        <a:latin typeface="Calibri Light" panose="020F0302020204030204" pitchFamily="34" charset="0"/>
                      </a:endParaRPr>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tcPr>
                </a:tc>
                <a:extLst>
                  <a:ext uri="{0D108BD9-81ED-4DB2-BD59-A6C34878D82A}">
                    <a16:rowId xmlns:a16="http://schemas.microsoft.com/office/drawing/2014/main" val="10000"/>
                  </a:ext>
                </a:extLst>
              </a:tr>
              <a:tr h="326626">
                <a:tc>
                  <a:txBody>
                    <a:bodyPr/>
                    <a:lstStyle/>
                    <a:p>
                      <a:pPr marL="0" indent="0" algn="ctr">
                        <a:buNone/>
                      </a:pPr>
                      <a:r>
                        <a:rPr lang="en-US" sz="1000" dirty="0">
                          <a:solidFill>
                            <a:srgbClr val="000000"/>
                          </a:solidFill>
                          <a:latin typeface="+mn-lt"/>
                          <a:ea typeface="Calibri Light" panose="020F0302020204030204" pitchFamily="34" charset="0"/>
                          <a:cs typeface="Calibri Light" panose="020F0302020204030204" pitchFamily="34" charset="0"/>
                        </a:rPr>
                        <a:t>ACCOUNTADMIN</a:t>
                      </a:r>
                      <a:endParaRPr lang="en-US" sz="1000" dirty="0">
                        <a:latin typeface="+mn-lt"/>
                        <a:ea typeface="Calibri Light" panose="020F0302020204030204" pitchFamily="34" charset="0"/>
                        <a:cs typeface="Calibri Light" panose="020F0302020204030204" pitchFamily="34" charset="0"/>
                      </a:endParaRPr>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000000"/>
                          </a:solidFill>
                          <a:latin typeface="Calibri Light" panose="020F0302020204030204" pitchFamily="34" charset="0"/>
                          <a:ea typeface="Calibri Light" panose="020F0302020204030204" pitchFamily="34" charset="0"/>
                          <a:cs typeface="Calibri Light" panose="020F0302020204030204" pitchFamily="34" charset="0"/>
                        </a:rPr>
                        <a:t>✓</a:t>
                      </a:r>
                      <a:endParaRPr lang="en-US" sz="1200" dirty="0">
                        <a:latin typeface="Calibri Light" panose="020F0302020204030204" pitchFamily="34" charset="0"/>
                        <a:ea typeface="Calibri Light" panose="020F0302020204030204" pitchFamily="34" charset="0"/>
                        <a:cs typeface="Calibri Light" panose="020F0302020204030204" pitchFamily="34" charset="0"/>
                      </a:endParaRPr>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000000"/>
                          </a:solidFill>
                          <a:latin typeface="Calibri Light" panose="020F0302020204030204" pitchFamily="34" charset="0"/>
                          <a:ea typeface="Calibri Light" panose="020F0302020204030204" pitchFamily="34" charset="0"/>
                          <a:cs typeface="Calibri Light" panose="020F0302020204030204" pitchFamily="34" charset="0"/>
                        </a:rPr>
                        <a:t>✓</a:t>
                      </a:r>
                      <a:endParaRPr lang="en-US" sz="1200" dirty="0">
                        <a:latin typeface="Calibri Light" panose="020F0302020204030204" pitchFamily="34" charset="0"/>
                        <a:ea typeface="Calibri Light" panose="020F0302020204030204" pitchFamily="34" charset="0"/>
                        <a:cs typeface="Calibri Light" panose="020F0302020204030204" pitchFamily="34" charset="0"/>
                      </a:endParaRPr>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000000"/>
                          </a:solidFill>
                          <a:latin typeface="Calibri Light" panose="020F0302020204030204" pitchFamily="34" charset="0"/>
                          <a:ea typeface="Calibri Light" panose="020F0302020204030204" pitchFamily="34" charset="0"/>
                          <a:cs typeface="Calibri Light" panose="020F0302020204030204" pitchFamily="34" charset="0"/>
                        </a:rPr>
                        <a:t>✓</a:t>
                      </a:r>
                      <a:endParaRPr lang="en-US" sz="1200" dirty="0">
                        <a:latin typeface="Calibri Light" panose="020F0302020204030204" pitchFamily="34" charset="0"/>
                        <a:ea typeface="Calibri Light" panose="020F0302020204030204" pitchFamily="34" charset="0"/>
                        <a:cs typeface="Calibri Light" panose="020F0302020204030204" pitchFamily="34" charset="0"/>
                      </a:endParaRPr>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000000"/>
                          </a:solidFill>
                          <a:latin typeface="Calibri Light" panose="020F0302020204030204" pitchFamily="34" charset="0"/>
                          <a:ea typeface="Calibri Light" panose="020F0302020204030204" pitchFamily="34" charset="0"/>
                          <a:cs typeface="Calibri Light" panose="020F0302020204030204" pitchFamily="34" charset="0"/>
                        </a:rPr>
                        <a:t>✓</a:t>
                      </a:r>
                      <a:endParaRPr lang="en-US" sz="1200" dirty="0">
                        <a:latin typeface="Calibri Light" panose="020F0302020204030204" pitchFamily="34" charset="0"/>
                        <a:ea typeface="Calibri Light" panose="020F0302020204030204" pitchFamily="34" charset="0"/>
                        <a:cs typeface="Calibri Light" panose="020F0302020204030204" pitchFamily="34" charset="0"/>
                      </a:endParaRPr>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26626">
                <a:tc>
                  <a:txBody>
                    <a:bodyPr/>
                    <a:lstStyle/>
                    <a:p>
                      <a:pPr marL="0" indent="0" algn="ctr">
                        <a:buNone/>
                      </a:pPr>
                      <a:r>
                        <a:rPr lang="en-US" sz="1000" dirty="0">
                          <a:solidFill>
                            <a:srgbClr val="000000"/>
                          </a:solidFill>
                          <a:latin typeface="+mn-lt"/>
                          <a:ea typeface="Calibri Light" panose="020F0302020204030204" pitchFamily="34" charset="0"/>
                          <a:cs typeface="Calibri Light" panose="020F0302020204030204" pitchFamily="34" charset="0"/>
                        </a:rPr>
                        <a:t>SYSADMIN</a:t>
                      </a:r>
                      <a:endParaRPr lang="en-US" sz="1000" dirty="0">
                        <a:latin typeface="+mn-lt"/>
                        <a:ea typeface="Calibri Light" panose="020F0302020204030204" pitchFamily="34" charset="0"/>
                        <a:cs typeface="Calibri Light" panose="020F0302020204030204" pitchFamily="34" charset="0"/>
                      </a:endParaRPr>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000000"/>
                          </a:solidFill>
                          <a:latin typeface="Calibri Light" panose="020F0302020204030204" pitchFamily="34" charset="0"/>
                          <a:ea typeface="Calibri Light" panose="020F0302020204030204" pitchFamily="34" charset="0"/>
                          <a:cs typeface="Calibri Light" panose="020F0302020204030204" pitchFamily="34" charset="0"/>
                        </a:rPr>
                        <a:t>✓</a:t>
                      </a:r>
                      <a:endParaRPr lang="en-US" sz="1200" dirty="0">
                        <a:latin typeface="Calibri Light" panose="020F0302020204030204" pitchFamily="34" charset="0"/>
                        <a:ea typeface="Calibri Light" panose="020F0302020204030204" pitchFamily="34" charset="0"/>
                        <a:cs typeface="Calibri Light" panose="020F0302020204030204" pitchFamily="34" charset="0"/>
                      </a:endParaRPr>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000000"/>
                          </a:solidFill>
                          <a:latin typeface="Calibri Light" panose="020F0302020204030204" pitchFamily="34" charset="0"/>
                          <a:ea typeface="Calibri Light" panose="020F0302020204030204" pitchFamily="34" charset="0"/>
                          <a:cs typeface="Calibri Light" panose="020F0302020204030204" pitchFamily="34" charset="0"/>
                        </a:rPr>
                        <a:t>✓</a:t>
                      </a:r>
                      <a:endParaRPr lang="en-US" sz="1200" dirty="0">
                        <a:latin typeface="Calibri Light" panose="020F0302020204030204" pitchFamily="34" charset="0"/>
                        <a:ea typeface="Calibri Light" panose="020F0302020204030204" pitchFamily="34" charset="0"/>
                        <a:cs typeface="Calibri Light" panose="020F0302020204030204" pitchFamily="34" charset="0"/>
                      </a:endParaRPr>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000000"/>
                          </a:solidFill>
                          <a:latin typeface="Calibri Light" panose="020F0302020204030204" pitchFamily="34" charset="0"/>
                          <a:ea typeface="Calibri Light" panose="020F0302020204030204" pitchFamily="34" charset="0"/>
                          <a:cs typeface="Calibri Light" panose="020F0302020204030204" pitchFamily="34" charset="0"/>
                        </a:rPr>
                        <a:t>✓</a:t>
                      </a:r>
                      <a:endParaRPr lang="en-US" sz="1200" dirty="0">
                        <a:latin typeface="Calibri Light" panose="020F0302020204030204" pitchFamily="34" charset="0"/>
                        <a:ea typeface="Calibri Light" panose="020F0302020204030204" pitchFamily="34" charset="0"/>
                        <a:cs typeface="Calibri Light" panose="020F0302020204030204" pitchFamily="34" charset="0"/>
                      </a:endParaRPr>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000000"/>
                          </a:solidFill>
                          <a:latin typeface="Calibri Light" panose="020F0302020204030204" pitchFamily="34" charset="0"/>
                          <a:ea typeface="Calibri Light" panose="020F0302020204030204" pitchFamily="34" charset="0"/>
                          <a:cs typeface="Calibri Light" panose="020F0302020204030204" pitchFamily="34" charset="0"/>
                        </a:rPr>
                        <a:t>✓</a:t>
                      </a:r>
                      <a:endParaRPr lang="en-US" sz="1200" dirty="0">
                        <a:latin typeface="Calibri Light" panose="020F0302020204030204" pitchFamily="34" charset="0"/>
                        <a:ea typeface="Calibri Light" panose="020F0302020204030204" pitchFamily="34" charset="0"/>
                        <a:cs typeface="Calibri Light" panose="020F0302020204030204" pitchFamily="34" charset="0"/>
                      </a:endParaRPr>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610912">
                <a:tc>
                  <a:txBody>
                    <a:bodyPr/>
                    <a:lstStyle/>
                    <a:p>
                      <a:pPr marL="0" indent="0" algn="ctr">
                        <a:buNone/>
                      </a:pPr>
                      <a:r>
                        <a:rPr lang="en-US" sz="1000" dirty="0">
                          <a:solidFill>
                            <a:srgbClr val="000000"/>
                          </a:solidFill>
                          <a:latin typeface="+mn-lt"/>
                          <a:ea typeface="Calibri Light" panose="020F0302020204030204" pitchFamily="34" charset="0"/>
                          <a:cs typeface="Calibri Light" panose="020F0302020204030204" pitchFamily="34" charset="0"/>
                        </a:rPr>
                        <a:t>BDH_SF_</a:t>
                      </a:r>
                      <a:r>
                        <a:rPr lang="en-US" sz="1000" kern="1200" dirty="0">
                          <a:solidFill>
                            <a:srgbClr val="000000"/>
                          </a:solidFill>
                          <a:latin typeface="+mn-lt"/>
                          <a:ea typeface="Calibri Light" panose="020F0302020204030204" pitchFamily="34" charset="0"/>
                          <a:cs typeface="Calibri Light" panose="020F0302020204030204" pitchFamily="34" charset="0"/>
                        </a:rPr>
                        <a:t>FR</a:t>
                      </a:r>
                      <a:r>
                        <a:rPr lang="en-US" sz="1000" dirty="0">
                          <a:solidFill>
                            <a:srgbClr val="000000"/>
                          </a:solidFill>
                          <a:latin typeface="+mn-lt"/>
                          <a:ea typeface="Calibri Light" panose="020F0302020204030204" pitchFamily="34" charset="0"/>
                          <a:cs typeface="Calibri Light" panose="020F0302020204030204" pitchFamily="34" charset="0"/>
                        </a:rPr>
                        <a:t>_PLATFRM_</a:t>
                      </a:r>
                      <a:r>
                        <a:rPr lang="en-US" sz="1000" kern="1200" dirty="0">
                          <a:solidFill>
                            <a:srgbClr val="000000"/>
                          </a:solidFill>
                          <a:latin typeface="+mn-lt"/>
                          <a:ea typeface="Calibri Light" panose="020F0302020204030204" pitchFamily="34" charset="0"/>
                          <a:cs typeface="Calibri Light" panose="020F0302020204030204" pitchFamily="34" charset="0"/>
                        </a:rPr>
                        <a:t>PREPROD</a:t>
                      </a:r>
                      <a:r>
                        <a:rPr lang="en-US" sz="1000" dirty="0">
                          <a:solidFill>
                            <a:srgbClr val="000000"/>
                          </a:solidFill>
                          <a:latin typeface="+mn-lt"/>
                          <a:ea typeface="Calibri Light" panose="020F0302020204030204" pitchFamily="34" charset="0"/>
                          <a:cs typeface="Calibri Light" panose="020F0302020204030204" pitchFamily="34" charset="0"/>
                        </a:rPr>
                        <a:t>_SUPPORTADMIN</a:t>
                      </a:r>
                      <a:endParaRPr lang="en-US" sz="1000" dirty="0">
                        <a:latin typeface="+mn-lt"/>
                        <a:ea typeface="Calibri Light" panose="020F0302020204030204" pitchFamily="34" charset="0"/>
                        <a:cs typeface="Calibri Light" panose="020F0302020204030204" pitchFamily="34" charset="0"/>
                      </a:endParaRPr>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000000"/>
                          </a:solidFill>
                          <a:latin typeface="Calibri Light" panose="020F0302020204030204" pitchFamily="34" charset="0"/>
                          <a:ea typeface="Calibri Light" panose="020F0302020204030204" pitchFamily="34" charset="0"/>
                          <a:cs typeface="Calibri Light" panose="020F0302020204030204" pitchFamily="34" charset="0"/>
                        </a:rPr>
                        <a:t>✓</a:t>
                      </a:r>
                      <a:endParaRPr lang="en-US" sz="1200" dirty="0">
                        <a:latin typeface="Calibri Light" panose="020F0302020204030204" pitchFamily="34" charset="0"/>
                        <a:ea typeface="Calibri Light" panose="020F0302020204030204" pitchFamily="34" charset="0"/>
                        <a:cs typeface="Calibri Light" panose="020F0302020204030204" pitchFamily="34" charset="0"/>
                      </a:endParaRPr>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000000"/>
                          </a:solidFill>
                          <a:latin typeface="Calibri Light" panose="020F0302020204030204" pitchFamily="34" charset="0"/>
                          <a:ea typeface="Calibri Light" panose="020F0302020204030204" pitchFamily="34" charset="0"/>
                          <a:cs typeface="Calibri Light" panose="020F0302020204030204" pitchFamily="34" charset="0"/>
                        </a:rPr>
                        <a:t>✓</a:t>
                      </a:r>
                      <a:endParaRPr lang="en-US" sz="1200" dirty="0">
                        <a:latin typeface="Calibri Light" panose="020F0302020204030204" pitchFamily="34" charset="0"/>
                        <a:ea typeface="Calibri Light" panose="020F0302020204030204" pitchFamily="34" charset="0"/>
                        <a:cs typeface="Calibri Light" panose="020F0302020204030204" pitchFamily="34" charset="0"/>
                      </a:endParaRPr>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000000"/>
                          </a:solidFill>
                          <a:latin typeface="Calibri Light" panose="020F0302020204030204" pitchFamily="34" charset="0"/>
                          <a:ea typeface="Calibri Light" panose="020F0302020204030204" pitchFamily="34" charset="0"/>
                          <a:cs typeface="Calibri Light" panose="020F0302020204030204" pitchFamily="34" charset="0"/>
                        </a:rPr>
                        <a:t>✓</a:t>
                      </a:r>
                      <a:endParaRPr lang="en-US" sz="1200" dirty="0">
                        <a:latin typeface="Calibri Light" panose="020F0302020204030204" pitchFamily="34" charset="0"/>
                        <a:ea typeface="Calibri Light" panose="020F0302020204030204" pitchFamily="34" charset="0"/>
                        <a:cs typeface="Calibri Light" panose="020F0302020204030204" pitchFamily="34" charset="0"/>
                      </a:endParaRPr>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000000"/>
                          </a:solidFill>
                          <a:latin typeface="Calibri Light" panose="020F0302020204030204" pitchFamily="34" charset="0"/>
                          <a:ea typeface="Calibri Light" panose="020F0302020204030204" pitchFamily="34" charset="0"/>
                          <a:cs typeface="Calibri Light" panose="020F0302020204030204" pitchFamily="34" charset="0"/>
                        </a:rPr>
                        <a:t>✓</a:t>
                      </a:r>
                      <a:endParaRPr lang="en-US" sz="1200" dirty="0">
                        <a:latin typeface="Calibri Light" panose="020F0302020204030204" pitchFamily="34" charset="0"/>
                        <a:ea typeface="Calibri Light" panose="020F0302020204030204" pitchFamily="34" charset="0"/>
                        <a:cs typeface="Calibri Light" panose="020F0302020204030204" pitchFamily="34" charset="0"/>
                      </a:endParaRPr>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610912">
                <a:tc>
                  <a:txBody>
                    <a:bodyPr/>
                    <a:lstStyle/>
                    <a:p>
                      <a:pPr marL="0" indent="0" algn="ctr">
                        <a:buNone/>
                      </a:pPr>
                      <a:r>
                        <a:rPr lang="en-US" sz="1000" dirty="0">
                          <a:solidFill>
                            <a:srgbClr val="000000"/>
                          </a:solidFill>
                          <a:latin typeface="+mn-lt"/>
                          <a:ea typeface="Calibri Light" panose="020F0302020204030204" pitchFamily="34" charset="0"/>
                          <a:cs typeface="Calibri Light" panose="020F0302020204030204" pitchFamily="34" charset="0"/>
                        </a:rPr>
                        <a:t>BDH_SF_FR_LOANS_DEV_</a:t>
                      </a:r>
                      <a:r>
                        <a:rPr lang="en-US" sz="1000" kern="1200" dirty="0">
                          <a:solidFill>
                            <a:srgbClr val="000000"/>
                          </a:solidFill>
                          <a:latin typeface="+mn-lt"/>
                          <a:ea typeface="Calibri Light" panose="020F0302020204030204" pitchFamily="34" charset="0"/>
                          <a:cs typeface="Calibri Light" panose="020F0302020204030204" pitchFamily="34" charset="0"/>
                        </a:rPr>
                        <a:t>SUPPORTADMIN</a:t>
                      </a:r>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endParaRPr lang="en-US" sz="1200" dirty="0">
                        <a:latin typeface="Calibri Light" panose="020F0302020204030204" pitchFamily="34" charset="0"/>
                        <a:ea typeface="Calibri Light" panose="020F0302020204030204" pitchFamily="34" charset="0"/>
                        <a:cs typeface="Calibri Light" panose="020F0302020204030204" pitchFamily="34" charset="0"/>
                      </a:endParaRPr>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endParaRPr lang="en-US" sz="1200" dirty="0">
                        <a:latin typeface="Calibri Light" panose="020F0302020204030204" pitchFamily="34" charset="0"/>
                        <a:ea typeface="Calibri Light" panose="020F0302020204030204" pitchFamily="34" charset="0"/>
                        <a:cs typeface="Calibri Light" panose="020F0302020204030204" pitchFamily="34" charset="0"/>
                      </a:endParaRPr>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000000"/>
                          </a:solidFill>
                          <a:latin typeface="Calibri Light" panose="020F0302020204030204" pitchFamily="34" charset="0"/>
                          <a:ea typeface="Calibri Light" panose="020F0302020204030204" pitchFamily="34" charset="0"/>
                          <a:cs typeface="Calibri Light" panose="020F0302020204030204" pitchFamily="34" charset="0"/>
                        </a:rPr>
                        <a:t>✓</a:t>
                      </a:r>
                      <a:endParaRPr lang="en-US" sz="1200" dirty="0">
                        <a:latin typeface="Calibri Light" panose="020F0302020204030204" pitchFamily="34" charset="0"/>
                        <a:ea typeface="Calibri Light" panose="020F0302020204030204" pitchFamily="34" charset="0"/>
                        <a:cs typeface="Calibri Light" panose="020F0302020204030204" pitchFamily="34" charset="0"/>
                      </a:endParaRPr>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endParaRPr lang="en-US" sz="1200" dirty="0">
                        <a:latin typeface="Calibri Light" panose="020F0302020204030204" pitchFamily="34" charset="0"/>
                        <a:ea typeface="Calibri Light" panose="020F0302020204030204" pitchFamily="34" charset="0"/>
                        <a:cs typeface="Calibri Light" panose="020F0302020204030204" pitchFamily="34" charset="0"/>
                      </a:endParaRPr>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436366">
                <a:tc>
                  <a:txBody>
                    <a:bodyPr/>
                    <a:lstStyle/>
                    <a:p>
                      <a:pPr marL="0" indent="0" algn="ctr">
                        <a:buNone/>
                      </a:pPr>
                      <a:r>
                        <a:rPr lang="en-US" sz="1000" dirty="0">
                          <a:solidFill>
                            <a:srgbClr val="000000"/>
                          </a:solidFill>
                          <a:latin typeface="+mn-lt"/>
                          <a:ea typeface="Calibri Light" panose="020F0302020204030204" pitchFamily="34" charset="0"/>
                          <a:cs typeface="Calibri Light" panose="020F0302020204030204" pitchFamily="34" charset="0"/>
                        </a:rPr>
                        <a:t>BDH_SF_FR_PTP_DEV_SUPPORT</a:t>
                      </a:r>
                      <a:endParaRPr lang="en-US" sz="1000" dirty="0">
                        <a:latin typeface="+mn-lt"/>
                        <a:ea typeface="Calibri Light" panose="020F0302020204030204" pitchFamily="34" charset="0"/>
                        <a:cs typeface="Calibri Light" panose="020F0302020204030204" pitchFamily="34" charset="0"/>
                      </a:endParaRPr>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endParaRPr lang="en-US" sz="1200" dirty="0">
                        <a:latin typeface="Calibri Light" panose="020F0302020204030204" pitchFamily="34" charset="0"/>
                        <a:ea typeface="Calibri Light" panose="020F0302020204030204" pitchFamily="34" charset="0"/>
                        <a:cs typeface="Calibri Light" panose="020F0302020204030204" pitchFamily="34" charset="0"/>
                      </a:endParaRPr>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000000"/>
                          </a:solidFill>
                          <a:latin typeface="Calibri Light" panose="020F0302020204030204" pitchFamily="34" charset="0"/>
                          <a:ea typeface="Calibri Light" panose="020F0302020204030204" pitchFamily="34" charset="0"/>
                          <a:cs typeface="Calibri Light" panose="020F0302020204030204" pitchFamily="34" charset="0"/>
                        </a:rPr>
                        <a:t>✓</a:t>
                      </a:r>
                      <a:endParaRPr lang="en-US" sz="1200" dirty="0">
                        <a:latin typeface="Calibri Light" panose="020F0302020204030204" pitchFamily="34" charset="0"/>
                        <a:ea typeface="Calibri Light" panose="020F0302020204030204" pitchFamily="34" charset="0"/>
                        <a:cs typeface="Calibri Light" panose="020F0302020204030204" pitchFamily="34" charset="0"/>
                      </a:endParaRPr>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endParaRPr lang="en-US" sz="1200" dirty="0">
                        <a:latin typeface="Calibri Light" panose="020F0302020204030204" pitchFamily="34" charset="0"/>
                        <a:ea typeface="Calibri Light" panose="020F0302020204030204" pitchFamily="34" charset="0"/>
                        <a:cs typeface="Calibri Light" panose="020F0302020204030204" pitchFamily="34" charset="0"/>
                      </a:endParaRPr>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endParaRPr lang="en-US" sz="1200" dirty="0">
                        <a:latin typeface="Calibri Light" panose="020F0302020204030204" pitchFamily="34" charset="0"/>
                        <a:ea typeface="Calibri Light" panose="020F0302020204030204" pitchFamily="34" charset="0"/>
                        <a:cs typeface="Calibri Light" panose="020F0302020204030204" pitchFamily="34" charset="0"/>
                      </a:endParaRPr>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610912">
                <a:tc>
                  <a:txBody>
                    <a:bodyPr/>
                    <a:lstStyle/>
                    <a:p>
                      <a:pPr marL="0" indent="0" algn="ctr">
                        <a:buNone/>
                      </a:pPr>
                      <a:r>
                        <a:rPr lang="en-US" sz="1000" kern="1200" dirty="0">
                          <a:solidFill>
                            <a:srgbClr val="000000"/>
                          </a:solidFill>
                          <a:latin typeface="+mn-lt"/>
                          <a:ea typeface="Calibri Light" panose="020F0302020204030204" pitchFamily="34" charset="0"/>
                          <a:cs typeface="Calibri Light" panose="020F0302020204030204" pitchFamily="34" charset="0"/>
                        </a:rPr>
                        <a:t>BDH</a:t>
                      </a:r>
                      <a:r>
                        <a:rPr lang="en-US" sz="1000" dirty="0">
                          <a:solidFill>
                            <a:srgbClr val="000000"/>
                          </a:solidFill>
                          <a:latin typeface="+mn-lt"/>
                          <a:ea typeface="Calibri Light" panose="020F0302020204030204" pitchFamily="34" charset="0"/>
                          <a:cs typeface="Calibri Light" panose="020F0302020204030204" pitchFamily="34" charset="0"/>
                        </a:rPr>
                        <a:t>_SF_</a:t>
                      </a:r>
                      <a:r>
                        <a:rPr lang="en-US" sz="1000" kern="1200" dirty="0">
                          <a:solidFill>
                            <a:srgbClr val="000000"/>
                          </a:solidFill>
                          <a:latin typeface="+mn-lt"/>
                          <a:ea typeface="Calibri Light" panose="020F0302020204030204" pitchFamily="34" charset="0"/>
                          <a:cs typeface="Calibri Light" panose="020F0302020204030204" pitchFamily="34" charset="0"/>
                        </a:rPr>
                        <a:t>FR</a:t>
                      </a:r>
                      <a:r>
                        <a:rPr lang="en-US" sz="1000" dirty="0">
                          <a:solidFill>
                            <a:srgbClr val="000000"/>
                          </a:solidFill>
                          <a:latin typeface="+mn-lt"/>
                          <a:ea typeface="Calibri Light" panose="020F0302020204030204" pitchFamily="34" charset="0"/>
                          <a:cs typeface="Calibri Light" panose="020F0302020204030204" pitchFamily="34" charset="0"/>
                        </a:rPr>
                        <a:t>_CUST_DEV_</a:t>
                      </a:r>
                      <a:r>
                        <a:rPr lang="en-US" sz="1000" kern="1200" dirty="0">
                          <a:solidFill>
                            <a:srgbClr val="000000"/>
                          </a:solidFill>
                          <a:latin typeface="+mn-lt"/>
                          <a:ea typeface="Calibri Light" panose="020F0302020204030204" pitchFamily="34" charset="0"/>
                          <a:cs typeface="Calibri Light" panose="020F0302020204030204" pitchFamily="34" charset="0"/>
                        </a:rPr>
                        <a:t>SUPPORTADMIN</a:t>
                      </a:r>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000000"/>
                          </a:solidFill>
                          <a:latin typeface="Calibri Light" panose="020F0302020204030204" pitchFamily="34" charset="0"/>
                          <a:ea typeface="Calibri Light" panose="020F0302020204030204" pitchFamily="34" charset="0"/>
                          <a:cs typeface="Calibri Light" panose="020F0302020204030204" pitchFamily="34" charset="0"/>
                        </a:rPr>
                        <a:t>✓</a:t>
                      </a:r>
                      <a:endParaRPr lang="en-US" sz="1200" dirty="0">
                        <a:latin typeface="Calibri Light" panose="020F0302020204030204" pitchFamily="34" charset="0"/>
                        <a:ea typeface="Calibri Light" panose="020F0302020204030204" pitchFamily="34" charset="0"/>
                        <a:cs typeface="Calibri Light" panose="020F0302020204030204" pitchFamily="34" charset="0"/>
                      </a:endParaRPr>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endParaRPr lang="en-US" sz="1200" dirty="0">
                        <a:latin typeface="Calibri Light" panose="020F0302020204030204" pitchFamily="34" charset="0"/>
                        <a:ea typeface="Calibri Light" panose="020F0302020204030204" pitchFamily="34" charset="0"/>
                        <a:cs typeface="Calibri Light" panose="020F0302020204030204" pitchFamily="34" charset="0"/>
                      </a:endParaRPr>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endParaRPr lang="en-US" sz="1200" dirty="0">
                        <a:latin typeface="Calibri Light" panose="020F0302020204030204" pitchFamily="34" charset="0"/>
                        <a:ea typeface="Calibri Light" panose="020F0302020204030204" pitchFamily="34" charset="0"/>
                        <a:cs typeface="Calibri Light" panose="020F0302020204030204" pitchFamily="34" charset="0"/>
                      </a:endParaRPr>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endParaRPr lang="en-US" sz="1200" dirty="0">
                        <a:latin typeface="Calibri Light" panose="020F0302020204030204" pitchFamily="34" charset="0"/>
                        <a:ea typeface="Calibri Light" panose="020F0302020204030204" pitchFamily="34" charset="0"/>
                        <a:cs typeface="Calibri Light" panose="020F0302020204030204" pitchFamily="34" charset="0"/>
                      </a:endParaRPr>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r h="326626">
                <a:tc>
                  <a:txBody>
                    <a:bodyPr/>
                    <a:lstStyle/>
                    <a:p>
                      <a:pPr marL="0" indent="0" algn="ctr">
                        <a:buNone/>
                      </a:pPr>
                      <a:r>
                        <a:rPr lang="en-US" sz="1000" kern="1200" dirty="0">
                          <a:solidFill>
                            <a:srgbClr val="000000"/>
                          </a:solidFill>
                          <a:latin typeface="+mn-lt"/>
                          <a:ea typeface="Calibri Light" panose="020F0302020204030204" pitchFamily="34" charset="0"/>
                          <a:cs typeface="Calibri Light" panose="020F0302020204030204" pitchFamily="34" charset="0"/>
                        </a:rPr>
                        <a:t>Unmapped</a:t>
                      </a:r>
                      <a:r>
                        <a:rPr lang="en-US" sz="1000" dirty="0">
                          <a:solidFill>
                            <a:srgbClr val="000000"/>
                          </a:solidFill>
                          <a:latin typeface="+mn-lt"/>
                          <a:ea typeface="Calibri Light" panose="020F0302020204030204" pitchFamily="34" charset="0"/>
                          <a:cs typeface="Calibri Light" panose="020F0302020204030204" pitchFamily="34" charset="0"/>
                        </a:rPr>
                        <a:t> Role</a:t>
                      </a:r>
                      <a:endParaRPr lang="en-US" sz="1000" dirty="0">
                        <a:latin typeface="+mn-lt"/>
                        <a:ea typeface="Calibri Light" panose="020F0302020204030204" pitchFamily="34" charset="0"/>
                        <a:cs typeface="Calibri Light" panose="020F0302020204030204" pitchFamily="34" charset="0"/>
                      </a:endParaRPr>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endParaRPr lang="en-US" sz="1200" dirty="0">
                        <a:latin typeface="Calibri Light" panose="020F0302020204030204" pitchFamily="34" charset="0"/>
                        <a:ea typeface="Calibri Light" panose="020F0302020204030204" pitchFamily="34" charset="0"/>
                        <a:cs typeface="Calibri Light" panose="020F0302020204030204" pitchFamily="34" charset="0"/>
                      </a:endParaRPr>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endParaRPr lang="en-US" sz="1200" dirty="0">
                        <a:latin typeface="Calibri Light" panose="020F0302020204030204" pitchFamily="34" charset="0"/>
                        <a:ea typeface="Calibri Light" panose="020F0302020204030204" pitchFamily="34" charset="0"/>
                        <a:cs typeface="Calibri Light" panose="020F0302020204030204" pitchFamily="34" charset="0"/>
                      </a:endParaRPr>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endParaRPr lang="en-US" sz="1200" dirty="0">
                        <a:latin typeface="Calibri Light" panose="020F0302020204030204" pitchFamily="34" charset="0"/>
                        <a:ea typeface="Calibri Light" panose="020F0302020204030204" pitchFamily="34" charset="0"/>
                        <a:cs typeface="Calibri Light" panose="020F0302020204030204" pitchFamily="34" charset="0"/>
                      </a:endParaRPr>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endParaRPr lang="en-US" sz="1200" dirty="0">
                        <a:latin typeface="Calibri Light" panose="020F0302020204030204" pitchFamily="34" charset="0"/>
                        <a:ea typeface="Calibri Light" panose="020F0302020204030204" pitchFamily="34" charset="0"/>
                        <a:cs typeface="Calibri Light" panose="020F0302020204030204" pitchFamily="34" charset="0"/>
                      </a:endParaRPr>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bl>
          </a:graphicData>
        </a:graphic>
      </p:graphicFrame>
      <p:cxnSp>
        <p:nvCxnSpPr>
          <p:cNvPr id="7" name="Google Shape;227;p33">
            <a:extLst>
              <a:ext uri="{FF2B5EF4-FFF2-40B4-BE49-F238E27FC236}">
                <a16:creationId xmlns:a16="http://schemas.microsoft.com/office/drawing/2014/main" id="{399BAF8A-16CF-FE91-1FB1-CB1BAD4DEFCC}"/>
              </a:ext>
            </a:extLst>
          </p:cNvPr>
          <p:cNvCxnSpPr>
            <a:cxnSpLocks/>
          </p:cNvCxnSpPr>
          <p:nvPr/>
        </p:nvCxnSpPr>
        <p:spPr>
          <a:xfrm>
            <a:off x="93133" y="914400"/>
            <a:ext cx="9050867" cy="0"/>
          </a:xfrm>
          <a:prstGeom prst="straightConnector1">
            <a:avLst/>
          </a:prstGeom>
          <a:ln w="9525">
            <a:solidFill>
              <a:srgbClr val="083C77"/>
            </a:solidFill>
            <a:round/>
          </a:ln>
        </p:spPr>
      </p:cxnSp>
      <p:sp>
        <p:nvSpPr>
          <p:cNvPr id="9" name="TextBox 8">
            <a:extLst>
              <a:ext uri="{FF2B5EF4-FFF2-40B4-BE49-F238E27FC236}">
                <a16:creationId xmlns:a16="http://schemas.microsoft.com/office/drawing/2014/main" id="{ED6D97B4-F9AD-B8C3-93B7-B83F098C5F7B}"/>
              </a:ext>
            </a:extLst>
          </p:cNvPr>
          <p:cNvSpPr txBox="1"/>
          <p:nvPr/>
        </p:nvSpPr>
        <p:spPr>
          <a:xfrm>
            <a:off x="323490" y="1116567"/>
            <a:ext cx="4580626" cy="276999"/>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u="none" strike="noStrike" kern="1200" cap="none" spc="0" normalizeH="0" noProof="0" dirty="0">
                <a:ln>
                  <a:noFill/>
                </a:ln>
                <a:effectLst/>
                <a:uLnTx/>
                <a:uFillTx/>
                <a:latin typeface="+mj-lt"/>
                <a:ea typeface="+mn-ea"/>
                <a:cs typeface="+mn-cs"/>
              </a:rPr>
              <a:t>Authorization Matrix</a:t>
            </a:r>
          </a:p>
        </p:txBody>
      </p:sp>
      <p:sp>
        <p:nvSpPr>
          <p:cNvPr id="10" name="Rectangle 9">
            <a:extLst>
              <a:ext uri="{FF2B5EF4-FFF2-40B4-BE49-F238E27FC236}">
                <a16:creationId xmlns:a16="http://schemas.microsoft.com/office/drawing/2014/main" id="{77EA9CB9-64CA-91D2-8AB9-94962594FE47}"/>
              </a:ext>
            </a:extLst>
          </p:cNvPr>
          <p:cNvSpPr/>
          <p:nvPr/>
        </p:nvSpPr>
        <p:spPr>
          <a:xfrm>
            <a:off x="457200" y="279973"/>
            <a:ext cx="7353270" cy="641080"/>
          </a:xfrm>
          <a:prstGeom prst="rect">
            <a:avLst/>
          </a:prstGeom>
          <a:noFill/>
          <a:ln w="0">
            <a:noFill/>
          </a:ln>
        </p:spPr>
        <p:style>
          <a:lnRef idx="0">
            <a:scrgbClr r="0" g="0" b="0"/>
          </a:lnRef>
          <a:fillRef idx="0">
            <a:scrgbClr r="0" g="0" b="0"/>
          </a:fillRef>
          <a:effectRef idx="0">
            <a:scrgbClr r="0" g="0" b="0"/>
          </a:effectRef>
          <a:fontRef idx="minor"/>
        </p:style>
        <p:txBody>
          <a:bodyPr anchor="t">
            <a:normAutofit fontScale="85000" lnSpcReduction="10000"/>
          </a:bodyPr>
          <a:lstStyle/>
          <a:p>
            <a:pPr>
              <a:tabLst>
                <a:tab pos="0" algn="l"/>
              </a:tabLst>
            </a:pPr>
            <a:r>
              <a:rPr lang="en-US" sz="3200" dirty="0">
                <a:solidFill>
                  <a:schemeClr val="dk1"/>
                </a:solidFill>
                <a:latin typeface="+mj-lt"/>
                <a:ea typeface="Calibri Light" panose="020F0302020204030204" pitchFamily="34" charset="0"/>
                <a:cs typeface="Calibri Light" panose="020F0302020204030204" pitchFamily="34" charset="0"/>
              </a:rPr>
              <a:t>Designing Row Access Policy - Implementation</a:t>
            </a:r>
            <a:endParaRPr lang="en-US" sz="3200" b="0" u="none" strike="noStrike" dirty="0">
              <a:solidFill>
                <a:srgbClr val="000000"/>
              </a:solidFill>
              <a:effectLst/>
              <a:uFillTx/>
              <a:latin typeface="+mj-lt"/>
              <a:ea typeface="Calibri Light" panose="020F0302020204030204" pitchFamily="34" charset="0"/>
              <a:cs typeface="Calibri Light" panose="020F0302020204030204" pitchFamily="34" charset="0"/>
            </a:endParaRPr>
          </a:p>
        </p:txBody>
      </p:sp>
    </p:spTree>
    <p:extLst>
      <p:ext uri="{BB962C8B-B14F-4D97-AF65-F5344CB8AC3E}">
        <p14:creationId xmlns:p14="http://schemas.microsoft.com/office/powerpoint/2010/main" val="412167995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50BB59-C6DD-469E-CD09-8FE5E0240873}"/>
            </a:ext>
          </a:extLst>
        </p:cNvPr>
        <p:cNvGrpSpPr/>
        <p:nvPr/>
      </p:nvGrpSpPr>
      <p:grpSpPr>
        <a:xfrm>
          <a:off x="0" y="0"/>
          <a:ext cx="0" cy="0"/>
          <a:chOff x="0" y="0"/>
          <a:chExt cx="0" cy="0"/>
        </a:xfrm>
      </p:grpSpPr>
      <p:sp>
        <p:nvSpPr>
          <p:cNvPr id="3" name="Footer Placeholder 2">
            <a:extLst>
              <a:ext uri="{FF2B5EF4-FFF2-40B4-BE49-F238E27FC236}">
                <a16:creationId xmlns:a16="http://schemas.microsoft.com/office/drawing/2014/main" id="{7EFBD969-2D90-03C6-225F-413CCE51A72F}"/>
              </a:ext>
            </a:extLst>
          </p:cNvPr>
          <p:cNvSpPr>
            <a:spLocks noGrp="1"/>
          </p:cNvSpPr>
          <p:nvPr>
            <p:ph type="ftr" sz="quarter" idx="10"/>
          </p:nvPr>
        </p:nvSpPr>
        <p:spPr/>
        <p:txBody>
          <a:bodyPr/>
          <a:lstStyle/>
          <a:p>
            <a:pPr defTabSz="685800">
              <a:defRPr/>
            </a:pPr>
            <a:r>
              <a:rPr lang="en-US" dirty="0">
                <a:solidFill>
                  <a:srgbClr val="202020">
                    <a:lumMod val="50000"/>
                    <a:lumOff val="50000"/>
                  </a:srgbClr>
                </a:solidFill>
                <a:latin typeface="+mj-lt"/>
              </a:rPr>
              <a:t>Confidential – Internal BNZ Discussion Only</a:t>
            </a:r>
          </a:p>
        </p:txBody>
      </p:sp>
      <p:sp>
        <p:nvSpPr>
          <p:cNvPr id="4" name="Slide Number Placeholder 3">
            <a:extLst>
              <a:ext uri="{FF2B5EF4-FFF2-40B4-BE49-F238E27FC236}">
                <a16:creationId xmlns:a16="http://schemas.microsoft.com/office/drawing/2014/main" id="{C46C36CB-C1A8-363F-9516-10854AF89A97}"/>
              </a:ext>
            </a:extLst>
          </p:cNvPr>
          <p:cNvSpPr>
            <a:spLocks noGrp="1"/>
          </p:cNvSpPr>
          <p:nvPr>
            <p:ph type="sldNum" sz="quarter" idx="11"/>
          </p:nvPr>
        </p:nvSpPr>
        <p:spPr/>
        <p:txBody>
          <a:bodyPr/>
          <a:lstStyle/>
          <a:p>
            <a:pPr defTabSz="685800" fontAlgn="base">
              <a:spcBef>
                <a:spcPct val="0"/>
              </a:spcBef>
              <a:spcAft>
                <a:spcPct val="0"/>
              </a:spcAft>
            </a:pPr>
            <a:fld id="{BB75A05E-A768-448D-89EA-D79CB42F5018}" type="slidenum">
              <a:rPr lang="en-NZ" altLang="en-US">
                <a:latin typeface="+mj-lt"/>
              </a:rPr>
              <a:pPr defTabSz="685800" fontAlgn="base">
                <a:spcBef>
                  <a:spcPct val="0"/>
                </a:spcBef>
                <a:spcAft>
                  <a:spcPct val="0"/>
                </a:spcAft>
              </a:pPr>
              <a:t>16</a:t>
            </a:fld>
            <a:endParaRPr lang="en-NZ" altLang="en-US">
              <a:latin typeface="+mj-lt"/>
            </a:endParaRPr>
          </a:p>
        </p:txBody>
      </p:sp>
      <p:sp>
        <p:nvSpPr>
          <p:cNvPr id="2" name="Text 0"/>
          <p:cNvSpPr/>
          <p:nvPr/>
        </p:nvSpPr>
        <p:spPr>
          <a:xfrm>
            <a:off x="457200" y="365760"/>
            <a:ext cx="8229600" cy="548640"/>
          </a:xfrm>
          <a:prstGeom prst="rect">
            <a:avLst/>
          </a:prstGeom>
          <a:noFill/>
          <a:ln/>
        </p:spPr>
        <p:txBody>
          <a:bodyPr wrap="square" rtlCol="0" anchor="ctr"/>
          <a:lstStyle/>
          <a:p>
            <a:pPr marL="0" indent="0">
              <a:buNone/>
            </a:pPr>
            <a:r>
              <a:rPr lang="en-US" sz="3200" dirty="0">
                <a:latin typeface="+mj-lt"/>
                <a:ea typeface="Calibri Light" panose="020F0302020204030204" pitchFamily="34" charset="0"/>
                <a:cs typeface="Calibri Light" panose="020F0302020204030204" pitchFamily="34" charset="0"/>
              </a:rPr>
              <a:t>Dashboard Sharing &amp; Access</a:t>
            </a:r>
          </a:p>
        </p:txBody>
      </p:sp>
      <p:sp>
        <p:nvSpPr>
          <p:cNvPr id="5" name="Text 1"/>
          <p:cNvSpPr/>
          <p:nvPr/>
        </p:nvSpPr>
        <p:spPr>
          <a:xfrm>
            <a:off x="457200" y="914400"/>
            <a:ext cx="8229600" cy="274320"/>
          </a:xfrm>
          <a:prstGeom prst="rect">
            <a:avLst/>
          </a:prstGeom>
          <a:noFill/>
          <a:ln/>
        </p:spPr>
        <p:txBody>
          <a:bodyPr wrap="square" rtlCol="0" anchor="ctr"/>
          <a:lstStyle/>
          <a:p>
            <a:pPr marL="0" indent="0">
              <a:buNone/>
            </a:pPr>
            <a:r>
              <a:rPr lang="en-US" sz="1400" i="1" dirty="0">
                <a:solidFill>
                  <a:srgbClr val="363636"/>
                </a:solidFill>
                <a:latin typeface="+mj-lt"/>
                <a:ea typeface="Calibri Light" panose="020F0302020204030204" pitchFamily="34" charset="0"/>
                <a:cs typeface="Calibri Light" panose="020F0302020204030204" pitchFamily="34" charset="0"/>
              </a:rPr>
              <a:t>How to access and share the FinOps dashboard</a:t>
            </a:r>
            <a:endParaRPr lang="en-US" sz="1400" dirty="0">
              <a:latin typeface="+mj-lt"/>
              <a:ea typeface="Calibri Light" panose="020F0302020204030204" pitchFamily="34" charset="0"/>
              <a:cs typeface="Calibri Light" panose="020F0302020204030204" pitchFamily="34" charset="0"/>
            </a:endParaRPr>
          </a:p>
        </p:txBody>
      </p:sp>
      <p:sp>
        <p:nvSpPr>
          <p:cNvPr id="6" name="Shape 2"/>
          <p:cNvSpPr/>
          <p:nvPr/>
        </p:nvSpPr>
        <p:spPr>
          <a:xfrm>
            <a:off x="457200" y="1371600"/>
            <a:ext cx="8229600" cy="1005840"/>
          </a:xfrm>
          <a:prstGeom prst="rect">
            <a:avLst/>
          </a:prstGeom>
          <a:solidFill>
            <a:srgbClr val="F5F5F5"/>
          </a:solidFill>
          <a:ln/>
        </p:spPr>
        <p:txBody>
          <a:bodyPr/>
          <a:lstStyle/>
          <a:p>
            <a:endParaRPr lang="en-US">
              <a:latin typeface="+mj-lt"/>
              <a:ea typeface="Calibri Light" panose="020F0302020204030204" pitchFamily="34" charset="0"/>
              <a:cs typeface="Calibri Light" panose="020F0302020204030204" pitchFamily="34" charset="0"/>
            </a:endParaRPr>
          </a:p>
        </p:txBody>
      </p:sp>
      <p:sp>
        <p:nvSpPr>
          <p:cNvPr id="7" name="Shape 3"/>
          <p:cNvSpPr/>
          <p:nvPr/>
        </p:nvSpPr>
        <p:spPr>
          <a:xfrm>
            <a:off x="457200" y="1371600"/>
            <a:ext cx="8229600" cy="365760"/>
          </a:xfrm>
          <a:prstGeom prst="rect">
            <a:avLst/>
          </a:prstGeom>
          <a:solidFill>
            <a:schemeClr val="bg1"/>
          </a:solidFill>
          <a:ln/>
        </p:spPr>
        <p:txBody>
          <a:bodyPr/>
          <a:lstStyle/>
          <a:p>
            <a:endParaRPr lang="en-US" dirty="0">
              <a:solidFill>
                <a:schemeClr val="bg1"/>
              </a:solidFill>
              <a:latin typeface="+mj-lt"/>
              <a:ea typeface="Calibri Light" panose="020F0302020204030204" pitchFamily="34" charset="0"/>
              <a:cs typeface="Calibri Light" panose="020F0302020204030204" pitchFamily="34" charset="0"/>
            </a:endParaRPr>
          </a:p>
        </p:txBody>
      </p:sp>
      <p:sp>
        <p:nvSpPr>
          <p:cNvPr id="8" name="Text 4"/>
          <p:cNvSpPr/>
          <p:nvPr/>
        </p:nvSpPr>
        <p:spPr>
          <a:xfrm>
            <a:off x="457200" y="1371600"/>
            <a:ext cx="8229600" cy="365760"/>
          </a:xfrm>
          <a:prstGeom prst="rect">
            <a:avLst/>
          </a:prstGeom>
          <a:noFill/>
          <a:ln/>
        </p:spPr>
        <p:txBody>
          <a:bodyPr wrap="square" rtlCol="0" anchor="ctr"/>
          <a:lstStyle/>
          <a:p>
            <a:pPr marL="0" indent="0">
              <a:buNone/>
            </a:pPr>
            <a:r>
              <a:rPr lang="en-US" sz="1500" b="1" dirty="0">
                <a:latin typeface="+mj-lt"/>
                <a:ea typeface="Calibri Light" panose="020F0302020204030204" pitchFamily="34" charset="0"/>
                <a:cs typeface="Calibri Light" panose="020F0302020204030204" pitchFamily="34" charset="0"/>
              </a:rPr>
              <a:t>Access Requirements</a:t>
            </a:r>
            <a:endParaRPr lang="en-US" sz="1500" dirty="0">
              <a:latin typeface="+mj-lt"/>
              <a:ea typeface="Calibri Light" panose="020F0302020204030204" pitchFamily="34" charset="0"/>
              <a:cs typeface="Calibri Light" panose="020F0302020204030204" pitchFamily="34" charset="0"/>
            </a:endParaRPr>
          </a:p>
        </p:txBody>
      </p:sp>
      <p:sp>
        <p:nvSpPr>
          <p:cNvPr id="9" name="Text 5"/>
          <p:cNvSpPr/>
          <p:nvPr/>
        </p:nvSpPr>
        <p:spPr>
          <a:xfrm>
            <a:off x="640080" y="1828800"/>
            <a:ext cx="7863840" cy="457200"/>
          </a:xfrm>
          <a:prstGeom prst="rect">
            <a:avLst/>
          </a:prstGeom>
          <a:noFill/>
          <a:ln/>
        </p:spPr>
        <p:txBody>
          <a:bodyPr wrap="square" rtlCol="0" anchor="ctr"/>
          <a:lstStyle/>
          <a:p>
            <a:pPr marL="0" indent="0">
              <a:buNone/>
            </a:pPr>
            <a:r>
              <a:rPr lang="en-US" sz="1200" b="1" dirty="0">
                <a:solidFill>
                  <a:srgbClr val="363636"/>
                </a:solidFill>
                <a:latin typeface="+mj-lt"/>
                <a:ea typeface="Calibri Light" panose="020F0302020204030204" pitchFamily="34" charset="0"/>
                <a:cs typeface="Calibri Light" panose="020F0302020204030204" pitchFamily="34" charset="0"/>
              </a:rPr>
              <a:t>Required AD Group: </a:t>
            </a:r>
            <a:r>
              <a:rPr lang="en-US" sz="1200" dirty="0">
                <a:solidFill>
                  <a:srgbClr val="363636"/>
                </a:solidFill>
                <a:latin typeface="+mj-lt"/>
                <a:ea typeface="Calibri Light" panose="020F0302020204030204" pitchFamily="34" charset="0"/>
                <a:cs typeface="Calibri Light" panose="020F0302020204030204" pitchFamily="34" charset="0"/>
              </a:rPr>
              <a:t>A_BDH_sf_fg_plat_dev_developer</a:t>
            </a:r>
            <a:endParaRPr lang="en-US" sz="1200" dirty="0">
              <a:latin typeface="+mj-lt"/>
              <a:ea typeface="Calibri Light" panose="020F0302020204030204" pitchFamily="34" charset="0"/>
              <a:cs typeface="Calibri Light" panose="020F0302020204030204" pitchFamily="34" charset="0"/>
            </a:endParaRPr>
          </a:p>
          <a:p>
            <a:pPr marL="0" indent="0">
              <a:buNone/>
            </a:pPr>
            <a:r>
              <a:rPr lang="en-US" sz="1200" b="1" dirty="0">
                <a:solidFill>
                  <a:srgbClr val="363636"/>
                </a:solidFill>
                <a:latin typeface="+mj-lt"/>
                <a:ea typeface="Calibri Light" panose="020F0302020204030204" pitchFamily="34" charset="0"/>
                <a:cs typeface="Calibri Light" panose="020F0302020204030204" pitchFamily="34" charset="0"/>
              </a:rPr>
              <a:t>Dashboard Location: </a:t>
            </a:r>
            <a:r>
              <a:rPr lang="en-US" sz="1200" dirty="0">
                <a:solidFill>
                  <a:srgbClr val="363636"/>
                </a:solidFill>
                <a:latin typeface="+mj-lt"/>
                <a:ea typeface="Calibri Light" panose="020F0302020204030204" pitchFamily="34" charset="0"/>
                <a:cs typeface="Calibri Light" panose="020F0302020204030204" pitchFamily="34" charset="0"/>
              </a:rPr>
              <a:t>Snowflake account → Dashboards → Finops-Dashboard</a:t>
            </a:r>
            <a:endParaRPr lang="en-US" sz="1200" dirty="0">
              <a:latin typeface="+mj-lt"/>
              <a:ea typeface="Calibri Light" panose="020F0302020204030204" pitchFamily="34" charset="0"/>
              <a:cs typeface="Calibri Light" panose="020F0302020204030204" pitchFamily="34" charset="0"/>
            </a:endParaRPr>
          </a:p>
        </p:txBody>
      </p:sp>
      <p:sp>
        <p:nvSpPr>
          <p:cNvPr id="10" name="Shape 6"/>
          <p:cNvSpPr/>
          <p:nvPr/>
        </p:nvSpPr>
        <p:spPr>
          <a:xfrm>
            <a:off x="457200" y="2560320"/>
            <a:ext cx="8229600" cy="1316355"/>
          </a:xfrm>
          <a:prstGeom prst="rect">
            <a:avLst/>
          </a:prstGeom>
          <a:solidFill>
            <a:srgbClr val="F5F5F5"/>
          </a:solidFill>
          <a:ln/>
        </p:spPr>
        <p:txBody>
          <a:bodyPr/>
          <a:lstStyle/>
          <a:p>
            <a:endParaRPr lang="en-US">
              <a:latin typeface="+mj-lt"/>
              <a:ea typeface="Calibri Light" panose="020F0302020204030204" pitchFamily="34" charset="0"/>
              <a:cs typeface="Calibri Light" panose="020F0302020204030204" pitchFamily="34" charset="0"/>
            </a:endParaRPr>
          </a:p>
        </p:txBody>
      </p:sp>
      <p:sp>
        <p:nvSpPr>
          <p:cNvPr id="11" name="Text 8"/>
          <p:cNvSpPr/>
          <p:nvPr/>
        </p:nvSpPr>
        <p:spPr>
          <a:xfrm>
            <a:off x="457200" y="2560320"/>
            <a:ext cx="2743200" cy="365760"/>
          </a:xfrm>
          <a:prstGeom prst="rect">
            <a:avLst/>
          </a:prstGeom>
          <a:noFill/>
          <a:ln/>
        </p:spPr>
        <p:txBody>
          <a:bodyPr wrap="square" rtlCol="0" anchor="ctr"/>
          <a:lstStyle/>
          <a:p>
            <a:pPr marL="0" indent="0">
              <a:buNone/>
            </a:pPr>
            <a:r>
              <a:rPr lang="en-US" sz="1300" b="1" dirty="0">
                <a:latin typeface="+mj-lt"/>
                <a:ea typeface="Calibri Light" panose="020F0302020204030204" pitchFamily="34" charset="0"/>
                <a:cs typeface="Calibri Light" panose="020F0302020204030204" pitchFamily="34" charset="0"/>
              </a:rPr>
              <a:t>Direct URL Sharing</a:t>
            </a:r>
            <a:endParaRPr lang="en-US" sz="1300" dirty="0">
              <a:latin typeface="+mj-lt"/>
              <a:ea typeface="Calibri Light" panose="020F0302020204030204" pitchFamily="34" charset="0"/>
              <a:cs typeface="Calibri Light" panose="020F0302020204030204" pitchFamily="34" charset="0"/>
            </a:endParaRPr>
          </a:p>
        </p:txBody>
      </p:sp>
      <p:sp>
        <p:nvSpPr>
          <p:cNvPr id="12" name="Text 9"/>
          <p:cNvSpPr/>
          <p:nvPr/>
        </p:nvSpPr>
        <p:spPr>
          <a:xfrm>
            <a:off x="594359" y="3017520"/>
            <a:ext cx="7797165" cy="1188720"/>
          </a:xfrm>
          <a:prstGeom prst="rect">
            <a:avLst/>
          </a:prstGeom>
          <a:noFill/>
          <a:ln/>
        </p:spPr>
        <p:txBody>
          <a:bodyPr wrap="square" rtlCol="0" anchor="t"/>
          <a:lstStyle/>
          <a:p>
            <a:r>
              <a:rPr lang="en-US" sz="1000" dirty="0">
                <a:solidFill>
                  <a:srgbClr val="363636"/>
                </a:solidFill>
                <a:latin typeface="+mj-lt"/>
                <a:ea typeface="Calibri Light" panose="020F0302020204030204" pitchFamily="34" charset="0"/>
                <a:cs typeface="Calibri Light" panose="020F0302020204030204" pitchFamily="34" charset="0"/>
              </a:rPr>
              <a:t>• Copy dashboard URL : </a:t>
            </a:r>
            <a:r>
              <a:rPr lang="en-US" sz="1000" dirty="0" err="1">
                <a:latin typeface="+mj-lt"/>
                <a:ea typeface="Calibri Light" panose="020F0302020204030204" pitchFamily="34" charset="0"/>
                <a:cs typeface="Calibri Light" panose="020F0302020204030204" pitchFamily="34" charset="0"/>
                <a:hlinkClick r:id="rId2"/>
              </a:rPr>
              <a:t>Finops</a:t>
            </a:r>
            <a:r>
              <a:rPr lang="en-US" sz="1000" dirty="0">
                <a:latin typeface="+mj-lt"/>
                <a:ea typeface="Calibri Light" panose="020F0302020204030204" pitchFamily="34" charset="0"/>
                <a:cs typeface="Calibri Light" panose="020F0302020204030204" pitchFamily="34" charset="0"/>
                <a:hlinkClick r:id="rId2"/>
              </a:rPr>
              <a:t>-Dashboard - Snowflake</a:t>
            </a:r>
            <a:endParaRPr lang="en-US" sz="1000" dirty="0">
              <a:latin typeface="+mj-lt"/>
              <a:ea typeface="Calibri Light" panose="020F0302020204030204" pitchFamily="34" charset="0"/>
              <a:cs typeface="Calibri Light" panose="020F0302020204030204" pitchFamily="34" charset="0"/>
            </a:endParaRPr>
          </a:p>
          <a:p>
            <a:pPr marL="0" indent="0">
              <a:buNone/>
            </a:pPr>
            <a:r>
              <a:rPr lang="en-US" sz="1000" dirty="0">
                <a:solidFill>
                  <a:srgbClr val="363636"/>
                </a:solidFill>
                <a:latin typeface="+mj-lt"/>
                <a:ea typeface="Calibri Light" panose="020F0302020204030204" pitchFamily="34" charset="0"/>
                <a:cs typeface="Calibri Light" panose="020F0302020204030204" pitchFamily="34" charset="0"/>
              </a:rPr>
              <a:t>• Share via email (e.g.: user_name@bnz.co.nz)</a:t>
            </a:r>
            <a:endParaRPr lang="en-US" sz="1000" dirty="0">
              <a:latin typeface="+mj-lt"/>
              <a:ea typeface="Calibri Light" panose="020F0302020204030204" pitchFamily="34" charset="0"/>
              <a:cs typeface="Calibri Light" panose="020F0302020204030204" pitchFamily="34" charset="0"/>
            </a:endParaRPr>
          </a:p>
          <a:p>
            <a:pPr marL="0" indent="0">
              <a:buNone/>
            </a:pPr>
            <a:r>
              <a:rPr lang="en-US" sz="1000" dirty="0">
                <a:solidFill>
                  <a:srgbClr val="363636"/>
                </a:solidFill>
                <a:latin typeface="+mj-lt"/>
                <a:ea typeface="Calibri Light" panose="020F0302020204030204" pitchFamily="34" charset="0"/>
                <a:cs typeface="Calibri Light" panose="020F0302020204030204" pitchFamily="34" charset="0"/>
              </a:rPr>
              <a:t>• Recipient needs proper AD group access</a:t>
            </a:r>
            <a:endParaRPr lang="en-US" sz="1000" dirty="0">
              <a:latin typeface="+mj-lt"/>
              <a:ea typeface="Calibri Light" panose="020F0302020204030204" pitchFamily="34" charset="0"/>
              <a:cs typeface="Calibri Light" panose="020F0302020204030204" pitchFamily="34" charset="0"/>
            </a:endParaRPr>
          </a:p>
          <a:p>
            <a:pPr marL="0" indent="0">
              <a:buNone/>
            </a:pPr>
            <a:r>
              <a:rPr lang="en-US" sz="1000" dirty="0">
                <a:solidFill>
                  <a:srgbClr val="363636"/>
                </a:solidFill>
                <a:latin typeface="+mj-lt"/>
                <a:ea typeface="Calibri Light" panose="020F0302020204030204" pitchFamily="34" charset="0"/>
                <a:cs typeface="Calibri Light" panose="020F0302020204030204" pitchFamily="34" charset="0"/>
              </a:rPr>
              <a:t>• Recipient needs Snowflake login</a:t>
            </a:r>
            <a:endParaRPr lang="en-US" sz="1000" dirty="0">
              <a:latin typeface="+mj-lt"/>
              <a:ea typeface="Calibri Light" panose="020F0302020204030204" pitchFamily="34" charset="0"/>
              <a:cs typeface="Calibri Light" panose="020F0302020204030204" pitchFamily="34" charset="0"/>
            </a:endParaRPr>
          </a:p>
          <a:p>
            <a:pPr marL="0" indent="0">
              <a:buNone/>
            </a:pPr>
            <a:endParaRPr lang="en-US" sz="1000" dirty="0">
              <a:latin typeface="+mj-lt"/>
              <a:ea typeface="Calibri Light" panose="020F0302020204030204" pitchFamily="34" charset="0"/>
              <a:cs typeface="Calibri Light" panose="020F0302020204030204" pitchFamily="34" charset="0"/>
            </a:endParaRPr>
          </a:p>
        </p:txBody>
      </p:sp>
    </p:spTree>
    <p:extLst>
      <p:ext uri="{BB962C8B-B14F-4D97-AF65-F5344CB8AC3E}">
        <p14:creationId xmlns:p14="http://schemas.microsoft.com/office/powerpoint/2010/main" val="145440291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10088E-6899-3BF4-245B-CF49799A08F9}"/>
            </a:ext>
          </a:extLst>
        </p:cNvPr>
        <p:cNvGrpSpPr/>
        <p:nvPr/>
      </p:nvGrpSpPr>
      <p:grpSpPr>
        <a:xfrm>
          <a:off x="0" y="0"/>
          <a:ext cx="0" cy="0"/>
          <a:chOff x="0" y="0"/>
          <a:chExt cx="0" cy="0"/>
        </a:xfrm>
      </p:grpSpPr>
      <p:sp>
        <p:nvSpPr>
          <p:cNvPr id="3" name="Footer Placeholder 2">
            <a:extLst>
              <a:ext uri="{FF2B5EF4-FFF2-40B4-BE49-F238E27FC236}">
                <a16:creationId xmlns:a16="http://schemas.microsoft.com/office/drawing/2014/main" id="{739A1BE0-674A-4A3D-5B55-1A0646D3A5B0}"/>
              </a:ext>
            </a:extLst>
          </p:cNvPr>
          <p:cNvSpPr>
            <a:spLocks noGrp="1"/>
          </p:cNvSpPr>
          <p:nvPr>
            <p:ph type="ftr" sz="quarter" idx="10"/>
          </p:nvPr>
        </p:nvSpPr>
        <p:spPr/>
        <p:txBody>
          <a:bodyPr/>
          <a:lstStyle/>
          <a:p>
            <a:pPr defTabSz="685800">
              <a:defRPr/>
            </a:pPr>
            <a:r>
              <a:rPr lang="en-US" dirty="0">
                <a:solidFill>
                  <a:srgbClr val="202020">
                    <a:lumMod val="50000"/>
                    <a:lumOff val="50000"/>
                  </a:srgbClr>
                </a:solidFill>
                <a:latin typeface="+mj-lt"/>
              </a:rPr>
              <a:t>Confidential – Internal BNZ Discussion Only</a:t>
            </a:r>
          </a:p>
        </p:txBody>
      </p:sp>
      <p:sp>
        <p:nvSpPr>
          <p:cNvPr id="4" name="Slide Number Placeholder 3">
            <a:extLst>
              <a:ext uri="{FF2B5EF4-FFF2-40B4-BE49-F238E27FC236}">
                <a16:creationId xmlns:a16="http://schemas.microsoft.com/office/drawing/2014/main" id="{845403C2-DDFB-86B5-2F98-C4A0A15B8FB8}"/>
              </a:ext>
            </a:extLst>
          </p:cNvPr>
          <p:cNvSpPr>
            <a:spLocks noGrp="1"/>
          </p:cNvSpPr>
          <p:nvPr>
            <p:ph type="sldNum" sz="quarter" idx="11"/>
          </p:nvPr>
        </p:nvSpPr>
        <p:spPr/>
        <p:txBody>
          <a:bodyPr/>
          <a:lstStyle/>
          <a:p>
            <a:pPr defTabSz="685800" fontAlgn="base">
              <a:spcBef>
                <a:spcPct val="0"/>
              </a:spcBef>
              <a:spcAft>
                <a:spcPct val="0"/>
              </a:spcAft>
            </a:pPr>
            <a:fld id="{BB75A05E-A768-448D-89EA-D79CB42F5018}" type="slidenum">
              <a:rPr lang="en-NZ" altLang="en-US">
                <a:latin typeface="+mj-lt"/>
              </a:rPr>
              <a:pPr defTabSz="685800" fontAlgn="base">
                <a:spcBef>
                  <a:spcPct val="0"/>
                </a:spcBef>
                <a:spcAft>
                  <a:spcPct val="0"/>
                </a:spcAft>
              </a:pPr>
              <a:t>17</a:t>
            </a:fld>
            <a:endParaRPr lang="en-NZ" altLang="en-US">
              <a:latin typeface="+mj-lt"/>
            </a:endParaRPr>
          </a:p>
        </p:txBody>
      </p:sp>
      <p:sp>
        <p:nvSpPr>
          <p:cNvPr id="2" name="TextBox 1">
            <a:extLst>
              <a:ext uri="{FF2B5EF4-FFF2-40B4-BE49-F238E27FC236}">
                <a16:creationId xmlns:a16="http://schemas.microsoft.com/office/drawing/2014/main" id="{7DA5B525-4D9E-1F5B-D892-0D4A40FB1D91}"/>
              </a:ext>
            </a:extLst>
          </p:cNvPr>
          <p:cNvSpPr txBox="1"/>
          <p:nvPr/>
        </p:nvSpPr>
        <p:spPr>
          <a:xfrm>
            <a:off x="581025" y="463034"/>
            <a:ext cx="4572000" cy="369332"/>
          </a:xfrm>
          <a:prstGeom prst="rect">
            <a:avLst/>
          </a:prstGeom>
          <a:noFill/>
        </p:spPr>
        <p:txBody>
          <a:bodyPr wrap="square">
            <a:spAutoFit/>
          </a:bodyPr>
          <a:lstStyle/>
          <a:p>
            <a:pPr marL="0" indent="0">
              <a:buNone/>
            </a:pPr>
            <a:r>
              <a:rPr lang="en-US" sz="1800" b="1" dirty="0">
                <a:latin typeface="+mj-lt"/>
                <a:ea typeface="Calibri Light" panose="020F0302020204030204" pitchFamily="34" charset="0"/>
                <a:cs typeface="Calibri Light" panose="020F0302020204030204" pitchFamily="34" charset="0"/>
              </a:rPr>
              <a:t>Ongoing Maintenance &amp; Support</a:t>
            </a:r>
            <a:endParaRPr lang="en-US" sz="1800" dirty="0">
              <a:latin typeface="+mj-lt"/>
              <a:ea typeface="Calibri Light" panose="020F0302020204030204" pitchFamily="34" charset="0"/>
              <a:cs typeface="Calibri Light" panose="020F0302020204030204" pitchFamily="34" charset="0"/>
            </a:endParaRPr>
          </a:p>
        </p:txBody>
      </p:sp>
      <p:sp>
        <p:nvSpPr>
          <p:cNvPr id="6" name="TextBox 5">
            <a:extLst>
              <a:ext uri="{FF2B5EF4-FFF2-40B4-BE49-F238E27FC236}">
                <a16:creationId xmlns:a16="http://schemas.microsoft.com/office/drawing/2014/main" id="{9AD14932-04D5-2EE3-3C83-B50EAA082D74}"/>
              </a:ext>
            </a:extLst>
          </p:cNvPr>
          <p:cNvSpPr txBox="1"/>
          <p:nvPr/>
        </p:nvSpPr>
        <p:spPr>
          <a:xfrm>
            <a:off x="514349" y="1436638"/>
            <a:ext cx="7934326" cy="1384995"/>
          </a:xfrm>
          <a:prstGeom prst="rect">
            <a:avLst/>
          </a:prstGeom>
          <a:solidFill>
            <a:schemeClr val="bg1"/>
          </a:solidFill>
          <a:ln>
            <a:noFill/>
          </a:ln>
        </p:spPr>
        <p:txBody>
          <a:bodyPr wrap="square">
            <a:spAutoFit/>
          </a:bodyPr>
          <a:lstStyle/>
          <a:p>
            <a:r>
              <a:rPr lang="en-US" sz="1200" b="1" dirty="0">
                <a:latin typeface="+mj-lt"/>
                <a:ea typeface="Calibri Light" panose="020F0302020204030204" pitchFamily="34" charset="0"/>
                <a:cs typeface="Calibri Light" panose="020F0302020204030204" pitchFamily="34" charset="0"/>
              </a:rPr>
              <a:t>User access management</a:t>
            </a:r>
          </a:p>
          <a:p>
            <a:r>
              <a:rPr lang="en-US" sz="1200" dirty="0"/>
              <a:t>New zone Support Admin roles access by providing database (PLATFORM__AUDIT__PREPROD) and schema (FINOPS_CURATED)</a:t>
            </a:r>
            <a:r>
              <a:rPr lang="en-US" sz="1200" dirty="0">
                <a:latin typeface="+mj-lt"/>
                <a:ea typeface="Calibri Light" panose="020F0302020204030204" pitchFamily="34" charset="0"/>
                <a:cs typeface="Calibri Light" panose="020F0302020204030204" pitchFamily="34" charset="0"/>
              </a:rPr>
              <a:t> access to enable FinOps dashboard access.</a:t>
            </a:r>
          </a:p>
          <a:p>
            <a:br>
              <a:rPr lang="en-US" sz="1200" b="1" dirty="0"/>
            </a:br>
            <a:r>
              <a:rPr lang="en-US" sz="1200" b="1" dirty="0"/>
              <a:t>Dashboard Customization:</a:t>
            </a:r>
            <a:br>
              <a:rPr lang="en-US" sz="1200" dirty="0">
                <a:latin typeface="+mj-lt"/>
                <a:ea typeface="Calibri Light" panose="020F0302020204030204" pitchFamily="34" charset="0"/>
                <a:cs typeface="Calibri Light" panose="020F0302020204030204" pitchFamily="34" charset="0"/>
              </a:rPr>
            </a:br>
            <a:r>
              <a:rPr lang="en-US" sz="1200" dirty="0"/>
              <a:t>Duplicate the dashboard to enable zone teams to create and edit customized versions while preserving the original centralized dashboard</a:t>
            </a:r>
            <a:endParaRPr lang="en-US" sz="1200" dirty="0">
              <a:latin typeface="+mj-lt"/>
              <a:ea typeface="Calibri Light" panose="020F0302020204030204" pitchFamily="34" charset="0"/>
              <a:cs typeface="Calibri Light" panose="020F0302020204030204" pitchFamily="34" charset="0"/>
            </a:endParaRPr>
          </a:p>
        </p:txBody>
      </p:sp>
    </p:spTree>
    <p:extLst>
      <p:ext uri="{BB962C8B-B14F-4D97-AF65-F5344CB8AC3E}">
        <p14:creationId xmlns:p14="http://schemas.microsoft.com/office/powerpoint/2010/main" val="419671233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729FD8-FF96-6C1E-2E72-E39189BA2089}"/>
            </a:ext>
          </a:extLst>
        </p:cNvPr>
        <p:cNvGrpSpPr/>
        <p:nvPr/>
      </p:nvGrpSpPr>
      <p:grpSpPr>
        <a:xfrm>
          <a:off x="0" y="0"/>
          <a:ext cx="0" cy="0"/>
          <a:chOff x="0" y="0"/>
          <a:chExt cx="0" cy="0"/>
        </a:xfrm>
      </p:grpSpPr>
      <p:sp>
        <p:nvSpPr>
          <p:cNvPr id="3" name="Footer Placeholder 2">
            <a:extLst>
              <a:ext uri="{FF2B5EF4-FFF2-40B4-BE49-F238E27FC236}">
                <a16:creationId xmlns:a16="http://schemas.microsoft.com/office/drawing/2014/main" id="{4AC8EC84-EFC7-5270-0032-CCFD3F611528}"/>
              </a:ext>
            </a:extLst>
          </p:cNvPr>
          <p:cNvSpPr>
            <a:spLocks noGrp="1"/>
          </p:cNvSpPr>
          <p:nvPr>
            <p:ph type="ftr" sz="quarter" idx="10"/>
          </p:nvPr>
        </p:nvSpPr>
        <p:spPr/>
        <p:txBody>
          <a:bodyPr/>
          <a:lstStyle/>
          <a:p>
            <a:pPr defTabSz="685800">
              <a:defRPr/>
            </a:pPr>
            <a:r>
              <a:rPr lang="en-US" dirty="0">
                <a:solidFill>
                  <a:srgbClr val="202020">
                    <a:lumMod val="50000"/>
                    <a:lumOff val="50000"/>
                  </a:srgbClr>
                </a:solidFill>
                <a:latin typeface="+mj-lt"/>
              </a:rPr>
              <a:t>Confidential – Internal BNZ Discussion Only</a:t>
            </a:r>
          </a:p>
        </p:txBody>
      </p:sp>
      <p:sp>
        <p:nvSpPr>
          <p:cNvPr id="4" name="Slide Number Placeholder 3">
            <a:extLst>
              <a:ext uri="{FF2B5EF4-FFF2-40B4-BE49-F238E27FC236}">
                <a16:creationId xmlns:a16="http://schemas.microsoft.com/office/drawing/2014/main" id="{087B757B-DFBA-6EAC-DDB1-A6182FAF594B}"/>
              </a:ext>
            </a:extLst>
          </p:cNvPr>
          <p:cNvSpPr>
            <a:spLocks noGrp="1"/>
          </p:cNvSpPr>
          <p:nvPr>
            <p:ph type="sldNum" sz="quarter" idx="11"/>
          </p:nvPr>
        </p:nvSpPr>
        <p:spPr/>
        <p:txBody>
          <a:bodyPr/>
          <a:lstStyle/>
          <a:p>
            <a:pPr defTabSz="685800" fontAlgn="base">
              <a:spcBef>
                <a:spcPct val="0"/>
              </a:spcBef>
              <a:spcAft>
                <a:spcPct val="0"/>
              </a:spcAft>
            </a:pPr>
            <a:fld id="{BB75A05E-A768-448D-89EA-D79CB42F5018}" type="slidenum">
              <a:rPr lang="en-NZ" altLang="en-US">
                <a:latin typeface="+mj-lt"/>
              </a:rPr>
              <a:pPr defTabSz="685800" fontAlgn="base">
                <a:spcBef>
                  <a:spcPct val="0"/>
                </a:spcBef>
                <a:spcAft>
                  <a:spcPct val="0"/>
                </a:spcAft>
              </a:pPr>
              <a:t>18</a:t>
            </a:fld>
            <a:endParaRPr lang="en-NZ" altLang="en-US">
              <a:latin typeface="+mj-lt"/>
            </a:endParaRPr>
          </a:p>
        </p:txBody>
      </p:sp>
      <p:sp>
        <p:nvSpPr>
          <p:cNvPr id="2" name="Text 0">
            <a:extLst>
              <a:ext uri="{FF2B5EF4-FFF2-40B4-BE49-F238E27FC236}">
                <a16:creationId xmlns:a16="http://schemas.microsoft.com/office/drawing/2014/main" id="{71399CB2-EE89-E87B-338C-1D436740065E}"/>
              </a:ext>
            </a:extLst>
          </p:cNvPr>
          <p:cNvSpPr/>
          <p:nvPr/>
        </p:nvSpPr>
        <p:spPr>
          <a:xfrm>
            <a:off x="457200" y="365760"/>
            <a:ext cx="8229600" cy="54864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200" i="0" u="none" strike="noStrike" kern="1200" cap="none" spc="0" normalizeH="0" baseline="0" noProof="0" dirty="0">
                <a:ln>
                  <a:noFill/>
                </a:ln>
                <a:effectLst/>
                <a:uLnTx/>
                <a:uFillTx/>
                <a:latin typeface="+mj-lt"/>
                <a:ea typeface="Calibri Light" panose="020F0302020204030204" pitchFamily="34" charset="0"/>
                <a:cs typeface="Calibri Light" panose="020F0302020204030204" pitchFamily="34" charset="0"/>
              </a:rPr>
              <a:t>Best Practices</a:t>
            </a:r>
          </a:p>
        </p:txBody>
      </p:sp>
      <p:sp>
        <p:nvSpPr>
          <p:cNvPr id="6" name="TextBox 5">
            <a:extLst>
              <a:ext uri="{FF2B5EF4-FFF2-40B4-BE49-F238E27FC236}">
                <a16:creationId xmlns:a16="http://schemas.microsoft.com/office/drawing/2014/main" id="{0498B713-EC54-616C-7568-E05045CAA8F8}"/>
              </a:ext>
            </a:extLst>
          </p:cNvPr>
          <p:cNvSpPr txBox="1"/>
          <p:nvPr/>
        </p:nvSpPr>
        <p:spPr>
          <a:xfrm>
            <a:off x="323011" y="2284594"/>
            <a:ext cx="4572000" cy="276999"/>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noProof="0" dirty="0">
                <a:ln>
                  <a:noFill/>
                </a:ln>
                <a:effectLst/>
                <a:uLnTx/>
                <a:uFillTx/>
                <a:latin typeface="+mj-lt"/>
                <a:ea typeface="+mn-ea"/>
                <a:cs typeface="+mn-cs"/>
              </a:rPr>
              <a:t>Reference links</a:t>
            </a:r>
          </a:p>
        </p:txBody>
      </p:sp>
      <p:sp>
        <p:nvSpPr>
          <p:cNvPr id="8" name="TextBox 7">
            <a:extLst>
              <a:ext uri="{FF2B5EF4-FFF2-40B4-BE49-F238E27FC236}">
                <a16:creationId xmlns:a16="http://schemas.microsoft.com/office/drawing/2014/main" id="{59C64D87-F621-4821-C38C-ABEC8E03EE9C}"/>
              </a:ext>
            </a:extLst>
          </p:cNvPr>
          <p:cNvSpPr txBox="1"/>
          <p:nvPr/>
        </p:nvSpPr>
        <p:spPr>
          <a:xfrm>
            <a:off x="323011" y="1171134"/>
            <a:ext cx="4572000" cy="276999"/>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noProof="0" dirty="0">
                <a:ln>
                  <a:noFill/>
                </a:ln>
                <a:effectLst/>
                <a:uLnTx/>
                <a:uFillTx/>
                <a:latin typeface="+mj-lt"/>
                <a:ea typeface="+mn-ea"/>
                <a:cs typeface="+mn-cs"/>
              </a:rPr>
              <a:t>Implementation Best Practices</a:t>
            </a:r>
            <a:endParaRPr kumimoji="0" lang="en-US" sz="1200" b="0" i="0" u="none" strike="noStrike" kern="1200" cap="none" spc="0" normalizeH="0" noProof="0" dirty="0">
              <a:ln>
                <a:noFill/>
              </a:ln>
              <a:effectLst/>
              <a:uLnTx/>
              <a:uFillTx/>
              <a:latin typeface="+mj-lt"/>
              <a:ea typeface="+mn-ea"/>
              <a:cs typeface="+mn-cs"/>
            </a:endParaRPr>
          </a:p>
        </p:txBody>
      </p:sp>
      <p:sp>
        <p:nvSpPr>
          <p:cNvPr id="10" name="TextBox 9">
            <a:extLst>
              <a:ext uri="{FF2B5EF4-FFF2-40B4-BE49-F238E27FC236}">
                <a16:creationId xmlns:a16="http://schemas.microsoft.com/office/drawing/2014/main" id="{5E15263D-7AF4-5F25-E6ED-B0A2FFD7AD05}"/>
              </a:ext>
            </a:extLst>
          </p:cNvPr>
          <p:cNvSpPr txBox="1"/>
          <p:nvPr/>
        </p:nvSpPr>
        <p:spPr>
          <a:xfrm>
            <a:off x="323011" y="1543198"/>
            <a:ext cx="7865533" cy="646331"/>
          </a:xfrm>
          <a:prstGeom prst="rect">
            <a:avLst/>
          </a:prstGeom>
          <a:noFill/>
        </p:spPr>
        <p:txBody>
          <a:bodyPr wrap="square">
            <a:spAutoFit/>
          </a:bodyPr>
          <a:lstStyle/>
          <a:p>
            <a:r>
              <a:rPr lang="en-US" sz="1200" dirty="0">
                <a:latin typeface="+mj-lt"/>
                <a:ea typeface="Calibri Light" panose="020F0302020204030204" pitchFamily="34" charset="0"/>
                <a:cs typeface="Calibri Light" panose="020F0302020204030204" pitchFamily="34" charset="0"/>
              </a:rPr>
              <a:t>The solution now gives clear visibility into Snowflake costs, helps teams take ownership of their usage, and puts controls in place to manage spending. Teams can make better decisions using real data, while access remains secure and privacy-compliant.</a:t>
            </a:r>
          </a:p>
        </p:txBody>
      </p:sp>
      <p:sp>
        <p:nvSpPr>
          <p:cNvPr id="12" name="TextBox 11">
            <a:extLst>
              <a:ext uri="{FF2B5EF4-FFF2-40B4-BE49-F238E27FC236}">
                <a16:creationId xmlns:a16="http://schemas.microsoft.com/office/drawing/2014/main" id="{6899D7EF-7CE0-A3EA-7F1C-A7675C492A9A}"/>
              </a:ext>
            </a:extLst>
          </p:cNvPr>
          <p:cNvSpPr txBox="1"/>
          <p:nvPr/>
        </p:nvSpPr>
        <p:spPr>
          <a:xfrm>
            <a:off x="396815" y="2743201"/>
            <a:ext cx="8612370" cy="1015663"/>
          </a:xfrm>
          <a:prstGeom prst="rect">
            <a:avLst/>
          </a:prstGeom>
          <a:noFill/>
        </p:spPr>
        <p:txBody>
          <a:bodyPr wrap="square">
            <a:spAutoFit/>
          </a:bodyPr>
          <a:lstStyle/>
          <a:p>
            <a:pPr lvl="0"/>
            <a:r>
              <a:rPr lang="en-US" sz="1200" dirty="0">
                <a:latin typeface="+mj-lt"/>
                <a:ea typeface="Calibri Light" panose="020F0302020204030204" pitchFamily="34" charset="0"/>
                <a:cs typeface="Calibri Light" panose="020F0302020204030204" pitchFamily="34" charset="0"/>
                <a:hlinkClick r:id="rId2">
                  <a:extLst>
                    <a:ext uri="{A12FA001-AC4F-418D-AE19-62706E023703}">
                      <ahyp:hlinkClr xmlns:ahyp="http://schemas.microsoft.com/office/drawing/2018/hyperlinkcolor" val="tx"/>
                    </a:ext>
                  </a:extLst>
                </a:hlinkClick>
              </a:rPr>
              <a:t>https://confluence.nz.thenational.com/spaces/BAI/pages/2007668201/WIP+FinOps+Design</a:t>
            </a:r>
            <a:endParaRPr lang="en-US" sz="1200" dirty="0">
              <a:latin typeface="+mj-lt"/>
              <a:ea typeface="Calibri Light" panose="020F0302020204030204" pitchFamily="34" charset="0"/>
              <a:cs typeface="Calibri Light" panose="020F0302020204030204" pitchFamily="34" charset="0"/>
            </a:endParaRPr>
          </a:p>
          <a:p>
            <a:pPr lvl="0"/>
            <a:endParaRPr lang="en-US" sz="1200" dirty="0">
              <a:latin typeface="+mj-lt"/>
              <a:ea typeface="Calibri Light" panose="020F0302020204030204" pitchFamily="34" charset="0"/>
              <a:cs typeface="Calibri Light" panose="020F0302020204030204" pitchFamily="34" charset="0"/>
            </a:endParaRPr>
          </a:p>
          <a:p>
            <a:pPr lvl="0"/>
            <a:r>
              <a:rPr lang="en-US" sz="1200" dirty="0">
                <a:latin typeface="+mj-lt"/>
                <a:ea typeface="Calibri Light" panose="020F0302020204030204" pitchFamily="34" charset="0"/>
                <a:cs typeface="Calibri Light" panose="020F0302020204030204" pitchFamily="34" charset="0"/>
                <a:hlinkClick r:id="rId3">
                  <a:extLst>
                    <a:ext uri="{A12FA001-AC4F-418D-AE19-62706E023703}">
                      <ahyp:hlinkClr xmlns:ahyp="http://schemas.microsoft.com/office/drawing/2018/hyperlinkcolor" val="tx"/>
                    </a:ext>
                  </a:extLst>
                </a:hlinkClick>
              </a:rPr>
              <a:t>https://confluence.nz.thenational.com/spaces/BAI/pages/1995278440/Row+Access+Policy+Design+Document</a:t>
            </a:r>
            <a:endParaRPr lang="en-US" sz="1200" dirty="0">
              <a:latin typeface="+mj-lt"/>
              <a:ea typeface="Calibri Light" panose="020F0302020204030204" pitchFamily="34" charset="0"/>
              <a:cs typeface="Calibri Light" panose="020F0302020204030204" pitchFamily="34" charset="0"/>
            </a:endParaRPr>
          </a:p>
          <a:p>
            <a:pPr lvl="0"/>
            <a:endParaRPr lang="en-US" sz="1200" dirty="0">
              <a:latin typeface="+mj-lt"/>
              <a:ea typeface="Calibri Light" panose="020F0302020204030204" pitchFamily="34" charset="0"/>
              <a:cs typeface="Calibri Light" panose="020F0302020204030204" pitchFamily="34" charset="0"/>
            </a:endParaRPr>
          </a:p>
          <a:p>
            <a:pPr lvl="0"/>
            <a:r>
              <a:rPr lang="en-US" sz="1200" dirty="0">
                <a:latin typeface="+mj-lt"/>
                <a:ea typeface="Calibri Light" panose="020F0302020204030204" pitchFamily="34" charset="0"/>
                <a:cs typeface="Calibri Light" panose="020F0302020204030204" pitchFamily="34" charset="0"/>
                <a:hlinkClick r:id="rId4">
                  <a:extLst>
                    <a:ext uri="{A12FA001-AC4F-418D-AE19-62706E023703}">
                      <ahyp:hlinkClr xmlns:ahyp="http://schemas.microsoft.com/office/drawing/2018/hyperlinkcolor" val="tx"/>
                    </a:ext>
                  </a:extLst>
                </a:hlinkClick>
              </a:rPr>
              <a:t>https://confluence.nz.thenational.com/spaces/BAI/pages/1606193437/BDH+DLD+-Audit+Logging+Mechanism+Solution</a:t>
            </a:r>
            <a:endParaRPr lang="en-US" sz="1200" dirty="0">
              <a:latin typeface="+mj-lt"/>
              <a:ea typeface="Calibri Light" panose="020F0302020204030204" pitchFamily="34" charset="0"/>
              <a:cs typeface="Calibri Light" panose="020F0302020204030204" pitchFamily="34" charset="0"/>
            </a:endParaRPr>
          </a:p>
        </p:txBody>
      </p:sp>
      <p:cxnSp>
        <p:nvCxnSpPr>
          <p:cNvPr id="13" name="Google Shape;227;p33">
            <a:extLst>
              <a:ext uri="{FF2B5EF4-FFF2-40B4-BE49-F238E27FC236}">
                <a16:creationId xmlns:a16="http://schemas.microsoft.com/office/drawing/2014/main" id="{BC84C3FE-E73E-ACE4-F1CB-3AC688AE4DAE}"/>
              </a:ext>
            </a:extLst>
          </p:cNvPr>
          <p:cNvCxnSpPr>
            <a:cxnSpLocks/>
          </p:cNvCxnSpPr>
          <p:nvPr/>
        </p:nvCxnSpPr>
        <p:spPr>
          <a:xfrm>
            <a:off x="46566" y="1063280"/>
            <a:ext cx="9050867" cy="0"/>
          </a:xfrm>
          <a:prstGeom prst="straightConnector1">
            <a:avLst/>
          </a:prstGeom>
          <a:ln w="9525">
            <a:solidFill>
              <a:srgbClr val="083C77"/>
            </a:solidFill>
            <a:round/>
          </a:ln>
        </p:spPr>
      </p:cxnSp>
    </p:spTree>
    <p:extLst>
      <p:ext uri="{BB962C8B-B14F-4D97-AF65-F5344CB8AC3E}">
        <p14:creationId xmlns:p14="http://schemas.microsoft.com/office/powerpoint/2010/main" val="180881273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496830-3912-EFD0-AF72-D02A8B68EC6F}"/>
            </a:ext>
          </a:extLst>
        </p:cNvPr>
        <p:cNvGrpSpPr/>
        <p:nvPr/>
      </p:nvGrpSpPr>
      <p:grpSpPr>
        <a:xfrm>
          <a:off x="0" y="0"/>
          <a:ext cx="0" cy="0"/>
          <a:chOff x="0" y="0"/>
          <a:chExt cx="0" cy="0"/>
        </a:xfrm>
      </p:grpSpPr>
      <p:sp>
        <p:nvSpPr>
          <p:cNvPr id="3" name="Footer Placeholder 2">
            <a:extLst>
              <a:ext uri="{FF2B5EF4-FFF2-40B4-BE49-F238E27FC236}">
                <a16:creationId xmlns:a16="http://schemas.microsoft.com/office/drawing/2014/main" id="{2B0790FE-2168-36F2-2513-1905064523C6}"/>
              </a:ext>
            </a:extLst>
          </p:cNvPr>
          <p:cNvSpPr>
            <a:spLocks noGrp="1"/>
          </p:cNvSpPr>
          <p:nvPr>
            <p:ph type="ftr" sz="quarter" idx="10"/>
          </p:nvPr>
        </p:nvSpPr>
        <p:spPr/>
        <p:txBody>
          <a:bodyPr/>
          <a:lstStyle/>
          <a:p>
            <a:pPr defTabSz="685800">
              <a:defRPr/>
            </a:pPr>
            <a:r>
              <a:rPr lang="en-US" dirty="0">
                <a:solidFill>
                  <a:srgbClr val="202020">
                    <a:lumMod val="50000"/>
                    <a:lumOff val="50000"/>
                  </a:srgbClr>
                </a:solidFill>
                <a:latin typeface="+mj-lt"/>
              </a:rPr>
              <a:t>Confidential – Internal BNZ Discussion Only</a:t>
            </a:r>
          </a:p>
        </p:txBody>
      </p:sp>
      <p:sp>
        <p:nvSpPr>
          <p:cNvPr id="4" name="Slide Number Placeholder 3">
            <a:extLst>
              <a:ext uri="{FF2B5EF4-FFF2-40B4-BE49-F238E27FC236}">
                <a16:creationId xmlns:a16="http://schemas.microsoft.com/office/drawing/2014/main" id="{6C71142A-0602-E7F9-C8D4-5CFBEB2F55CD}"/>
              </a:ext>
            </a:extLst>
          </p:cNvPr>
          <p:cNvSpPr>
            <a:spLocks noGrp="1"/>
          </p:cNvSpPr>
          <p:nvPr>
            <p:ph type="sldNum" sz="quarter" idx="11"/>
          </p:nvPr>
        </p:nvSpPr>
        <p:spPr/>
        <p:txBody>
          <a:bodyPr/>
          <a:lstStyle/>
          <a:p>
            <a:pPr defTabSz="685800" fontAlgn="base">
              <a:spcBef>
                <a:spcPct val="0"/>
              </a:spcBef>
              <a:spcAft>
                <a:spcPct val="0"/>
              </a:spcAft>
            </a:pPr>
            <a:fld id="{BB75A05E-A768-448D-89EA-D79CB42F5018}" type="slidenum">
              <a:rPr lang="en-NZ" altLang="en-US">
                <a:latin typeface="+mj-lt"/>
              </a:rPr>
              <a:pPr defTabSz="685800" fontAlgn="base">
                <a:spcBef>
                  <a:spcPct val="0"/>
                </a:spcBef>
                <a:spcAft>
                  <a:spcPct val="0"/>
                </a:spcAft>
              </a:pPr>
              <a:t>19</a:t>
            </a:fld>
            <a:endParaRPr lang="en-NZ" altLang="en-US">
              <a:latin typeface="+mj-lt"/>
            </a:endParaRPr>
          </a:p>
        </p:txBody>
      </p:sp>
      <p:sp>
        <p:nvSpPr>
          <p:cNvPr id="100" name="PlaceHolder 1"/>
          <p:cNvSpPr>
            <a:spLocks noGrp="1"/>
          </p:cNvSpPr>
          <p:nvPr>
            <p:ph type="title"/>
          </p:nvPr>
        </p:nvSpPr>
        <p:spPr>
          <a:xfrm>
            <a:off x="295275" y="886905"/>
            <a:ext cx="2781300" cy="492960"/>
          </a:xfrm>
          <a:prstGeom prst="rect">
            <a:avLst/>
          </a:prstGeom>
          <a:noFill/>
          <a:ln w="0">
            <a:noFill/>
          </a:ln>
        </p:spPr>
        <p:txBody>
          <a:bodyPr lIns="91440" tIns="91440" rIns="91440" bIns="91440" anchor="b">
            <a:normAutofit fontScale="90000"/>
          </a:bodyPr>
          <a:lstStyle/>
          <a:p>
            <a:pPr indent="0">
              <a:lnSpc>
                <a:spcPct val="100000"/>
              </a:lnSpc>
              <a:buNone/>
              <a:tabLst>
                <a:tab pos="0" algn="l"/>
              </a:tabLst>
            </a:pPr>
            <a:r>
              <a:rPr lang="en-US" sz="3200" b="0" u="none" strike="noStrike" dirty="0">
                <a:solidFill>
                  <a:schemeClr val="dk1"/>
                </a:solidFill>
                <a:effectLst/>
                <a:uFillTx/>
                <a:latin typeface="+mj-lt"/>
                <a:ea typeface="Calibri Light" panose="020F0302020204030204" pitchFamily="34" charset="0"/>
                <a:cs typeface="Calibri Light" panose="020F0302020204030204" pitchFamily="34" charset="0"/>
              </a:rPr>
              <a:t>Conclusions</a:t>
            </a:r>
            <a:endParaRPr lang="fr-FR" sz="3200" b="0" u="none" strike="noStrike" dirty="0">
              <a:solidFill>
                <a:schemeClr val="dk1"/>
              </a:solidFill>
              <a:effectLst/>
              <a:uFillTx/>
              <a:latin typeface="+mj-lt"/>
              <a:ea typeface="Calibri Light" panose="020F0302020204030204" pitchFamily="34" charset="0"/>
              <a:cs typeface="Calibri Light" panose="020F0302020204030204" pitchFamily="34" charset="0"/>
            </a:endParaRPr>
          </a:p>
        </p:txBody>
      </p:sp>
      <p:sp>
        <p:nvSpPr>
          <p:cNvPr id="101" name="PlaceHolder 2"/>
          <p:cNvSpPr txBox="1">
            <a:spLocks/>
          </p:cNvSpPr>
          <p:nvPr/>
        </p:nvSpPr>
        <p:spPr bwMode="auto">
          <a:xfrm>
            <a:off x="228599" y="1733400"/>
            <a:ext cx="8677276" cy="2819550"/>
          </a:xfrm>
          <a:prstGeom prst="rect">
            <a:avLst/>
          </a:prstGeom>
          <a:noFill/>
          <a:ln w="0">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91440" rIns="91440" bIns="91440" numCol="1" anchor="t" anchorCtr="0" compatLnSpc="1">
            <a:prstTxWarp prst="textNoShape">
              <a:avLst/>
            </a:prstTxWarp>
            <a:normAutofit/>
          </a:bodyPr>
          <a:lstStyle>
            <a:lvl1pPr algn="l" rtl="0" eaLnBrk="0" fontAlgn="base" hangingPunct="0">
              <a:spcBef>
                <a:spcPct val="0"/>
              </a:spcBef>
              <a:spcAft>
                <a:spcPct val="0"/>
              </a:spcAft>
              <a:defRPr sz="1500" b="1" kern="1200">
                <a:solidFill>
                  <a:schemeClr val="tx2"/>
                </a:solidFill>
                <a:latin typeface="Arial" pitchFamily="34" charset="0"/>
                <a:ea typeface="+mj-ea"/>
                <a:cs typeface="Arial" pitchFamily="34" charset="0"/>
              </a:defRPr>
            </a:lvl1pPr>
            <a:lvl2pPr algn="l" rtl="0" eaLnBrk="0" fontAlgn="base" hangingPunct="0">
              <a:spcBef>
                <a:spcPct val="0"/>
              </a:spcBef>
              <a:spcAft>
                <a:spcPct val="0"/>
              </a:spcAft>
              <a:defRPr sz="1500" b="1">
                <a:solidFill>
                  <a:schemeClr val="tx2"/>
                </a:solidFill>
                <a:latin typeface="Arial" charset="0"/>
                <a:cs typeface="Arial" charset="0"/>
              </a:defRPr>
            </a:lvl2pPr>
            <a:lvl3pPr algn="l" rtl="0" eaLnBrk="0" fontAlgn="base" hangingPunct="0">
              <a:spcBef>
                <a:spcPct val="0"/>
              </a:spcBef>
              <a:spcAft>
                <a:spcPct val="0"/>
              </a:spcAft>
              <a:defRPr sz="1500" b="1">
                <a:solidFill>
                  <a:schemeClr val="tx2"/>
                </a:solidFill>
                <a:latin typeface="Arial" charset="0"/>
                <a:cs typeface="Arial" charset="0"/>
              </a:defRPr>
            </a:lvl3pPr>
            <a:lvl4pPr algn="l" rtl="0" eaLnBrk="0" fontAlgn="base" hangingPunct="0">
              <a:spcBef>
                <a:spcPct val="0"/>
              </a:spcBef>
              <a:spcAft>
                <a:spcPct val="0"/>
              </a:spcAft>
              <a:defRPr sz="1500" b="1">
                <a:solidFill>
                  <a:schemeClr val="tx2"/>
                </a:solidFill>
                <a:latin typeface="Arial" charset="0"/>
                <a:cs typeface="Arial" charset="0"/>
              </a:defRPr>
            </a:lvl4pPr>
            <a:lvl5pPr algn="l" rtl="0" eaLnBrk="0" fontAlgn="base" hangingPunct="0">
              <a:spcBef>
                <a:spcPct val="0"/>
              </a:spcBef>
              <a:spcAft>
                <a:spcPct val="0"/>
              </a:spcAft>
              <a:defRPr sz="1500" b="1">
                <a:solidFill>
                  <a:schemeClr val="tx2"/>
                </a:solidFill>
                <a:latin typeface="Arial" charset="0"/>
                <a:cs typeface="Arial" charset="0"/>
              </a:defRPr>
            </a:lvl5pPr>
            <a:lvl6pPr marL="342900" algn="l" rtl="0" fontAlgn="base">
              <a:spcBef>
                <a:spcPct val="0"/>
              </a:spcBef>
              <a:spcAft>
                <a:spcPct val="0"/>
              </a:spcAft>
              <a:defRPr sz="1500" b="1">
                <a:solidFill>
                  <a:srgbClr val="002060"/>
                </a:solidFill>
                <a:latin typeface="Trebuchet MS" pitchFamily="34" charset="0"/>
                <a:cs typeface="Tahoma" pitchFamily="34" charset="0"/>
              </a:defRPr>
            </a:lvl6pPr>
            <a:lvl7pPr marL="685800" algn="l" rtl="0" fontAlgn="base">
              <a:spcBef>
                <a:spcPct val="0"/>
              </a:spcBef>
              <a:spcAft>
                <a:spcPct val="0"/>
              </a:spcAft>
              <a:defRPr sz="1500" b="1">
                <a:solidFill>
                  <a:srgbClr val="002060"/>
                </a:solidFill>
                <a:latin typeface="Trebuchet MS" pitchFamily="34" charset="0"/>
                <a:cs typeface="Tahoma" pitchFamily="34" charset="0"/>
              </a:defRPr>
            </a:lvl7pPr>
            <a:lvl8pPr marL="1028700" algn="l" rtl="0" fontAlgn="base">
              <a:spcBef>
                <a:spcPct val="0"/>
              </a:spcBef>
              <a:spcAft>
                <a:spcPct val="0"/>
              </a:spcAft>
              <a:defRPr sz="1500" b="1">
                <a:solidFill>
                  <a:srgbClr val="002060"/>
                </a:solidFill>
                <a:latin typeface="Trebuchet MS" pitchFamily="34" charset="0"/>
                <a:cs typeface="Tahoma" pitchFamily="34" charset="0"/>
              </a:defRPr>
            </a:lvl8pPr>
            <a:lvl9pPr marL="1371600" algn="l" rtl="0" fontAlgn="base">
              <a:spcBef>
                <a:spcPct val="0"/>
              </a:spcBef>
              <a:spcAft>
                <a:spcPct val="0"/>
              </a:spcAft>
              <a:defRPr sz="1500" b="1">
                <a:solidFill>
                  <a:srgbClr val="002060"/>
                </a:solidFill>
                <a:latin typeface="Trebuchet MS" pitchFamily="34" charset="0"/>
                <a:cs typeface="Tahoma" pitchFamily="34" charset="0"/>
              </a:defRPr>
            </a:lvl9pPr>
          </a:lstStyle>
          <a:p>
            <a:pPr>
              <a:lnSpc>
                <a:spcPct val="150000"/>
              </a:lnSpc>
              <a:tabLst>
                <a:tab pos="0" algn="l"/>
              </a:tabLst>
            </a:pPr>
            <a:r>
              <a:rPr lang="en-US" sz="1200" b="0" dirty="0">
                <a:solidFill>
                  <a:schemeClr val="dk1"/>
                </a:solidFill>
                <a:latin typeface="+mj-lt"/>
                <a:ea typeface="Calibri Light" panose="020F0302020204030204" pitchFamily="34" charset="0"/>
                <a:cs typeface="Calibri Light" panose="020F0302020204030204" pitchFamily="34" charset="0"/>
              </a:rPr>
              <a:t>The FinOps implementation successfully balances </a:t>
            </a:r>
            <a:r>
              <a:rPr lang="en-US" sz="1200" dirty="0">
                <a:solidFill>
                  <a:schemeClr val="dk1"/>
                </a:solidFill>
                <a:latin typeface="+mj-lt"/>
                <a:ea typeface="Calibri Light" panose="020F0302020204030204" pitchFamily="34" charset="0"/>
                <a:cs typeface="Calibri Light" panose="020F0302020204030204" pitchFamily="34" charset="0"/>
              </a:rPr>
              <a:t>cost transparency, security, and operational efficiency</a:t>
            </a:r>
            <a:r>
              <a:rPr lang="en-US" sz="1200" b="0" dirty="0">
                <a:solidFill>
                  <a:schemeClr val="dk1"/>
                </a:solidFill>
                <a:latin typeface="+mj-lt"/>
                <a:ea typeface="Calibri Light" panose="020F0302020204030204" pitchFamily="34" charset="0"/>
                <a:cs typeface="Calibri Light" panose="020F0302020204030204" pitchFamily="34" charset="0"/>
              </a:rPr>
              <a:t>, enabling proactive management of Snowflake expenditure. Role-based access ensures privacy without sacrificing insight, while comprehensive dashboards provide actionable metrics. Continued optimization efforts will further enhance performance and cost-effectiveness, securing long-term business value and control.</a:t>
            </a:r>
          </a:p>
          <a:p>
            <a:pPr>
              <a:lnSpc>
                <a:spcPct val="150000"/>
              </a:lnSpc>
              <a:tabLst>
                <a:tab pos="0" algn="l"/>
              </a:tabLst>
            </a:pPr>
            <a:r>
              <a:rPr lang="en-US" sz="1200" b="0" dirty="0">
                <a:solidFill>
                  <a:srgbClr val="000000"/>
                </a:solidFill>
                <a:latin typeface="+mj-lt"/>
                <a:ea typeface="Calibri Light" panose="020F0302020204030204" pitchFamily="34" charset="0"/>
                <a:cs typeface="Calibri Light" panose="020F0302020204030204" pitchFamily="34" charset="0"/>
              </a:rPr>
              <a:t>- Balances cost transparency, security, and operational efficiency.</a:t>
            </a:r>
          </a:p>
          <a:p>
            <a:pPr>
              <a:lnSpc>
                <a:spcPct val="150000"/>
              </a:lnSpc>
              <a:tabLst>
                <a:tab pos="0" algn="l"/>
              </a:tabLst>
            </a:pPr>
            <a:r>
              <a:rPr lang="en-US" sz="1200" b="0" dirty="0">
                <a:solidFill>
                  <a:srgbClr val="000000"/>
                </a:solidFill>
                <a:latin typeface="+mj-lt"/>
                <a:ea typeface="Calibri Light" panose="020F0302020204030204" pitchFamily="34" charset="0"/>
                <a:cs typeface="Calibri Light" panose="020F0302020204030204" pitchFamily="34" charset="0"/>
              </a:rPr>
              <a:t>- Role-based access ensures privacy without sacrificing insight.</a:t>
            </a:r>
          </a:p>
          <a:p>
            <a:pPr>
              <a:lnSpc>
                <a:spcPct val="150000"/>
              </a:lnSpc>
              <a:tabLst>
                <a:tab pos="0" algn="l"/>
              </a:tabLst>
            </a:pPr>
            <a:r>
              <a:rPr lang="en-US" sz="1200" b="0" dirty="0">
                <a:solidFill>
                  <a:srgbClr val="000000"/>
                </a:solidFill>
                <a:latin typeface="+mj-lt"/>
                <a:ea typeface="Calibri Light" panose="020F0302020204030204" pitchFamily="34" charset="0"/>
                <a:cs typeface="Calibri Light" panose="020F0302020204030204" pitchFamily="34" charset="0"/>
              </a:rPr>
              <a:t>- Dashboards provide actionable metrics for proactive cost management.</a:t>
            </a:r>
          </a:p>
          <a:p>
            <a:pPr>
              <a:lnSpc>
                <a:spcPct val="150000"/>
              </a:lnSpc>
              <a:tabLst>
                <a:tab pos="0" algn="l"/>
              </a:tabLst>
            </a:pPr>
            <a:r>
              <a:rPr lang="en-US" sz="1200" b="0" dirty="0">
                <a:solidFill>
                  <a:srgbClr val="000000"/>
                </a:solidFill>
                <a:latin typeface="+mj-lt"/>
                <a:ea typeface="Calibri Light" panose="020F0302020204030204" pitchFamily="34" charset="0"/>
                <a:cs typeface="Calibri Light" panose="020F0302020204030204" pitchFamily="34" charset="0"/>
              </a:rPr>
              <a:t>- Continued optimization will further improve performance and cost-effectiveness.</a:t>
            </a:r>
          </a:p>
        </p:txBody>
      </p:sp>
      <p:cxnSp>
        <p:nvCxnSpPr>
          <p:cNvPr id="102" name="Google Shape;227;p33"/>
          <p:cNvCxnSpPr/>
          <p:nvPr/>
        </p:nvCxnSpPr>
        <p:spPr>
          <a:xfrm>
            <a:off x="-76320" y="1494720"/>
            <a:ext cx="9302040" cy="360"/>
          </a:xfrm>
          <a:prstGeom prst="straightConnector1">
            <a:avLst/>
          </a:prstGeom>
          <a:ln w="9525">
            <a:solidFill>
              <a:srgbClr val="083C77"/>
            </a:solidFill>
            <a:round/>
          </a:ln>
        </p:spPr>
      </p:cxnSp>
    </p:spTree>
    <p:extLst>
      <p:ext uri="{BB962C8B-B14F-4D97-AF65-F5344CB8AC3E}">
        <p14:creationId xmlns:p14="http://schemas.microsoft.com/office/powerpoint/2010/main" val="331151111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57DBAE-23B8-CBCB-6F5B-4ABE0B8E96FB}"/>
            </a:ext>
          </a:extLst>
        </p:cNvPr>
        <p:cNvGrpSpPr/>
        <p:nvPr/>
      </p:nvGrpSpPr>
      <p:grpSpPr>
        <a:xfrm>
          <a:off x="0" y="0"/>
          <a:ext cx="0" cy="0"/>
          <a:chOff x="0" y="0"/>
          <a:chExt cx="0" cy="0"/>
        </a:xfrm>
      </p:grpSpPr>
      <p:sp>
        <p:nvSpPr>
          <p:cNvPr id="3" name="Footer Placeholder 2">
            <a:extLst>
              <a:ext uri="{FF2B5EF4-FFF2-40B4-BE49-F238E27FC236}">
                <a16:creationId xmlns:a16="http://schemas.microsoft.com/office/drawing/2014/main" id="{33F55CF4-2B85-00FC-8034-98FA51CE0E25}"/>
              </a:ext>
            </a:extLst>
          </p:cNvPr>
          <p:cNvSpPr>
            <a:spLocks noGrp="1"/>
          </p:cNvSpPr>
          <p:nvPr>
            <p:ph type="ftr" sz="quarter" idx="10"/>
          </p:nvPr>
        </p:nvSpPr>
        <p:spPr/>
        <p:txBody>
          <a:bodyPr/>
          <a:lstStyle/>
          <a:p>
            <a:pPr defTabSz="685800">
              <a:defRPr/>
            </a:pPr>
            <a:r>
              <a:rPr lang="en-US" dirty="0">
                <a:solidFill>
                  <a:srgbClr val="202020">
                    <a:lumMod val="50000"/>
                    <a:lumOff val="50000"/>
                  </a:srgbClr>
                </a:solidFill>
                <a:latin typeface="+mj-lt"/>
              </a:rPr>
              <a:t>Confidential – Internal BNZ Discussion Only</a:t>
            </a:r>
          </a:p>
        </p:txBody>
      </p:sp>
      <p:sp>
        <p:nvSpPr>
          <p:cNvPr id="4" name="Slide Number Placeholder 3">
            <a:extLst>
              <a:ext uri="{FF2B5EF4-FFF2-40B4-BE49-F238E27FC236}">
                <a16:creationId xmlns:a16="http://schemas.microsoft.com/office/drawing/2014/main" id="{AA73A372-BF9E-D578-7411-22A593816FB1}"/>
              </a:ext>
            </a:extLst>
          </p:cNvPr>
          <p:cNvSpPr>
            <a:spLocks noGrp="1"/>
          </p:cNvSpPr>
          <p:nvPr>
            <p:ph type="sldNum" sz="quarter" idx="11"/>
          </p:nvPr>
        </p:nvSpPr>
        <p:spPr/>
        <p:txBody>
          <a:bodyPr/>
          <a:lstStyle/>
          <a:p>
            <a:pPr defTabSz="685800" fontAlgn="base">
              <a:spcBef>
                <a:spcPct val="0"/>
              </a:spcBef>
              <a:spcAft>
                <a:spcPct val="0"/>
              </a:spcAft>
            </a:pPr>
            <a:fld id="{BB75A05E-A768-448D-89EA-D79CB42F5018}" type="slidenum">
              <a:rPr lang="en-NZ" altLang="en-US">
                <a:latin typeface="+mj-lt"/>
              </a:rPr>
              <a:pPr defTabSz="685800" fontAlgn="base">
                <a:spcBef>
                  <a:spcPct val="0"/>
                </a:spcBef>
                <a:spcAft>
                  <a:spcPct val="0"/>
                </a:spcAft>
              </a:pPr>
              <a:t>20</a:t>
            </a:fld>
            <a:endParaRPr lang="en-NZ" altLang="en-US">
              <a:latin typeface="+mj-lt"/>
            </a:endParaRPr>
          </a:p>
        </p:txBody>
      </p:sp>
      <p:sp>
        <p:nvSpPr>
          <p:cNvPr id="103" name="PlaceHolder 1"/>
          <p:cNvSpPr>
            <a:spLocks noGrp="1"/>
          </p:cNvSpPr>
          <p:nvPr>
            <p:ph type="title"/>
          </p:nvPr>
        </p:nvSpPr>
        <p:spPr>
          <a:xfrm>
            <a:off x="416378" y="2771805"/>
            <a:ext cx="4604657" cy="677108"/>
          </a:xfrm>
          <a:prstGeom prst="rect">
            <a:avLst/>
          </a:prstGeom>
          <a:noFill/>
          <a:ln w="0">
            <a:noFill/>
          </a:ln>
        </p:spPr>
        <p:txBody>
          <a:bodyPr wrap="square" lIns="91440" tIns="91440" rIns="91440" bIns="91440" anchor="b">
            <a:spAutoFit/>
          </a:bodyPr>
          <a:lstStyle/>
          <a:p>
            <a:pPr indent="0" algn="r">
              <a:lnSpc>
                <a:spcPct val="100000"/>
              </a:lnSpc>
              <a:buNone/>
              <a:tabLst>
                <a:tab pos="0" algn="l"/>
              </a:tabLst>
            </a:pPr>
            <a:r>
              <a:rPr lang="en" sz="3200" b="0" u="none" strike="noStrike" dirty="0">
                <a:solidFill>
                  <a:schemeClr val="dk1"/>
                </a:solidFill>
                <a:effectLst/>
                <a:uFillTx/>
                <a:latin typeface="+mj-lt"/>
                <a:ea typeface="Calibri Light" panose="020F0302020204030204" pitchFamily="34" charset="0"/>
                <a:cs typeface="Calibri Light" panose="020F0302020204030204" pitchFamily="34" charset="0"/>
              </a:rPr>
              <a:t>Thank you</a:t>
            </a:r>
            <a:endParaRPr lang="fr-FR" sz="3200" b="0" u="none" strike="noStrike" dirty="0">
              <a:solidFill>
                <a:schemeClr val="dk1"/>
              </a:solidFill>
              <a:effectLst/>
              <a:uFillTx/>
              <a:latin typeface="+mj-lt"/>
              <a:ea typeface="Calibri Light" panose="020F0302020204030204" pitchFamily="34" charset="0"/>
              <a:cs typeface="Calibri Light" panose="020F0302020204030204" pitchFamily="34" charset="0"/>
            </a:endParaRPr>
          </a:p>
        </p:txBody>
      </p:sp>
    </p:spTree>
    <p:extLst>
      <p:ext uri="{BB962C8B-B14F-4D97-AF65-F5344CB8AC3E}">
        <p14:creationId xmlns:p14="http://schemas.microsoft.com/office/powerpoint/2010/main" val="1754764516"/>
      </p:ext>
    </p:extLst>
  </p:cSld>
  <p:clrMapOvr>
    <a:masterClrMapping/>
  </p:clrMapOvr>
</p:sld>
</file>

<file path=ppt/theme/theme1.xml><?xml version="1.0" encoding="utf-8"?>
<a:theme xmlns:a="http://schemas.openxmlformats.org/drawingml/2006/main" name="Elegant Black &amp; White Thesis Defense by Slidesgo">
  <a:themeElements>
    <a:clrScheme name="Simple Light">
      <a:dk1>
        <a:srgbClr val="333333"/>
      </a:dk1>
      <a:lt1>
        <a:srgbClr val="FDFDFD"/>
      </a:lt1>
      <a:dk2>
        <a:srgbClr val="E8E7E7"/>
      </a:dk2>
      <a:lt2>
        <a:srgbClr val="B2B2B2"/>
      </a:lt2>
      <a:accent1>
        <a:srgbClr val="777777"/>
      </a:accent1>
      <a:accent2>
        <a:srgbClr val="FFFFFF"/>
      </a:accent2>
      <a:accent3>
        <a:srgbClr val="FFFFFF"/>
      </a:accent3>
      <a:accent4>
        <a:srgbClr val="FFFFFF"/>
      </a:accent4>
      <a:accent5>
        <a:srgbClr val="FFFFFF"/>
      </a:accent5>
      <a:accent6>
        <a:srgbClr val="FFFFFF"/>
      </a:accent6>
      <a:hlink>
        <a:srgbClr val="333333"/>
      </a:hlink>
      <a:folHlink>
        <a:srgbClr val="0097A7"/>
      </a:folHlink>
    </a:clrScheme>
    <a:fontScheme name="Office">
      <a:majorFont>
        <a:latin typeface="Arial"/>
        <a:ea typeface=""/>
        <a:cs typeface=""/>
      </a:majorFont>
      <a:minorFont>
        <a:latin typeface="Arial"/>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2.xml><?xml version="1.0" encoding="utf-8"?>
<a:theme xmlns:a="http://schemas.openxmlformats.org/drawingml/2006/main" name="Elegant Black &amp; White Thesis Defense by Slidesgo">
  <a:themeElements>
    <a:clrScheme name="Simple Light">
      <a:dk1>
        <a:srgbClr val="333333"/>
      </a:dk1>
      <a:lt1>
        <a:srgbClr val="FDFDFD"/>
      </a:lt1>
      <a:dk2>
        <a:srgbClr val="E8E7E7"/>
      </a:dk2>
      <a:lt2>
        <a:srgbClr val="B2B2B2"/>
      </a:lt2>
      <a:accent1>
        <a:srgbClr val="777777"/>
      </a:accent1>
      <a:accent2>
        <a:srgbClr val="FFFFFF"/>
      </a:accent2>
      <a:accent3>
        <a:srgbClr val="FFFFFF"/>
      </a:accent3>
      <a:accent4>
        <a:srgbClr val="FFFFFF"/>
      </a:accent4>
      <a:accent5>
        <a:srgbClr val="FFFFFF"/>
      </a:accent5>
      <a:accent6>
        <a:srgbClr val="FFFFFF"/>
      </a:accent6>
      <a:hlink>
        <a:srgbClr val="333333"/>
      </a:hlink>
      <a:folHlink>
        <a:srgbClr val="0097A7"/>
      </a:folHlink>
    </a:clrScheme>
    <a:fontScheme name="Office">
      <a:majorFont>
        <a:latin typeface="Arial"/>
        <a:ea typeface=""/>
        <a:cs typeface=""/>
      </a:majorFont>
      <a:minorFont>
        <a:latin typeface="Arial"/>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3.xml><?xml version="1.0" encoding="utf-8"?>
<a:theme xmlns:a="http://schemas.openxmlformats.org/drawingml/2006/main" name="Elegant Black &amp; White Thesis Defense by Slidesgo">
  <a:themeElements>
    <a:clrScheme name="Simple Light">
      <a:dk1>
        <a:srgbClr val="333333"/>
      </a:dk1>
      <a:lt1>
        <a:srgbClr val="FDFDFD"/>
      </a:lt1>
      <a:dk2>
        <a:srgbClr val="E8E7E7"/>
      </a:dk2>
      <a:lt2>
        <a:srgbClr val="B2B2B2"/>
      </a:lt2>
      <a:accent1>
        <a:srgbClr val="777777"/>
      </a:accent1>
      <a:accent2>
        <a:srgbClr val="FFFFFF"/>
      </a:accent2>
      <a:accent3>
        <a:srgbClr val="FFFFFF"/>
      </a:accent3>
      <a:accent4>
        <a:srgbClr val="FFFFFF"/>
      </a:accent4>
      <a:accent5>
        <a:srgbClr val="FFFFFF"/>
      </a:accent5>
      <a:accent6>
        <a:srgbClr val="FFFFFF"/>
      </a:accent6>
      <a:hlink>
        <a:srgbClr val="333333"/>
      </a:hlink>
      <a:folHlink>
        <a:srgbClr val="0097A7"/>
      </a:folHlink>
    </a:clrScheme>
    <a:fontScheme name="Office">
      <a:majorFont>
        <a:latin typeface="Arial"/>
        <a:ea typeface=""/>
        <a:cs typeface=""/>
      </a:majorFont>
      <a:minorFont>
        <a:latin typeface="Arial"/>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4.xml><?xml version="1.0" encoding="utf-8"?>
<a:theme xmlns:a="http://schemas.openxmlformats.org/drawingml/2006/main" name="Elegant Black &amp; White Thesis Defense by Slidesgo">
  <a:themeElements>
    <a:clrScheme name="Simple Light">
      <a:dk1>
        <a:srgbClr val="333333"/>
      </a:dk1>
      <a:lt1>
        <a:srgbClr val="FDFDFD"/>
      </a:lt1>
      <a:dk2>
        <a:srgbClr val="E8E7E7"/>
      </a:dk2>
      <a:lt2>
        <a:srgbClr val="B2B2B2"/>
      </a:lt2>
      <a:accent1>
        <a:srgbClr val="777777"/>
      </a:accent1>
      <a:accent2>
        <a:srgbClr val="FFFFFF"/>
      </a:accent2>
      <a:accent3>
        <a:srgbClr val="FFFFFF"/>
      </a:accent3>
      <a:accent4>
        <a:srgbClr val="FFFFFF"/>
      </a:accent4>
      <a:accent5>
        <a:srgbClr val="FFFFFF"/>
      </a:accent5>
      <a:accent6>
        <a:srgbClr val="FFFFFF"/>
      </a:accent6>
      <a:hlink>
        <a:srgbClr val="333333"/>
      </a:hlink>
      <a:folHlink>
        <a:srgbClr val="0097A7"/>
      </a:folHlink>
    </a:clrScheme>
    <a:fontScheme name="Office">
      <a:majorFont>
        <a:latin typeface="Arial"/>
        <a:ea typeface=""/>
        <a:cs typeface=""/>
      </a:majorFont>
      <a:minorFont>
        <a:latin typeface="Arial"/>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5.xml><?xml version="1.0" encoding="utf-8"?>
<a:theme xmlns:a="http://schemas.openxmlformats.org/drawingml/2006/main" name="Elegant Black &amp; White Thesis Defense by Slidesgo">
  <a:themeElements>
    <a:clrScheme name="Simple Light">
      <a:dk1>
        <a:srgbClr val="333333"/>
      </a:dk1>
      <a:lt1>
        <a:srgbClr val="FDFDFD"/>
      </a:lt1>
      <a:dk2>
        <a:srgbClr val="E8E7E7"/>
      </a:dk2>
      <a:lt2>
        <a:srgbClr val="B2B2B2"/>
      </a:lt2>
      <a:accent1>
        <a:srgbClr val="777777"/>
      </a:accent1>
      <a:accent2>
        <a:srgbClr val="FFFFFF"/>
      </a:accent2>
      <a:accent3>
        <a:srgbClr val="FFFFFF"/>
      </a:accent3>
      <a:accent4>
        <a:srgbClr val="FFFFFF"/>
      </a:accent4>
      <a:accent5>
        <a:srgbClr val="FFFFFF"/>
      </a:accent5>
      <a:accent6>
        <a:srgbClr val="FFFFFF"/>
      </a:accent6>
      <a:hlink>
        <a:srgbClr val="333333"/>
      </a:hlink>
      <a:folHlink>
        <a:srgbClr val="0097A7"/>
      </a:folHlink>
    </a:clrScheme>
    <a:fontScheme name="Office">
      <a:majorFont>
        <a:latin typeface="Arial"/>
        <a:ea typeface=""/>
        <a:cs typeface=""/>
      </a:majorFont>
      <a:minorFont>
        <a:latin typeface="Arial"/>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6.xml><?xml version="1.0" encoding="utf-8"?>
<a:theme xmlns:a="http://schemas.openxmlformats.org/drawingml/2006/main" name="Elegant Black &amp; White Thesis Defense by Slidesgo">
  <a:themeElements>
    <a:clrScheme name="Simple Light">
      <a:dk1>
        <a:srgbClr val="333333"/>
      </a:dk1>
      <a:lt1>
        <a:srgbClr val="FDFDFD"/>
      </a:lt1>
      <a:dk2>
        <a:srgbClr val="E8E7E7"/>
      </a:dk2>
      <a:lt2>
        <a:srgbClr val="B2B2B2"/>
      </a:lt2>
      <a:accent1>
        <a:srgbClr val="777777"/>
      </a:accent1>
      <a:accent2>
        <a:srgbClr val="FFFFFF"/>
      </a:accent2>
      <a:accent3>
        <a:srgbClr val="FFFFFF"/>
      </a:accent3>
      <a:accent4>
        <a:srgbClr val="FFFFFF"/>
      </a:accent4>
      <a:accent5>
        <a:srgbClr val="FFFFFF"/>
      </a:accent5>
      <a:accent6>
        <a:srgbClr val="FFFFFF"/>
      </a:accent6>
      <a:hlink>
        <a:srgbClr val="333333"/>
      </a:hlink>
      <a:folHlink>
        <a:srgbClr val="0097A7"/>
      </a:folHlink>
    </a:clrScheme>
    <a:fontScheme name="Office">
      <a:majorFont>
        <a:latin typeface="Arial"/>
        <a:ea typeface=""/>
        <a:cs typeface=""/>
      </a:majorFont>
      <a:minorFont>
        <a:latin typeface="Arial"/>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7.xml><?xml version="1.0" encoding="utf-8"?>
<a:theme xmlns:a="http://schemas.openxmlformats.org/drawingml/2006/main" name="Elegant Black &amp; White Thesis Defense by Slidesgo">
  <a:themeElements>
    <a:clrScheme name="Simple Light">
      <a:dk1>
        <a:srgbClr val="333333"/>
      </a:dk1>
      <a:lt1>
        <a:srgbClr val="FDFDFD"/>
      </a:lt1>
      <a:dk2>
        <a:srgbClr val="E8E7E7"/>
      </a:dk2>
      <a:lt2>
        <a:srgbClr val="B2B2B2"/>
      </a:lt2>
      <a:accent1>
        <a:srgbClr val="777777"/>
      </a:accent1>
      <a:accent2>
        <a:srgbClr val="FFFFFF"/>
      </a:accent2>
      <a:accent3>
        <a:srgbClr val="FFFFFF"/>
      </a:accent3>
      <a:accent4>
        <a:srgbClr val="FFFFFF"/>
      </a:accent4>
      <a:accent5>
        <a:srgbClr val="FFFFFF"/>
      </a:accent5>
      <a:accent6>
        <a:srgbClr val="FFFFFF"/>
      </a:accent6>
      <a:hlink>
        <a:srgbClr val="333333"/>
      </a:hlink>
      <a:folHlink>
        <a:srgbClr val="0097A7"/>
      </a:folHlink>
    </a:clrScheme>
    <a:fontScheme name="Office">
      <a:majorFont>
        <a:latin typeface="Arial"/>
        <a:ea typeface=""/>
        <a:cs typeface=""/>
      </a:majorFont>
      <a:minorFont>
        <a:latin typeface="Arial"/>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8.xml><?xml version="1.0" encoding="utf-8"?>
<a:theme xmlns:a="http://schemas.openxmlformats.org/drawingml/2006/main" name="Elegant Black &amp; White Thesis Defense by Slidesgo">
  <a:themeElements>
    <a:clrScheme name="Simple Light">
      <a:dk1>
        <a:srgbClr val="333333"/>
      </a:dk1>
      <a:lt1>
        <a:srgbClr val="FDFDFD"/>
      </a:lt1>
      <a:dk2>
        <a:srgbClr val="E8E7E7"/>
      </a:dk2>
      <a:lt2>
        <a:srgbClr val="B2B2B2"/>
      </a:lt2>
      <a:accent1>
        <a:srgbClr val="777777"/>
      </a:accent1>
      <a:accent2>
        <a:srgbClr val="FFFFFF"/>
      </a:accent2>
      <a:accent3>
        <a:srgbClr val="FFFFFF"/>
      </a:accent3>
      <a:accent4>
        <a:srgbClr val="FFFFFF"/>
      </a:accent4>
      <a:accent5>
        <a:srgbClr val="FFFFFF"/>
      </a:accent5>
      <a:accent6>
        <a:srgbClr val="FFFFFF"/>
      </a:accent6>
      <a:hlink>
        <a:srgbClr val="333333"/>
      </a:hlink>
      <a:folHlink>
        <a:srgbClr val="0097A7"/>
      </a:folHlink>
    </a:clrScheme>
    <a:fontScheme name="Office">
      <a:majorFont>
        <a:latin typeface="Arial"/>
        <a:ea typeface=""/>
        <a:cs typeface=""/>
      </a:majorFont>
      <a:minorFont>
        <a:latin typeface="Arial"/>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9.xml><?xml version="1.0" encoding="utf-8"?>
<a:theme xmlns:a="http://schemas.openxmlformats.org/drawingml/2006/main" name="Elegant Black &amp; White Thesis Defense by Slidesgo">
  <a:themeElements>
    <a:clrScheme name="Simple Light">
      <a:dk1>
        <a:srgbClr val="333333"/>
      </a:dk1>
      <a:lt1>
        <a:srgbClr val="FDFDFD"/>
      </a:lt1>
      <a:dk2>
        <a:srgbClr val="E8E7E7"/>
      </a:dk2>
      <a:lt2>
        <a:srgbClr val="B2B2B2"/>
      </a:lt2>
      <a:accent1>
        <a:srgbClr val="777777"/>
      </a:accent1>
      <a:accent2>
        <a:srgbClr val="FFFFFF"/>
      </a:accent2>
      <a:accent3>
        <a:srgbClr val="FFFFFF"/>
      </a:accent3>
      <a:accent4>
        <a:srgbClr val="FFFFFF"/>
      </a:accent4>
      <a:accent5>
        <a:srgbClr val="FFFFFF"/>
      </a:accent5>
      <a:accent6>
        <a:srgbClr val="FFFFFF"/>
      </a:accent6>
      <a:hlink>
        <a:srgbClr val="333333"/>
      </a:hlink>
      <a:folHlink>
        <a:srgbClr val="0097A7"/>
      </a:folHlink>
    </a:clrScheme>
    <a:fontScheme name="Office">
      <a:majorFont>
        <a:latin typeface="Arial"/>
        <a:ea typeface=""/>
        <a:cs typeface=""/>
      </a:majorFont>
      <a:minorFont>
        <a:latin typeface="Arial"/>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10.xml><?xml version="1.0" encoding="utf-8"?>
<a:theme xmlns:a="http://schemas.openxmlformats.org/drawingml/2006/main" name="Elegant Black &amp; White Thesis Defense by Slidesgo">
  <a:themeElements>
    <a:clrScheme name="Simple Light">
      <a:dk1>
        <a:srgbClr val="333333"/>
      </a:dk1>
      <a:lt1>
        <a:srgbClr val="FDFDFD"/>
      </a:lt1>
      <a:dk2>
        <a:srgbClr val="E8E7E7"/>
      </a:dk2>
      <a:lt2>
        <a:srgbClr val="B2B2B2"/>
      </a:lt2>
      <a:accent1>
        <a:srgbClr val="777777"/>
      </a:accent1>
      <a:accent2>
        <a:srgbClr val="FFFFFF"/>
      </a:accent2>
      <a:accent3>
        <a:srgbClr val="FFFFFF"/>
      </a:accent3>
      <a:accent4>
        <a:srgbClr val="FFFFFF"/>
      </a:accent4>
      <a:accent5>
        <a:srgbClr val="FFFFFF"/>
      </a:accent5>
      <a:accent6>
        <a:srgbClr val="FFFFFF"/>
      </a:accent6>
      <a:hlink>
        <a:srgbClr val="333333"/>
      </a:hlink>
      <a:folHlink>
        <a:srgbClr val="0097A7"/>
      </a:folHlink>
    </a:clrScheme>
    <a:fontScheme name="Office">
      <a:majorFont>
        <a:latin typeface="Arial"/>
        <a:ea typeface=""/>
        <a:cs typeface=""/>
      </a:majorFont>
      <a:minorFont>
        <a:latin typeface="Arial"/>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11.xml><?xml version="1.0" encoding="utf-8"?>
<a:theme xmlns:a="http://schemas.openxmlformats.org/drawingml/2006/main" name="BNZ Colours Master">
  <a:themeElements>
    <a:clrScheme name="BNZ">
      <a:dk1>
        <a:srgbClr val="202020"/>
      </a:dk1>
      <a:lt1>
        <a:sysClr val="window" lastClr="FFFFFF"/>
      </a:lt1>
      <a:dk2>
        <a:srgbClr val="073775"/>
      </a:dk2>
      <a:lt2>
        <a:srgbClr val="E1E8F6"/>
      </a:lt2>
      <a:accent1>
        <a:srgbClr val="073775"/>
      </a:accent1>
      <a:accent2>
        <a:srgbClr val="E19A00"/>
      </a:accent2>
      <a:accent3>
        <a:srgbClr val="0973B4"/>
      </a:accent3>
      <a:accent4>
        <a:srgbClr val="F03759"/>
      </a:accent4>
      <a:accent5>
        <a:srgbClr val="C1D82E"/>
      </a:accent5>
      <a:accent6>
        <a:srgbClr val="4BA6A1"/>
      </a:accent6>
      <a:hlink>
        <a:srgbClr val="C1D82E"/>
      </a:hlink>
      <a:folHlink>
        <a:srgbClr val="0A1C42"/>
      </a:folHlink>
    </a:clrScheme>
    <a:fontScheme name="Arail">
      <a:majorFont>
        <a:latin typeface="Arial"/>
        <a:ea typeface=""/>
        <a:cs typeface=""/>
      </a:majorFont>
      <a:minorFont>
        <a:latin typeface="Arial"/>
        <a:ea typeface=""/>
        <a:cs typeface=""/>
      </a:minorFont>
    </a:fontScheme>
    <a:fmtScheme name="Trek">
      <a:fillStyleLst>
        <a:solidFill>
          <a:schemeClr val="phClr"/>
        </a:solidFill>
        <a:gradFill rotWithShape="1">
          <a:gsLst>
            <a:gs pos="0">
              <a:schemeClr val="phClr">
                <a:tint val="30000"/>
                <a:satMod val="250000"/>
              </a:schemeClr>
            </a:gs>
            <a:gs pos="72000">
              <a:schemeClr val="phClr">
                <a:tint val="75000"/>
                <a:satMod val="210000"/>
              </a:schemeClr>
            </a:gs>
            <a:gs pos="100000">
              <a:schemeClr val="phClr">
                <a:tint val="85000"/>
                <a:satMod val="210000"/>
              </a:schemeClr>
            </a:gs>
          </a:gsLst>
          <a:lin ang="5400000" scaled="1"/>
        </a:gradFill>
        <a:gradFill rotWithShape="1">
          <a:gsLst>
            <a:gs pos="0">
              <a:schemeClr val="phClr">
                <a:tint val="75000"/>
                <a:shade val="85000"/>
                <a:satMod val="230000"/>
              </a:schemeClr>
            </a:gs>
            <a:gs pos="25000">
              <a:schemeClr val="phClr">
                <a:tint val="90000"/>
                <a:shade val="70000"/>
                <a:satMod val="220000"/>
              </a:schemeClr>
            </a:gs>
            <a:gs pos="50000">
              <a:schemeClr val="phClr">
                <a:tint val="90000"/>
                <a:shade val="58000"/>
                <a:satMod val="225000"/>
              </a:schemeClr>
            </a:gs>
            <a:gs pos="65000">
              <a:schemeClr val="phClr">
                <a:tint val="90000"/>
                <a:shade val="58000"/>
                <a:satMod val="225000"/>
              </a:schemeClr>
            </a:gs>
            <a:gs pos="80000">
              <a:schemeClr val="phClr">
                <a:tint val="90000"/>
                <a:shade val="69000"/>
                <a:satMod val="220000"/>
              </a:schemeClr>
            </a:gs>
            <a:gs pos="100000">
              <a:schemeClr val="phClr">
                <a:tint val="77000"/>
                <a:shade val="80000"/>
                <a:satMod val="230000"/>
              </a:schemeClr>
            </a:gs>
          </a:gsLst>
          <a:lin ang="5400000" scaled="1"/>
        </a:gradFill>
      </a:fillStyleLst>
      <a:lnStyleLst>
        <a:ln w="10000" cap="flat" cmpd="sng" algn="ctr">
          <a:solidFill>
            <a:schemeClr val="ph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76200" dist="50800" dir="5400000" rotWithShape="0">
              <a:srgbClr val="4E3B30">
                <a:alpha val="60000"/>
              </a:srgbClr>
            </a:outerShdw>
          </a:effectLst>
        </a:effectStyle>
        <a:effectStyle>
          <a:effectLst>
            <a:outerShdw blurRad="76200" dist="50800" dir="5400000" rotWithShape="0">
              <a:srgbClr val="4E3B30">
                <a:alpha val="60000"/>
              </a:srgbClr>
            </a:outerShdw>
          </a:effectLst>
          <a:scene3d>
            <a:camera prst="orthographicFront">
              <a:rot lat="0" lon="0" rev="0"/>
            </a:camera>
            <a:lightRig rig="threePt" dir="tl">
              <a:rot lat="0" lon="0" rev="0"/>
            </a:lightRig>
          </a:scene3d>
          <a:sp3d prstMaterial="metal">
            <a:bevelT w="10000" h="10000"/>
          </a:sp3d>
        </a:effectStyle>
        <a:effectStyle>
          <a:effectLst>
            <a:outerShdw blurRad="76200" dist="50800" dir="5400000" rotWithShape="0">
              <a:srgbClr val="4E3B30">
                <a:alpha val="60000"/>
              </a:srgbClr>
            </a:outerShdw>
          </a:effectLst>
          <a:scene3d>
            <a:camera prst="obliqueTopLeft" fov="600000">
              <a:rot lat="0" lon="0" rev="0"/>
            </a:camera>
            <a:lightRig rig="balanced" dir="t">
              <a:rot lat="0" lon="0" rev="19200000"/>
            </a:lightRig>
          </a:scene3d>
          <a:sp3d contourW="12700" prstMaterial="matte">
            <a:bevelT w="60000" h="50800"/>
            <a:contourClr>
              <a:schemeClr val="phClr">
                <a:shade val="60000"/>
                <a:satMod val="110000"/>
              </a:schemeClr>
            </a:contourClr>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txDef>
      <a:spPr>
        <a:solidFill>
          <a:schemeClr val="bg1"/>
        </a:solidFill>
        <a:ln>
          <a:noFill/>
        </a:ln>
      </a:spPr>
      <a:bodyPr wrap="square" rtlCol="0">
        <a:noAutofit/>
      </a:bodyPr>
      <a:lstStyle>
        <a:defPPr>
          <a:defRPr sz="1200" dirty="0" err="1" smtClean="0"/>
        </a:defPPr>
      </a:lstStyle>
    </a:txDef>
  </a:objectDefaults>
  <a:extraClrSchemeLst/>
</a:theme>
</file>

<file path=ppt/theme/theme1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
  <TotalTime>5036</TotalTime>
  <Words>1824</Words>
  <Application>Microsoft Office PowerPoint</Application>
  <PresentationFormat>On-screen Show (16:9)</PresentationFormat>
  <Paragraphs>308</Paragraphs>
  <Slides>20</Slides>
  <Notes>0</Notes>
  <HiddenSlides>0</HiddenSlides>
  <MMClips>0</MMClips>
  <ScaleCrop>false</ScaleCrop>
  <HeadingPairs>
    <vt:vector size="6" baseType="variant">
      <vt:variant>
        <vt:lpstr>Fonts Used</vt:lpstr>
      </vt:variant>
      <vt:variant>
        <vt:i4>9</vt:i4>
      </vt:variant>
      <vt:variant>
        <vt:lpstr>Theme</vt:lpstr>
      </vt:variant>
      <vt:variant>
        <vt:i4>11</vt:i4>
      </vt:variant>
      <vt:variant>
        <vt:lpstr>Slide Titles</vt:lpstr>
      </vt:variant>
      <vt:variant>
        <vt:i4>20</vt:i4>
      </vt:variant>
    </vt:vector>
  </HeadingPairs>
  <TitlesOfParts>
    <vt:vector size="40" baseType="lpstr">
      <vt:lpstr>Aptos</vt:lpstr>
      <vt:lpstr>Arial</vt:lpstr>
      <vt:lpstr>Calibri Light</vt:lpstr>
      <vt:lpstr>Figtree Black</vt:lpstr>
      <vt:lpstr>OpenSymbol</vt:lpstr>
      <vt:lpstr>Serrano Office</vt:lpstr>
      <vt:lpstr>Symbol</vt:lpstr>
      <vt:lpstr>Trebuchet MS</vt:lpstr>
      <vt:lpstr>Wingdings</vt:lpstr>
      <vt:lpstr>Elegant Black &amp; White Thesis Defense by Slidesgo</vt:lpstr>
      <vt:lpstr>Elegant Black &amp; White Thesis Defense by Slidesgo</vt:lpstr>
      <vt:lpstr>Elegant Black &amp; White Thesis Defense by Slidesgo</vt:lpstr>
      <vt:lpstr>Elegant Black &amp; White Thesis Defense by Slidesgo</vt:lpstr>
      <vt:lpstr>Elegant Black &amp; White Thesis Defense by Slidesgo</vt:lpstr>
      <vt:lpstr>Elegant Black &amp; White Thesis Defense by Slidesgo</vt:lpstr>
      <vt:lpstr>Elegant Black &amp; White Thesis Defense by Slidesgo</vt:lpstr>
      <vt:lpstr>Elegant Black &amp; White Thesis Defense by Slidesgo</vt:lpstr>
      <vt:lpstr>Elegant Black &amp; White Thesis Defense by Slidesgo</vt:lpstr>
      <vt:lpstr>Elegant Black &amp; White Thesis Defense by Slidesgo</vt:lpstr>
      <vt:lpstr>BNZ Colours Master</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Conclusions</vt:lpstr>
      <vt:lpstr>Thank you</vt:lpstr>
    </vt:vector>
  </TitlesOfParts>
  <Company>Microsoft Corporation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Behara, Himasreya</dc:creator>
  <cp:lastModifiedBy>Pavan Jangam</cp:lastModifiedBy>
  <cp:revision>51</cp:revision>
  <dcterms:modified xsi:type="dcterms:W3CDTF">2026-02-09T12:27:24Z</dcterms:modified>
</cp:coreProperties>
</file>

<file path=docProps/core0.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2026-02-04T16:11:24Z</dcterms:created>
  <dc:creator>Unknown Creator</dc:creator>
  <dc:description/>
  <dc:language>en-US</dc:language>
  <cp:lastModifiedBy>Unknown Creator</cp:lastModifiedBy>
  <dcterms:modified xsi:type="dcterms:W3CDTF">2026-02-04T16:11:24Z</dcterms:modified>
  <cp:revision>0</cp:revision>
  <dc:subject/>
  <dc:title>Untitled Presentation</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Slides">
    <vt:r8>12</vt:r8>
  </property>
  <property fmtid="{D5CDD505-2E9C-101B-9397-08002B2CF9AE}" pid="3" name="MSIP_Label_da9c9c86-6906-4eae-a338-31260c18a8cc_Enabled">
    <vt:lpwstr>true</vt:lpwstr>
  </property>
  <property fmtid="{D5CDD505-2E9C-101B-9397-08002B2CF9AE}" pid="4" name="MSIP_Label_da9c9c86-6906-4eae-a338-31260c18a8cc_SetDate">
    <vt:lpwstr>2026-02-05T08:49:17Z</vt:lpwstr>
  </property>
  <property fmtid="{D5CDD505-2E9C-101B-9397-08002B2CF9AE}" pid="5" name="MSIP_Label_da9c9c86-6906-4eae-a338-31260c18a8cc_Method">
    <vt:lpwstr>Privileged</vt:lpwstr>
  </property>
  <property fmtid="{D5CDD505-2E9C-101B-9397-08002B2CF9AE}" pid="6" name="MSIP_Label_da9c9c86-6906-4eae-a338-31260c18a8cc_Name">
    <vt:lpwstr>da9c9c86-6906-4eae-a338-31260c18a8cc</vt:lpwstr>
  </property>
  <property fmtid="{D5CDD505-2E9C-101B-9397-08002B2CF9AE}" pid="7" name="MSIP_Label_da9c9c86-6906-4eae-a338-31260c18a8cc_SiteId">
    <vt:lpwstr>2dc32a81-25ce-4e14-b7bd-f7a45d1170c0</vt:lpwstr>
  </property>
  <property fmtid="{D5CDD505-2E9C-101B-9397-08002B2CF9AE}" pid="8" name="MSIP_Label_da9c9c86-6906-4eae-a338-31260c18a8cc_ActionId">
    <vt:lpwstr>c42ec8d8-59fa-4e01-b62e-330da201b8dd</vt:lpwstr>
  </property>
  <property fmtid="{D5CDD505-2E9C-101B-9397-08002B2CF9AE}" pid="9" name="MSIP_Label_da9c9c86-6906-4eae-a338-31260c18a8cc_ContentBits">
    <vt:lpwstr>0</vt:lpwstr>
  </property>
  <property fmtid="{D5CDD505-2E9C-101B-9397-08002B2CF9AE}" pid="10" name="MSIP_Label_da9c9c86-6906-4eae-a338-31260c18a8cc_Tag">
    <vt:lpwstr>10, 0, 1, 1</vt:lpwstr>
  </property>
</Properties>
</file>